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</p:sldIdLst>
  <p:sldSz cx="12192000" cy="6858000"/>
  <p:notesSz cx="6858000" cy="9144000"/>
  <p:embeddedFontLst>
    <p:embeddedFont>
      <p:font typeface="Tahoma" panose="020B0604030504040204" pitchFamily="34" charset="0"/>
      <p:regular r:id="rId63"/>
      <p:bold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8" roundtripDataSignature="AMtx7mh+2b/HYN6tQamKzJLUc4n0hiU0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6" name="Google Shape;3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5" name="Google Shape;4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9" name="Google Shape;4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5" name="Google Shape;54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5" name="Google Shape;5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3" name="Google Shape;5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2" name="Google Shape;5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1" name="Google Shape;6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0" name="Google Shape;6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3" name="Google Shape;63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8" name="Google Shape;6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3" name="Google Shape;7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8" name="Google Shape;7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3" name="Google Shape;7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8" name="Google Shape;80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4" name="Google Shape;84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9" name="Google Shape;87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4" name="Google Shape;91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9" name="Google Shape;9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8" name="Google Shape;9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3" name="Google Shape;99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8" name="Google Shape;103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3" name="Google Shape;108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8" name="Google Shape;112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3" name="Google Shape;117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8" name="Google Shape;121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7" name="Google Shape;122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7" name="Google Shape;123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8" name="Google Shape;124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1" name="Google Shape;127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4" name="Google Shape;129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9" name="Google Shape;131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7" name="Google Shape;134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6" name="Google Shape;137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5" name="Google Shape;140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4" name="Google Shape;143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2" name="Google Shape;146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8" name="Google Shape;148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4" name="Google Shape;151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7" name="Google Shape;153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0" name="Google Shape;156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6" name="Google Shape;158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2" name="Google Shape;161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7" name="Google Shape;163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0" name="Google Shape;166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9" name="Google Shape;167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8" name="Google Shape;168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98" name="Google Shape;169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7" name="Google Shape;170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6" name="Google Shape;1716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63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5AA4E5F-8164-4469-9A26-EF2E986B8BD2}" type="datetime1">
              <a:rPr lang="en-US" smtClean="0"/>
              <a:t>1/18/2026</a:t>
            </a:fld>
            <a:endParaRPr/>
          </a:p>
        </p:txBody>
      </p:sp>
      <p:sp>
        <p:nvSpPr>
          <p:cNvPr id="19" name="Google Shape;19;p63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20" name="Google Shape;20;p63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6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6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6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6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F69D5B3-C641-49E8-A516-DE07533F7927}" type="datetime1">
              <a:rPr lang="en-US" smtClean="0"/>
              <a:t>1/18/2026</a:t>
            </a:fld>
            <a:endParaRPr/>
          </a:p>
        </p:txBody>
      </p:sp>
      <p:sp>
        <p:nvSpPr>
          <p:cNvPr id="36" name="Google Shape;36;p6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37" name="Google Shape;37;p6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6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6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6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6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6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6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43C4473-5B23-4C64-BF97-846B59732395}" type="datetime1">
              <a:rPr lang="en-US" smtClean="0"/>
              <a:t>1/18/2026</a:t>
            </a:fld>
            <a:endParaRPr/>
          </a:p>
        </p:txBody>
      </p:sp>
      <p:sp>
        <p:nvSpPr>
          <p:cNvPr id="46" name="Google Shape;46;p6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47" name="Google Shape;47;p6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6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6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6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6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6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6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6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4F1CA8-1739-4C3E-B4F8-54EF40E122FC}" type="datetime1">
              <a:rPr lang="en-US" smtClean="0"/>
              <a:t>1/18/2026</a:t>
            </a:fld>
            <a:endParaRPr/>
          </a:p>
        </p:txBody>
      </p:sp>
      <p:sp>
        <p:nvSpPr>
          <p:cNvPr id="58" name="Google Shape;58;p6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59" name="Google Shape;59;p6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6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6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6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BFAF73B-0308-431E-AAF7-602CF34A0BDF}" type="datetime1">
              <a:rPr lang="en-US" smtClean="0"/>
              <a:t>1/18/2026</a:t>
            </a:fld>
            <a:endParaRPr/>
          </a:p>
        </p:txBody>
      </p:sp>
      <p:sp>
        <p:nvSpPr>
          <p:cNvPr id="67" name="Google Shape;67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68" name="Google Shape;68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19339B7-4AD1-4DCB-B1D5-F30B4C457242}" type="datetime1">
              <a:rPr lang="en-US" smtClean="0"/>
              <a:t>1/18/2026</a:t>
            </a:fld>
            <a:endParaRPr/>
          </a:p>
        </p:txBody>
      </p:sp>
      <p:sp>
        <p:nvSpPr>
          <p:cNvPr id="71" name="Google Shape;71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72" name="Google Shape;72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7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DAB0D86-3BA3-4433-A87A-D5C5E6A0EADF}" type="datetime1">
              <a:rPr lang="en-US" smtClean="0"/>
              <a:t>1/18/2026</a:t>
            </a:fld>
            <a:endParaRPr/>
          </a:p>
        </p:txBody>
      </p:sp>
      <p:sp>
        <p:nvSpPr>
          <p:cNvPr id="78" name="Google Shape;78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79" name="Google Shape;79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1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BABB14-9E11-4E00-B0A8-C43BFC675EF7}" type="datetime1">
              <a:rPr lang="en-US" smtClean="0"/>
              <a:t>1/18/2026</a:t>
            </a:fld>
            <a:endParaRPr/>
          </a:p>
        </p:txBody>
      </p:sp>
      <p:sp>
        <p:nvSpPr>
          <p:cNvPr id="85" name="Google Shape;85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86" name="Google Shape;86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12A815A-ED29-4881-B3B0-CE7AE66D6EBC}" type="datetime1">
              <a:rPr lang="en-US" smtClean="0"/>
              <a:t>1/18/2026</a:t>
            </a:fld>
            <a:endParaRPr/>
          </a:p>
        </p:txBody>
      </p:sp>
      <p:sp>
        <p:nvSpPr>
          <p:cNvPr id="91" name="Google Shape;91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92" name="Google Shape;92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EED9D00-E522-4F4D-8F2A-774BACBA692D}" type="datetime1">
              <a:rPr lang="en-US" smtClean="0"/>
              <a:t>1/18/2026</a:t>
            </a:fld>
            <a:endParaRPr/>
          </a:p>
        </p:txBody>
      </p:sp>
      <p:sp>
        <p:nvSpPr>
          <p:cNvPr id="97" name="Google Shape;97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98" name="Google Shape;98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63C13BD-3AEA-462F-B96C-F5FDCF6DC746}" type="datetime1">
              <a:rPr lang="en-US" smtClean="0"/>
              <a:t>1/18/2026</a:t>
            </a:fld>
            <a:endParaRPr/>
          </a:p>
        </p:txBody>
      </p:sp>
      <p:sp>
        <p:nvSpPr>
          <p:cNvPr id="13" name="Google Shape;13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Lec Asif Abrar, Dept of CSE, UIU</a:t>
            </a:r>
            <a:endParaRPr/>
          </a:p>
        </p:txBody>
      </p:sp>
      <p:sp>
        <p:nvSpPr>
          <p:cNvPr id="14" name="Google Shape;14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 dirty="0"/>
              <a:t>Binary Search Tree II</a:t>
            </a:r>
            <a:endParaRPr dirty="0"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FE0DD310-02F5-413D-8ADF-1ECDA0567C56}" type="datetime1">
              <a:rPr lang="en-US" smtClean="0"/>
              <a:t>1/18/2026</a:t>
            </a:fld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Insert Function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Delete Function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Discussing Complexity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22" name="Google Shape;122;p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841C3C6E-FA5B-4C30-AFDB-4D8CE1B99F62}" type="datetime1">
              <a:rPr lang="en-US" smtClean="0"/>
              <a:t>1/18/2026</a:t>
            </a:fld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Search Tree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7913E81E-6D29-4929-A7E1-8F0787742D65}" type="datetime1">
              <a:rPr lang="en-US" smtClean="0"/>
              <a:t>1/18/2026</a:t>
            </a:fld>
            <a:endParaRPr/>
          </a:p>
        </p:txBody>
      </p:sp>
      <p:sp>
        <p:nvSpPr>
          <p:cNvPr id="132" name="Google Shape;132;p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3" name="Google Shape;133;p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4"/>
          <p:cNvCxnSpPr>
            <a:stCxn id="137" idx="7"/>
            <a:endCxn id="135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stCxn id="138" idx="0"/>
            <a:endCxn id="135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8" name="Google Shape;148;p4"/>
          <p:cNvCxnSpPr>
            <a:stCxn id="140" idx="0"/>
            <a:endCxn id="138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4"/>
          <p:cNvCxnSpPr>
            <a:stCxn id="141" idx="1"/>
            <a:endCxn id="138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4"/>
          <p:cNvCxnSpPr>
            <a:stCxn id="136" idx="7"/>
            <a:endCxn id="137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1" name="Google Shape;151;p4"/>
          <p:cNvCxnSpPr>
            <a:stCxn id="142" idx="7"/>
            <a:endCxn id="136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2" name="Google Shape;152;p4"/>
          <p:cNvCxnSpPr>
            <a:stCxn id="143" idx="0"/>
            <a:endCxn id="136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3" name="Google Shape;153;p4"/>
          <p:cNvCxnSpPr>
            <a:stCxn id="139" idx="1"/>
            <a:endCxn id="137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4" name="Google Shape;154;p4"/>
          <p:cNvCxnSpPr>
            <a:stCxn id="144" idx="1"/>
            <a:endCxn id="139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5" name="Google Shape;155;p4"/>
          <p:cNvCxnSpPr>
            <a:stCxn id="144" idx="3"/>
            <a:endCxn id="145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E668887-998F-4B3B-9F11-5732E10079EF}" type="datetime1">
              <a:rPr lang="en-US" smtClean="0"/>
              <a:t>1/18/2026</a:t>
            </a:fld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5"/>
          <p:cNvCxnSpPr>
            <a:stCxn id="167" idx="7"/>
            <a:endCxn id="165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7" name="Google Shape;177;p5"/>
          <p:cNvCxnSpPr>
            <a:stCxn id="168" idx="0"/>
            <a:endCxn id="165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8" name="Google Shape;178;p5"/>
          <p:cNvCxnSpPr>
            <a:stCxn id="170" idx="0"/>
            <a:endCxn id="168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9" name="Google Shape;179;p5"/>
          <p:cNvCxnSpPr>
            <a:stCxn id="171" idx="1"/>
            <a:endCxn id="168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0" name="Google Shape;180;p5"/>
          <p:cNvCxnSpPr>
            <a:stCxn id="166" idx="7"/>
            <a:endCxn id="167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1" name="Google Shape;181;p5"/>
          <p:cNvCxnSpPr>
            <a:stCxn id="172" idx="7"/>
            <a:endCxn id="166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2" name="Google Shape;182;p5"/>
          <p:cNvCxnSpPr>
            <a:stCxn id="173" idx="0"/>
            <a:endCxn id="166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" name="Google Shape;183;p5"/>
          <p:cNvCxnSpPr>
            <a:stCxn id="169" idx="1"/>
            <a:endCxn id="167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4" name="Google Shape;184;p5"/>
          <p:cNvCxnSpPr>
            <a:stCxn id="174" idx="1"/>
            <a:endCxn id="169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5" name="Google Shape;185;p5"/>
          <p:cNvCxnSpPr>
            <a:stCxn id="174" idx="3"/>
            <a:endCxn id="175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6" name="Google Shape;186;p5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5"/>
          <p:cNvCxnSpPr>
            <a:stCxn id="188" idx="3"/>
            <a:endCxn id="186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8" name="Google Shape;188;p5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5"/>
          <p:cNvCxnSpPr>
            <a:stCxn id="190" idx="1"/>
            <a:endCxn id="165" idx="0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90" name="Google Shape;190;p5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196" name="Google Shape;196;p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3E2CF8B2-F93B-4B2A-A60A-C5AEE5B40CF9}" type="datetime1">
              <a:rPr lang="en-US" smtClean="0"/>
              <a:t>1/18/2026</a:t>
            </a:fld>
            <a:endParaRPr/>
          </a:p>
        </p:txBody>
      </p:sp>
      <p:sp>
        <p:nvSpPr>
          <p:cNvPr id="197" name="Google Shape;197;p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8" name="Google Shape;198;p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99" name="Google Shape;199;p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6"/>
          <p:cNvCxnSpPr>
            <a:stCxn id="202" idx="7"/>
            <a:endCxn id="200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2" name="Google Shape;212;p6"/>
          <p:cNvCxnSpPr>
            <a:stCxn id="203" idx="0"/>
            <a:endCxn id="200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3" name="Google Shape;213;p6"/>
          <p:cNvCxnSpPr>
            <a:stCxn id="205" idx="0"/>
            <a:endCxn id="203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6"/>
          <p:cNvCxnSpPr>
            <a:stCxn id="206" idx="1"/>
            <a:endCxn id="203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5" name="Google Shape;215;p6"/>
          <p:cNvCxnSpPr>
            <a:stCxn id="201" idx="7"/>
            <a:endCxn id="202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6" name="Google Shape;216;p6"/>
          <p:cNvCxnSpPr>
            <a:stCxn id="207" idx="7"/>
            <a:endCxn id="201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7" name="Google Shape;217;p6"/>
          <p:cNvCxnSpPr>
            <a:stCxn id="208" idx="0"/>
            <a:endCxn id="201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8" name="Google Shape;218;p6"/>
          <p:cNvCxnSpPr>
            <a:stCxn id="204" idx="1"/>
            <a:endCxn id="202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9" name="Google Shape;219;p6"/>
          <p:cNvCxnSpPr>
            <a:stCxn id="209" idx="1"/>
            <a:endCxn id="204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0" name="Google Shape;220;p6"/>
          <p:cNvCxnSpPr>
            <a:stCxn id="209" idx="3"/>
            <a:endCxn id="210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1" name="Google Shape;221;p6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6"/>
          <p:cNvCxnSpPr>
            <a:stCxn id="223" idx="3"/>
            <a:endCxn id="221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3" name="Google Shape;223;p6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10310161" y="2933672"/>
            <a:ext cx="362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0680043" y="5337703"/>
            <a:ext cx="3706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2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6"/>
          <p:cNvCxnSpPr>
            <a:stCxn id="227" idx="1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" name="Google Shape;227;p6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233" name="Google Shape;233;p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3F62963D-3C1A-4417-A856-C7C86F25EBA8}" type="datetime1">
              <a:rPr lang="en-US" smtClean="0"/>
              <a:t>1/18/2026</a:t>
            </a:fld>
            <a:endParaRPr/>
          </a:p>
        </p:txBody>
      </p:sp>
      <p:sp>
        <p:nvSpPr>
          <p:cNvPr id="234" name="Google Shape;234;p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5" name="Google Shape;235;p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36" name="Google Shape;236;p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7"/>
          <p:cNvCxnSpPr>
            <a:stCxn id="239" idx="7"/>
            <a:endCxn id="237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9" name="Google Shape;249;p7"/>
          <p:cNvCxnSpPr>
            <a:stCxn id="240" idx="0"/>
            <a:endCxn id="237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" name="Google Shape;250;p7"/>
          <p:cNvCxnSpPr>
            <a:stCxn id="242" idx="0"/>
            <a:endCxn id="240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1" name="Google Shape;251;p7"/>
          <p:cNvCxnSpPr>
            <a:stCxn id="243" idx="1"/>
            <a:endCxn id="240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2" name="Google Shape;252;p7"/>
          <p:cNvCxnSpPr>
            <a:stCxn id="238" idx="7"/>
            <a:endCxn id="239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3" name="Google Shape;253;p7"/>
          <p:cNvCxnSpPr>
            <a:stCxn id="244" idx="7"/>
            <a:endCxn id="238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4" name="Google Shape;254;p7"/>
          <p:cNvCxnSpPr>
            <a:stCxn id="245" idx="0"/>
            <a:endCxn id="238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5" name="Google Shape;255;p7"/>
          <p:cNvCxnSpPr>
            <a:stCxn id="241" idx="1"/>
            <a:endCxn id="239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6" name="Google Shape;256;p7"/>
          <p:cNvCxnSpPr>
            <a:stCxn id="246" idx="1"/>
            <a:endCxn id="241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7" name="Google Shape;257;p7"/>
          <p:cNvCxnSpPr>
            <a:stCxn id="246" idx="3"/>
            <a:endCxn id="247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8" name="Google Shape;258;p7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7"/>
          <p:cNvCxnSpPr>
            <a:stCxn id="260" idx="3"/>
            <a:endCxn id="258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0" name="Google Shape;260;p7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0310161" y="2933672"/>
            <a:ext cx="362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0680043" y="5337703"/>
            <a:ext cx="3706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2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p7"/>
          <p:cNvGrpSpPr/>
          <p:nvPr/>
        </p:nvGrpSpPr>
        <p:grpSpPr>
          <a:xfrm>
            <a:off x="3285752" y="1184670"/>
            <a:ext cx="1581807" cy="525571"/>
            <a:chOff x="3285752" y="1227909"/>
            <a:chExt cx="1581807" cy="525571"/>
          </a:xfrm>
        </p:grpSpPr>
        <p:cxnSp>
          <p:nvCxnSpPr>
            <p:cNvPr id="264" name="Google Shape;264;p7"/>
            <p:cNvCxnSpPr>
              <a:stCxn id="265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5" name="Google Shape;265;p7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p7"/>
          <p:cNvGrpSpPr/>
          <p:nvPr/>
        </p:nvGrpSpPr>
        <p:grpSpPr>
          <a:xfrm>
            <a:off x="1109938" y="2320493"/>
            <a:ext cx="1581807" cy="525571"/>
            <a:chOff x="3285752" y="1227909"/>
            <a:chExt cx="1581807" cy="525571"/>
          </a:xfrm>
        </p:grpSpPr>
        <p:cxnSp>
          <p:nvCxnSpPr>
            <p:cNvPr id="267" name="Google Shape;267;p7"/>
            <p:cNvCxnSpPr>
              <a:stCxn id="268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68" name="Google Shape;268;p7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9" name="Google Shape;269;p7"/>
          <p:cNvCxnSpPr>
            <a:stCxn id="270" idx="1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70" name="Google Shape;270;p7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276" name="Google Shape;276;p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6829C336-C2E1-47AD-A451-9D335B62E484}" type="datetime1">
              <a:rPr lang="en-US" smtClean="0"/>
              <a:t>1/18/2026</a:t>
            </a:fld>
            <a:endParaRPr/>
          </a:p>
        </p:txBody>
      </p:sp>
      <p:sp>
        <p:nvSpPr>
          <p:cNvPr id="277" name="Google Shape;277;p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78" name="Google Shape;278;p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79" name="Google Shape;279;p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8"/>
          <p:cNvCxnSpPr>
            <a:stCxn id="282" idx="7"/>
            <a:endCxn id="280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2" name="Google Shape;292;p8"/>
          <p:cNvCxnSpPr>
            <a:stCxn id="283" idx="0"/>
            <a:endCxn id="280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3" name="Google Shape;293;p8"/>
          <p:cNvCxnSpPr>
            <a:stCxn id="285" idx="0"/>
            <a:endCxn id="283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4" name="Google Shape;294;p8"/>
          <p:cNvCxnSpPr>
            <a:stCxn id="286" idx="1"/>
            <a:endCxn id="283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5" name="Google Shape;295;p8"/>
          <p:cNvCxnSpPr>
            <a:stCxn id="281" idx="7"/>
            <a:endCxn id="282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6" name="Google Shape;296;p8"/>
          <p:cNvCxnSpPr>
            <a:stCxn id="287" idx="7"/>
            <a:endCxn id="281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7" name="Google Shape;297;p8"/>
          <p:cNvCxnSpPr>
            <a:stCxn id="288" idx="0"/>
            <a:endCxn id="281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8" name="Google Shape;298;p8"/>
          <p:cNvCxnSpPr>
            <a:stCxn id="284" idx="1"/>
            <a:endCxn id="282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9" name="Google Shape;299;p8"/>
          <p:cNvCxnSpPr>
            <a:stCxn id="289" idx="1"/>
            <a:endCxn id="284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0" name="Google Shape;300;p8"/>
          <p:cNvCxnSpPr>
            <a:stCxn id="289" idx="3"/>
            <a:endCxn id="290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" name="Google Shape;301;p8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8"/>
          <p:cNvCxnSpPr>
            <a:stCxn id="303" idx="3"/>
            <a:endCxn id="301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3" name="Google Shape;303;p8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10310161" y="2933672"/>
            <a:ext cx="362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0680043" y="5337703"/>
            <a:ext cx="3706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2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8"/>
          <p:cNvGrpSpPr/>
          <p:nvPr/>
        </p:nvGrpSpPr>
        <p:grpSpPr>
          <a:xfrm>
            <a:off x="1223200" y="2163734"/>
            <a:ext cx="1581807" cy="525571"/>
            <a:chOff x="3285752" y="1227909"/>
            <a:chExt cx="1581807" cy="525571"/>
          </a:xfrm>
        </p:grpSpPr>
        <p:cxnSp>
          <p:nvCxnSpPr>
            <p:cNvPr id="307" name="Google Shape;307;p8"/>
            <p:cNvCxnSpPr>
              <a:stCxn id="308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08" name="Google Shape;308;p8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9" name="Google Shape;309;p8"/>
          <p:cNvGrpSpPr/>
          <p:nvPr/>
        </p:nvGrpSpPr>
        <p:grpSpPr>
          <a:xfrm>
            <a:off x="2209800" y="3144977"/>
            <a:ext cx="1581807" cy="525571"/>
            <a:chOff x="3285752" y="1227909"/>
            <a:chExt cx="1581807" cy="525571"/>
          </a:xfrm>
        </p:grpSpPr>
        <p:cxnSp>
          <p:nvCxnSpPr>
            <p:cNvPr id="310" name="Google Shape;310;p8"/>
            <p:cNvCxnSpPr>
              <a:stCxn id="311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11" name="Google Shape;311;p8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2" name="Google Shape;312;p8"/>
          <p:cNvCxnSpPr>
            <a:stCxn id="313" idx="1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13" name="Google Shape;313;p8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4360CC31-2B9A-43E0-BAA6-CB2438AAD361}" type="datetime1">
              <a:rPr lang="en-US" smtClean="0"/>
              <a:t>1/18/2026</a:t>
            </a:fld>
            <a:endParaRPr/>
          </a:p>
        </p:txBody>
      </p:sp>
      <p:sp>
        <p:nvSpPr>
          <p:cNvPr id="320" name="Google Shape;320;p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21" name="Google Shape;321;p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322" name="Google Shape;322;p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9"/>
          <p:cNvCxnSpPr>
            <a:stCxn id="325" idx="7"/>
            <a:endCxn id="323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5" name="Google Shape;335;p9"/>
          <p:cNvCxnSpPr>
            <a:stCxn id="326" idx="0"/>
            <a:endCxn id="323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6" name="Google Shape;336;p9"/>
          <p:cNvCxnSpPr>
            <a:stCxn id="328" idx="0"/>
            <a:endCxn id="326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7" name="Google Shape;337;p9"/>
          <p:cNvCxnSpPr>
            <a:stCxn id="329" idx="1"/>
            <a:endCxn id="326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8" name="Google Shape;338;p9"/>
          <p:cNvCxnSpPr>
            <a:stCxn id="324" idx="7"/>
            <a:endCxn id="325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9" name="Google Shape;339;p9"/>
          <p:cNvCxnSpPr>
            <a:stCxn id="330" idx="7"/>
            <a:endCxn id="324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0" name="Google Shape;340;p9"/>
          <p:cNvCxnSpPr>
            <a:stCxn id="331" idx="0"/>
            <a:endCxn id="324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1" name="Google Shape;341;p9"/>
          <p:cNvCxnSpPr>
            <a:stCxn id="327" idx="1"/>
            <a:endCxn id="325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2" name="Google Shape;342;p9"/>
          <p:cNvCxnSpPr>
            <a:stCxn id="332" idx="1"/>
            <a:endCxn id="327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3" name="Google Shape;343;p9"/>
          <p:cNvCxnSpPr>
            <a:stCxn id="332" idx="3"/>
            <a:endCxn id="333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4" name="Google Shape;344;p9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9"/>
          <p:cNvCxnSpPr>
            <a:stCxn id="346" idx="3"/>
            <a:endCxn id="344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46" name="Google Shape;346;p9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10310161" y="2933672"/>
            <a:ext cx="362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10680043" y="5337703"/>
            <a:ext cx="3706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2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9" name="Google Shape;349;p9"/>
          <p:cNvGrpSpPr/>
          <p:nvPr/>
        </p:nvGrpSpPr>
        <p:grpSpPr>
          <a:xfrm>
            <a:off x="2203527" y="3207817"/>
            <a:ext cx="1581807" cy="525571"/>
            <a:chOff x="3285752" y="1227909"/>
            <a:chExt cx="1581807" cy="525571"/>
          </a:xfrm>
        </p:grpSpPr>
        <p:cxnSp>
          <p:nvCxnSpPr>
            <p:cNvPr id="350" name="Google Shape;350;p9"/>
            <p:cNvCxnSpPr>
              <a:stCxn id="351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51" name="Google Shape;351;p9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2" name="Google Shape;352;p9"/>
          <p:cNvGrpSpPr/>
          <p:nvPr/>
        </p:nvGrpSpPr>
        <p:grpSpPr>
          <a:xfrm>
            <a:off x="2837702" y="4190276"/>
            <a:ext cx="1581807" cy="525571"/>
            <a:chOff x="3285752" y="1227909"/>
            <a:chExt cx="1581807" cy="525571"/>
          </a:xfrm>
        </p:grpSpPr>
        <p:cxnSp>
          <p:nvCxnSpPr>
            <p:cNvPr id="353" name="Google Shape;353;p9"/>
            <p:cNvCxnSpPr>
              <a:stCxn id="354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54" name="Google Shape;354;p9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55" name="Google Shape;355;p9"/>
          <p:cNvCxnSpPr>
            <a:stCxn id="356" idx="1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56" name="Google Shape;356;p9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362" name="Google Shape;362;p1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8F78EB5F-AC5C-4D40-A728-0253724AB142}" type="datetime1">
              <a:rPr lang="en-US" smtClean="0"/>
              <a:t>1/18/2026</a:t>
            </a:fld>
            <a:endParaRPr/>
          </a:p>
        </p:txBody>
      </p:sp>
      <p:sp>
        <p:nvSpPr>
          <p:cNvPr id="363" name="Google Shape;363;p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64" name="Google Shape;364;p1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365" name="Google Shape;365;p1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0"/>
          <p:cNvCxnSpPr>
            <a:stCxn id="368" idx="7"/>
            <a:endCxn id="366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8" name="Google Shape;378;p10"/>
          <p:cNvCxnSpPr>
            <a:stCxn id="369" idx="0"/>
            <a:endCxn id="366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79" name="Google Shape;379;p10"/>
          <p:cNvCxnSpPr>
            <a:stCxn id="371" idx="0"/>
            <a:endCxn id="369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0" name="Google Shape;380;p10"/>
          <p:cNvCxnSpPr>
            <a:stCxn id="372" idx="1"/>
            <a:endCxn id="369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1" name="Google Shape;381;p10"/>
          <p:cNvCxnSpPr>
            <a:stCxn id="367" idx="7"/>
            <a:endCxn id="368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2" name="Google Shape;382;p10"/>
          <p:cNvCxnSpPr>
            <a:stCxn id="373" idx="7"/>
            <a:endCxn id="367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3" name="Google Shape;383;p10"/>
          <p:cNvCxnSpPr>
            <a:stCxn id="374" idx="0"/>
            <a:endCxn id="367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4" name="Google Shape;384;p10"/>
          <p:cNvCxnSpPr>
            <a:stCxn id="370" idx="1"/>
            <a:endCxn id="368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" name="Google Shape;385;p10"/>
          <p:cNvCxnSpPr>
            <a:stCxn id="375" idx="1"/>
            <a:endCxn id="370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6" name="Google Shape;386;p10"/>
          <p:cNvCxnSpPr>
            <a:stCxn id="375" idx="3"/>
            <a:endCxn id="376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7" name="Google Shape;387;p10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10"/>
          <p:cNvCxnSpPr>
            <a:stCxn id="389" idx="3"/>
            <a:endCxn id="387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89" name="Google Shape;389;p10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10310161" y="2933672"/>
            <a:ext cx="362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10680043" y="5337703"/>
            <a:ext cx="3706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2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10"/>
          <p:cNvGrpSpPr/>
          <p:nvPr/>
        </p:nvGrpSpPr>
        <p:grpSpPr>
          <a:xfrm>
            <a:off x="2844534" y="4265862"/>
            <a:ext cx="1581807" cy="525571"/>
            <a:chOff x="3285752" y="1227909"/>
            <a:chExt cx="1581807" cy="525571"/>
          </a:xfrm>
        </p:grpSpPr>
        <p:cxnSp>
          <p:nvCxnSpPr>
            <p:cNvPr id="393" name="Google Shape;393;p10"/>
            <p:cNvCxnSpPr>
              <a:stCxn id="394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94" name="Google Shape;394;p10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10"/>
          <p:cNvGrpSpPr/>
          <p:nvPr/>
        </p:nvGrpSpPr>
        <p:grpSpPr>
          <a:xfrm>
            <a:off x="1837821" y="5337703"/>
            <a:ext cx="1581807" cy="525571"/>
            <a:chOff x="3285752" y="1227909"/>
            <a:chExt cx="1581807" cy="525571"/>
          </a:xfrm>
        </p:grpSpPr>
        <p:cxnSp>
          <p:nvCxnSpPr>
            <p:cNvPr id="396" name="Google Shape;396;p10"/>
            <p:cNvCxnSpPr>
              <a:stCxn id="397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97" name="Google Shape;397;p10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8" name="Google Shape;398;p10"/>
          <p:cNvCxnSpPr>
            <a:stCxn id="399" idx="1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9" name="Google Shape;399;p10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1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405" name="Google Shape;405;p1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F252B268-7E64-462C-9474-B70813B8A0DC}" type="datetime1">
              <a:rPr lang="en-US" smtClean="0"/>
              <a:t>1/18/2026</a:t>
            </a:fld>
            <a:endParaRPr/>
          </a:p>
        </p:txBody>
      </p:sp>
      <p:sp>
        <p:nvSpPr>
          <p:cNvPr id="406" name="Google Shape;406;p1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07" name="Google Shape;407;p1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408" name="Google Shape;408;p1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11"/>
          <p:cNvCxnSpPr>
            <a:stCxn id="411" idx="7"/>
            <a:endCxn id="409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1" name="Google Shape;421;p11"/>
          <p:cNvCxnSpPr>
            <a:stCxn id="412" idx="0"/>
            <a:endCxn id="409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2" name="Google Shape;422;p11"/>
          <p:cNvCxnSpPr>
            <a:stCxn id="414" idx="0"/>
            <a:endCxn id="412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3" name="Google Shape;423;p11"/>
          <p:cNvCxnSpPr>
            <a:stCxn id="415" idx="1"/>
            <a:endCxn id="412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4" name="Google Shape;424;p11"/>
          <p:cNvCxnSpPr>
            <a:stCxn id="410" idx="7"/>
            <a:endCxn id="411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5" name="Google Shape;425;p11"/>
          <p:cNvCxnSpPr>
            <a:stCxn id="416" idx="7"/>
            <a:endCxn id="410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6" name="Google Shape;426;p11"/>
          <p:cNvCxnSpPr>
            <a:stCxn id="417" idx="0"/>
            <a:endCxn id="410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7" name="Google Shape;427;p11"/>
          <p:cNvCxnSpPr>
            <a:stCxn id="413" idx="1"/>
            <a:endCxn id="411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8" name="Google Shape;428;p11"/>
          <p:cNvCxnSpPr>
            <a:stCxn id="418" idx="1"/>
            <a:endCxn id="413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29" name="Google Shape;429;p11"/>
          <p:cNvCxnSpPr>
            <a:stCxn id="418" idx="3"/>
            <a:endCxn id="419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0" name="Google Shape;430;p11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1" name="Google Shape;431;p11"/>
          <p:cNvCxnSpPr>
            <a:stCxn id="432" idx="3"/>
            <a:endCxn id="430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2" name="Google Shape;432;p11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10310161" y="2933672"/>
            <a:ext cx="362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10680043" y="5337703"/>
            <a:ext cx="3706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2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5" name="Google Shape;435;p11"/>
          <p:cNvGrpSpPr/>
          <p:nvPr/>
        </p:nvGrpSpPr>
        <p:grpSpPr>
          <a:xfrm>
            <a:off x="1958103" y="5063606"/>
            <a:ext cx="1581807" cy="525571"/>
            <a:chOff x="3285752" y="1227909"/>
            <a:chExt cx="1581807" cy="525571"/>
          </a:xfrm>
        </p:grpSpPr>
        <p:cxnSp>
          <p:nvCxnSpPr>
            <p:cNvPr id="436" name="Google Shape;436;p11"/>
            <p:cNvCxnSpPr>
              <a:stCxn id="437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37" name="Google Shape;437;p11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oogle Shape;438;p11"/>
          <p:cNvGrpSpPr/>
          <p:nvPr/>
        </p:nvGrpSpPr>
        <p:grpSpPr>
          <a:xfrm>
            <a:off x="2816433" y="5977212"/>
            <a:ext cx="1581807" cy="525571"/>
            <a:chOff x="3285752" y="1227909"/>
            <a:chExt cx="1581807" cy="525571"/>
          </a:xfrm>
        </p:grpSpPr>
        <p:cxnSp>
          <p:nvCxnSpPr>
            <p:cNvPr id="439" name="Google Shape;439;p11"/>
            <p:cNvCxnSpPr>
              <a:stCxn id="440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40" name="Google Shape;440;p11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1" name="Google Shape;441;p11"/>
          <p:cNvCxnSpPr>
            <a:stCxn id="442" idx="1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42" name="Google Shape;442;p11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Let us insert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find the </a:t>
            </a:r>
            <a:r>
              <a:rPr lang="en-US" b="1"/>
              <a:t>position</a:t>
            </a:r>
            <a:r>
              <a:rPr lang="en-US"/>
              <a:t> for the new Tree Node with the value 12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We need to make sure that it points to the parent Tree Node and the parent Tree node points to it (</a:t>
            </a:r>
            <a:r>
              <a:rPr lang="en-US" b="1"/>
              <a:t>i.e it is connected</a:t>
            </a:r>
            <a:r>
              <a:rPr lang="en-US"/>
              <a:t>)</a:t>
            </a:r>
            <a:endParaRPr/>
          </a:p>
        </p:txBody>
      </p:sp>
      <p:sp>
        <p:nvSpPr>
          <p:cNvPr id="448" name="Google Shape;448;p1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B7ACCBC1-2AFA-46FD-BF19-754A50F332BE}" type="datetime1">
              <a:rPr lang="en-US" smtClean="0"/>
              <a:t>1/18/2026</a:t>
            </a:fld>
            <a:endParaRPr/>
          </a:p>
        </p:txBody>
      </p:sp>
      <p:sp>
        <p:nvSpPr>
          <p:cNvPr id="449" name="Google Shape;449;p1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50" name="Google Shape;450;p1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451" name="Google Shape;451;p1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12"/>
          <p:cNvCxnSpPr>
            <a:stCxn id="454" idx="7"/>
            <a:endCxn id="452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4" name="Google Shape;464;p12"/>
          <p:cNvCxnSpPr>
            <a:stCxn id="455" idx="0"/>
            <a:endCxn id="452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5" name="Google Shape;465;p12"/>
          <p:cNvCxnSpPr>
            <a:stCxn id="457" idx="0"/>
            <a:endCxn id="455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6" name="Google Shape;466;p12"/>
          <p:cNvCxnSpPr>
            <a:stCxn id="458" idx="1"/>
            <a:endCxn id="455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7" name="Google Shape;467;p12"/>
          <p:cNvCxnSpPr>
            <a:stCxn id="453" idx="7"/>
            <a:endCxn id="454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8" name="Google Shape;468;p12"/>
          <p:cNvCxnSpPr>
            <a:stCxn id="459" idx="7"/>
            <a:endCxn id="453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69" name="Google Shape;469;p12"/>
          <p:cNvCxnSpPr>
            <a:stCxn id="460" idx="0"/>
            <a:endCxn id="453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0" name="Google Shape;470;p12"/>
          <p:cNvCxnSpPr>
            <a:stCxn id="456" idx="1"/>
            <a:endCxn id="454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1" name="Google Shape;471;p12"/>
          <p:cNvCxnSpPr>
            <a:stCxn id="461" idx="1"/>
            <a:endCxn id="456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2" name="Google Shape;472;p12"/>
          <p:cNvCxnSpPr>
            <a:stCxn id="461" idx="3"/>
            <a:endCxn id="462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3" name="Google Shape;473;p12"/>
          <p:cNvSpPr/>
          <p:nvPr/>
        </p:nvSpPr>
        <p:spPr>
          <a:xfrm>
            <a:off x="10310161" y="2933672"/>
            <a:ext cx="362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10680043" y="5337703"/>
            <a:ext cx="37061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32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12"/>
          <p:cNvGrpSpPr/>
          <p:nvPr/>
        </p:nvGrpSpPr>
        <p:grpSpPr>
          <a:xfrm>
            <a:off x="1958103" y="5063606"/>
            <a:ext cx="1581807" cy="525571"/>
            <a:chOff x="3285752" y="1227909"/>
            <a:chExt cx="1581807" cy="525571"/>
          </a:xfrm>
        </p:grpSpPr>
        <p:cxnSp>
          <p:nvCxnSpPr>
            <p:cNvPr id="476" name="Google Shape;476;p12"/>
            <p:cNvCxnSpPr>
              <a:stCxn id="477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77" name="Google Shape;477;p12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p12"/>
          <p:cNvGrpSpPr/>
          <p:nvPr/>
        </p:nvGrpSpPr>
        <p:grpSpPr>
          <a:xfrm>
            <a:off x="2870482" y="6081472"/>
            <a:ext cx="1793796" cy="439418"/>
            <a:chOff x="3285752" y="1227909"/>
            <a:chExt cx="1581807" cy="525571"/>
          </a:xfrm>
        </p:grpSpPr>
        <p:cxnSp>
          <p:nvCxnSpPr>
            <p:cNvPr id="479" name="Google Shape;479;p12"/>
            <p:cNvCxnSpPr>
              <a:stCxn id="480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480" name="Google Shape;480;p12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12"/>
          <p:cNvSpPr/>
          <p:nvPr/>
        </p:nvSpPr>
        <p:spPr>
          <a:xfrm>
            <a:off x="4610255" y="59256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p12"/>
          <p:cNvCxnSpPr>
            <a:stCxn id="481" idx="2"/>
            <a:endCxn id="462" idx="6"/>
          </p:cNvCxnSpPr>
          <p:nvPr/>
        </p:nvCxnSpPr>
        <p:spPr>
          <a:xfrm rot="10800000">
            <a:off x="4058855" y="5877160"/>
            <a:ext cx="551400" cy="348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3" name="Google Shape;483;p12"/>
          <p:cNvCxnSpPr>
            <a:stCxn id="484" idx="2"/>
            <a:endCxn id="481" idx="7"/>
          </p:cNvCxnSpPr>
          <p:nvPr/>
        </p:nvCxnSpPr>
        <p:spPr>
          <a:xfrm flipH="1">
            <a:off x="5122150" y="5574048"/>
            <a:ext cx="967500" cy="43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4" name="Google Shape;484;p12"/>
          <p:cNvSpPr txBox="1"/>
          <p:nvPr/>
        </p:nvSpPr>
        <p:spPr>
          <a:xfrm>
            <a:off x="5951631" y="5204716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12"/>
          <p:cNvCxnSpPr>
            <a:stCxn id="486" idx="1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6" name="Google Shape;486;p12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3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u="sng"/>
              <a:t>Some observations: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The search goes on until x becomes </a:t>
            </a:r>
            <a:r>
              <a:rPr lang="en-US" b="1"/>
              <a:t>NULL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y helps to refer to the </a:t>
            </a:r>
            <a:r>
              <a:rPr lang="en-US" b="1"/>
              <a:t>parent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y helps in making the necessary </a:t>
            </a:r>
            <a:r>
              <a:rPr lang="en-US" b="1"/>
              <a:t>connections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(y.right) and (x.parent) in this </a:t>
            </a:r>
            <a:r>
              <a:rPr lang="en-US" b="1"/>
              <a:t>case</a:t>
            </a:r>
            <a:endParaRPr/>
          </a:p>
        </p:txBody>
      </p:sp>
      <p:sp>
        <p:nvSpPr>
          <p:cNvPr id="492" name="Google Shape;492;p1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B658A851-4932-412E-AF6D-97F7E82B47EB}" type="datetime1">
              <a:rPr lang="en-US" smtClean="0"/>
              <a:t>1/18/2026</a:t>
            </a:fld>
            <a:endParaRPr/>
          </a:p>
        </p:txBody>
      </p:sp>
      <p:sp>
        <p:nvSpPr>
          <p:cNvPr id="493" name="Google Shape;493;p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94" name="Google Shape;494;p1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</a:t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4779772" y="163460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1765812" y="347826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2717220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6573595" y="260522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3849445" y="350505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5826585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7417104" y="395339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1172607" y="455300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2365419" y="461161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4449052" y="455300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3459388" y="55773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" name="Google Shape;507;p13"/>
          <p:cNvCxnSpPr>
            <a:stCxn id="498" idx="7"/>
            <a:endCxn id="496" idx="2"/>
          </p:cNvCxnSpPr>
          <p:nvPr/>
        </p:nvCxnSpPr>
        <p:spPr>
          <a:xfrm rot="10800000" flipH="1">
            <a:off x="3229017" y="1934332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8" name="Google Shape;508;p13"/>
          <p:cNvCxnSpPr>
            <a:stCxn id="499" idx="0"/>
            <a:endCxn id="496" idx="6"/>
          </p:cNvCxnSpPr>
          <p:nvPr/>
        </p:nvCxnSpPr>
        <p:spPr>
          <a:xfrm rot="10800000">
            <a:off x="5379399" y="1934422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9" name="Google Shape;509;p13"/>
          <p:cNvCxnSpPr>
            <a:stCxn id="501" idx="0"/>
            <a:endCxn id="499" idx="3"/>
          </p:cNvCxnSpPr>
          <p:nvPr/>
        </p:nvCxnSpPr>
        <p:spPr>
          <a:xfrm rot="10800000" flipH="1">
            <a:off x="6126388" y="3116997"/>
            <a:ext cx="534900" cy="83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0" name="Google Shape;510;p13"/>
          <p:cNvCxnSpPr>
            <a:stCxn id="502" idx="1"/>
            <a:endCxn id="499" idx="5"/>
          </p:cNvCxnSpPr>
          <p:nvPr/>
        </p:nvCxnSpPr>
        <p:spPr>
          <a:xfrm rot="10800000">
            <a:off x="7085514" y="3116907"/>
            <a:ext cx="419400" cy="924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1" name="Google Shape;511;p13"/>
          <p:cNvCxnSpPr>
            <a:stCxn id="497" idx="7"/>
            <a:endCxn id="498" idx="3"/>
          </p:cNvCxnSpPr>
          <p:nvPr/>
        </p:nvCxnSpPr>
        <p:spPr>
          <a:xfrm rot="10800000" flipH="1">
            <a:off x="2277609" y="3116975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2" name="Google Shape;512;p13"/>
          <p:cNvCxnSpPr>
            <a:stCxn id="503" idx="7"/>
            <a:endCxn id="497" idx="3"/>
          </p:cNvCxnSpPr>
          <p:nvPr/>
        </p:nvCxnSpPr>
        <p:spPr>
          <a:xfrm rot="10800000" flipH="1">
            <a:off x="1684404" y="3990115"/>
            <a:ext cx="169200" cy="650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3" name="Google Shape;513;p13"/>
          <p:cNvCxnSpPr>
            <a:stCxn id="504" idx="0"/>
            <a:endCxn id="497" idx="5"/>
          </p:cNvCxnSpPr>
          <p:nvPr/>
        </p:nvCxnSpPr>
        <p:spPr>
          <a:xfrm rot="10800000">
            <a:off x="2277623" y="3990012"/>
            <a:ext cx="387600" cy="621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4" name="Google Shape;514;p13"/>
          <p:cNvCxnSpPr>
            <a:stCxn id="500" idx="1"/>
            <a:endCxn id="498" idx="5"/>
          </p:cNvCxnSpPr>
          <p:nvPr/>
        </p:nvCxnSpPr>
        <p:spPr>
          <a:xfrm rot="10800000">
            <a:off x="3228955" y="3117064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5" name="Google Shape;515;p13"/>
          <p:cNvCxnSpPr>
            <a:stCxn id="505" idx="1"/>
            <a:endCxn id="500" idx="5"/>
          </p:cNvCxnSpPr>
          <p:nvPr/>
        </p:nvCxnSpPr>
        <p:spPr>
          <a:xfrm rot="10800000">
            <a:off x="4361362" y="4016814"/>
            <a:ext cx="175500" cy="624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6" name="Google Shape;516;p13"/>
          <p:cNvCxnSpPr>
            <a:stCxn id="505" idx="3"/>
            <a:endCxn id="506" idx="7"/>
          </p:cNvCxnSpPr>
          <p:nvPr/>
        </p:nvCxnSpPr>
        <p:spPr>
          <a:xfrm flipH="1">
            <a:off x="3971062" y="5064801"/>
            <a:ext cx="565800" cy="60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17" name="Google Shape;517;p13"/>
          <p:cNvGrpSpPr/>
          <p:nvPr/>
        </p:nvGrpSpPr>
        <p:grpSpPr>
          <a:xfrm>
            <a:off x="1958103" y="5063606"/>
            <a:ext cx="1581807" cy="525571"/>
            <a:chOff x="3285752" y="1227909"/>
            <a:chExt cx="1581807" cy="525571"/>
          </a:xfrm>
        </p:grpSpPr>
        <p:cxnSp>
          <p:nvCxnSpPr>
            <p:cNvPr id="518" name="Google Shape;518;p13"/>
            <p:cNvCxnSpPr>
              <a:stCxn id="519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19" name="Google Shape;519;p13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" name="Google Shape;520;p13"/>
          <p:cNvGrpSpPr/>
          <p:nvPr/>
        </p:nvGrpSpPr>
        <p:grpSpPr>
          <a:xfrm>
            <a:off x="2870482" y="6081472"/>
            <a:ext cx="1793796" cy="439418"/>
            <a:chOff x="3285752" y="1227909"/>
            <a:chExt cx="1581807" cy="525571"/>
          </a:xfrm>
        </p:grpSpPr>
        <p:cxnSp>
          <p:nvCxnSpPr>
            <p:cNvPr id="521" name="Google Shape;521;p13"/>
            <p:cNvCxnSpPr>
              <a:stCxn id="522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22" name="Google Shape;522;p13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3" name="Google Shape;523;p13"/>
          <p:cNvSpPr/>
          <p:nvPr/>
        </p:nvSpPr>
        <p:spPr>
          <a:xfrm>
            <a:off x="4610255" y="592565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13"/>
          <p:cNvCxnSpPr>
            <a:stCxn id="523" idx="2"/>
            <a:endCxn id="506" idx="6"/>
          </p:cNvCxnSpPr>
          <p:nvPr/>
        </p:nvCxnSpPr>
        <p:spPr>
          <a:xfrm rot="10800000">
            <a:off x="4058855" y="5877160"/>
            <a:ext cx="551400" cy="348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25" name="Google Shape;525;p13"/>
          <p:cNvCxnSpPr>
            <a:stCxn id="526" idx="2"/>
            <a:endCxn id="523" idx="7"/>
          </p:cNvCxnSpPr>
          <p:nvPr/>
        </p:nvCxnSpPr>
        <p:spPr>
          <a:xfrm flipH="1">
            <a:off x="5122150" y="5574048"/>
            <a:ext cx="967500" cy="439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6" name="Google Shape;526;p13"/>
          <p:cNvSpPr txBox="1"/>
          <p:nvPr/>
        </p:nvSpPr>
        <p:spPr>
          <a:xfrm>
            <a:off x="5951631" y="5204716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13"/>
          <p:cNvCxnSpPr>
            <a:stCxn id="528" idx="1"/>
          </p:cNvCxnSpPr>
          <p:nvPr/>
        </p:nvCxnSpPr>
        <p:spPr>
          <a:xfrm flipH="1">
            <a:off x="5079450" y="1241406"/>
            <a:ext cx="719700" cy="393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8" name="Google Shape;528;p13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4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u="sng"/>
              <a:t>Some observations: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The search goes on until x becomes </a:t>
            </a:r>
            <a:r>
              <a:rPr lang="en-US" b="1"/>
              <a:t>NULL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y helps to refer to the </a:t>
            </a:r>
            <a:r>
              <a:rPr lang="en-US" b="1"/>
              <a:t>parent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y helps in making the necessary </a:t>
            </a:r>
            <a:r>
              <a:rPr lang="en-US" b="1"/>
              <a:t>connections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(y.right) and (x.parent) in this </a:t>
            </a:r>
            <a:r>
              <a:rPr lang="en-US" b="1"/>
              <a:t>case</a:t>
            </a:r>
            <a:endParaRPr/>
          </a:p>
        </p:txBody>
      </p:sp>
      <p:sp>
        <p:nvSpPr>
          <p:cNvPr id="534" name="Google Shape;534;p1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ACE46450-F303-419C-81A9-BBC876CEAD3C}" type="datetime1">
              <a:rPr lang="en-US" smtClean="0"/>
              <a:t>1/18/2026</a:t>
            </a:fld>
            <a:endParaRPr/>
          </a:p>
        </p:txBody>
      </p:sp>
      <p:sp>
        <p:nvSpPr>
          <p:cNvPr id="535" name="Google Shape;535;p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36" name="Google Shape;536;p1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537" name="Google Shape;537;p1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 (Empty Tree)</a:t>
            </a: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14"/>
          <p:cNvCxnSpPr>
            <a:stCxn id="540" idx="3"/>
            <a:endCxn id="538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0" name="Google Shape;540;p14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14"/>
          <p:cNvCxnSpPr>
            <a:stCxn id="542" idx="1"/>
          </p:cNvCxnSpPr>
          <p:nvPr/>
        </p:nvCxnSpPr>
        <p:spPr>
          <a:xfrm flipH="1">
            <a:off x="5042250" y="1241406"/>
            <a:ext cx="756900" cy="919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42" name="Google Shape;542;p14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5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u="sng"/>
              <a:t>Some observations: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The search goes on until x becomes </a:t>
            </a:r>
            <a:r>
              <a:rPr lang="en-US" b="1"/>
              <a:t>NULL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y helps to refer to the </a:t>
            </a:r>
            <a:r>
              <a:rPr lang="en-US" b="1"/>
              <a:t>parent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y helps in making the necessary </a:t>
            </a:r>
            <a:r>
              <a:rPr lang="en-US" b="1"/>
              <a:t>connections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(y.right) and (x.parent) in this </a:t>
            </a:r>
            <a:r>
              <a:rPr lang="en-US" b="1"/>
              <a:t>case</a:t>
            </a:r>
            <a:endParaRPr/>
          </a:p>
        </p:txBody>
      </p:sp>
      <p:sp>
        <p:nvSpPr>
          <p:cNvPr id="548" name="Google Shape;548;p1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30C6364B-8E04-4142-BCB1-7BCA47D5B1E0}" type="datetime1">
              <a:rPr lang="en-US" smtClean="0"/>
              <a:t>1/18/2026</a:t>
            </a:fld>
            <a:endParaRPr/>
          </a:p>
        </p:txBody>
      </p:sp>
      <p:sp>
        <p:nvSpPr>
          <p:cNvPr id="549" name="Google Shape;549;p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50" name="Google Shape;550;p1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551" name="Google Shape;551;p1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 (Empty Tree)</a:t>
            </a: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1254015" y="145367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15"/>
          <p:cNvCxnSpPr>
            <a:stCxn id="554" idx="3"/>
            <a:endCxn id="552" idx="2"/>
          </p:cNvCxnSpPr>
          <p:nvPr/>
        </p:nvCxnSpPr>
        <p:spPr>
          <a:xfrm>
            <a:off x="680987" y="1595061"/>
            <a:ext cx="573000" cy="1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54" name="Google Shape;554;p15"/>
          <p:cNvSpPr txBox="1"/>
          <p:nvPr/>
        </p:nvSpPr>
        <p:spPr>
          <a:xfrm>
            <a:off x="404949" y="1410395"/>
            <a:ext cx="2760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15"/>
          <p:cNvGrpSpPr/>
          <p:nvPr/>
        </p:nvGrpSpPr>
        <p:grpSpPr>
          <a:xfrm>
            <a:off x="3240585" y="1056740"/>
            <a:ext cx="1581807" cy="525571"/>
            <a:chOff x="3285752" y="1227909"/>
            <a:chExt cx="1581807" cy="525571"/>
          </a:xfrm>
        </p:grpSpPr>
        <p:cxnSp>
          <p:nvCxnSpPr>
            <p:cNvPr id="556" name="Google Shape;556;p15"/>
            <p:cNvCxnSpPr>
              <a:stCxn id="557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7" name="Google Shape;557;p15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15"/>
          <p:cNvGrpSpPr/>
          <p:nvPr/>
        </p:nvGrpSpPr>
        <p:grpSpPr>
          <a:xfrm>
            <a:off x="3460433" y="1700938"/>
            <a:ext cx="1581807" cy="525571"/>
            <a:chOff x="3285752" y="1227909"/>
            <a:chExt cx="1581807" cy="525571"/>
          </a:xfrm>
        </p:grpSpPr>
        <p:cxnSp>
          <p:nvCxnSpPr>
            <p:cNvPr id="559" name="Google Shape;559;p15"/>
            <p:cNvCxnSpPr>
              <a:stCxn id="560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60" name="Google Shape;560;p15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1" name="Google Shape;561;p15"/>
          <p:cNvCxnSpPr>
            <a:stCxn id="562" idx="1"/>
          </p:cNvCxnSpPr>
          <p:nvPr/>
        </p:nvCxnSpPr>
        <p:spPr>
          <a:xfrm flipH="1">
            <a:off x="5042250" y="1241406"/>
            <a:ext cx="756900" cy="919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62" name="Google Shape;562;p15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"/>
          <p:cNvSpPr txBox="1">
            <a:spLocks noGrp="1"/>
          </p:cNvSpPr>
          <p:nvPr>
            <p:ph type="body" idx="1"/>
          </p:nvPr>
        </p:nvSpPr>
        <p:spPr>
          <a:xfrm>
            <a:off x="8367418" y="1227909"/>
            <a:ext cx="2986382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 u="sng"/>
              <a:t>Some observations: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The search goes on until x becomes </a:t>
            </a:r>
            <a:r>
              <a:rPr lang="en-US" b="1"/>
              <a:t>NULL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y helps to refer to the </a:t>
            </a:r>
            <a:r>
              <a:rPr lang="en-US" b="1"/>
              <a:t>parent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y helps in making the necessary </a:t>
            </a:r>
            <a:r>
              <a:rPr lang="en-US" b="1"/>
              <a:t>connections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(y.right) and (x.parent) in this </a:t>
            </a:r>
            <a:r>
              <a:rPr lang="en-US" b="1"/>
              <a:t>case</a:t>
            </a:r>
            <a:endParaRPr/>
          </a:p>
        </p:txBody>
      </p:sp>
      <p:sp>
        <p:nvSpPr>
          <p:cNvPr id="568" name="Google Shape;568;p1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86DB1B71-032E-4941-9539-C140BFEEFD16}" type="datetime1">
              <a:rPr lang="en-US" smtClean="0"/>
              <a:t>1/18/2026</a:t>
            </a:fld>
            <a:endParaRPr/>
          </a:p>
        </p:txBody>
      </p:sp>
      <p:sp>
        <p:nvSpPr>
          <p:cNvPr id="569" name="Google Shape;569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70" name="Google Shape;570;p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571" name="Google Shape;571;p1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Insert Function (Empty Tree)</a:t>
            </a: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4822415" y="20453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3" name="Google Shape;573;p16"/>
          <p:cNvGrpSpPr/>
          <p:nvPr/>
        </p:nvGrpSpPr>
        <p:grpSpPr>
          <a:xfrm>
            <a:off x="3240585" y="1056740"/>
            <a:ext cx="1581807" cy="525571"/>
            <a:chOff x="3285752" y="1227909"/>
            <a:chExt cx="1581807" cy="525571"/>
          </a:xfrm>
        </p:grpSpPr>
        <p:cxnSp>
          <p:nvCxnSpPr>
            <p:cNvPr id="574" name="Google Shape;574;p16"/>
            <p:cNvCxnSpPr>
              <a:stCxn id="575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75" name="Google Shape;575;p16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6" name="Google Shape;576;p16"/>
          <p:cNvGrpSpPr/>
          <p:nvPr/>
        </p:nvGrpSpPr>
        <p:grpSpPr>
          <a:xfrm>
            <a:off x="3460433" y="1700938"/>
            <a:ext cx="1581807" cy="525571"/>
            <a:chOff x="3285752" y="1227909"/>
            <a:chExt cx="1581807" cy="525571"/>
          </a:xfrm>
        </p:grpSpPr>
        <p:cxnSp>
          <p:nvCxnSpPr>
            <p:cNvPr id="577" name="Google Shape;577;p16"/>
            <p:cNvCxnSpPr>
              <a:stCxn id="578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78" name="Google Shape;578;p16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79" name="Google Shape;579;p16"/>
          <p:cNvCxnSpPr>
            <a:stCxn id="580" idx="1"/>
          </p:cNvCxnSpPr>
          <p:nvPr/>
        </p:nvCxnSpPr>
        <p:spPr>
          <a:xfrm flipH="1">
            <a:off x="5042250" y="1241406"/>
            <a:ext cx="756900" cy="919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80" name="Google Shape;580;p16"/>
          <p:cNvSpPr txBox="1"/>
          <p:nvPr/>
        </p:nvSpPr>
        <p:spPr>
          <a:xfrm>
            <a:off x="5799150" y="1056740"/>
            <a:ext cx="581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586" name="Google Shape;586;p1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C80F1355-0DB2-44BD-819E-F6F142D7ABDA}" type="datetime1">
              <a:rPr lang="en-US" smtClean="0"/>
              <a:t>1/18/2026</a:t>
            </a:fld>
            <a:endParaRPr/>
          </a:p>
        </p:txBody>
      </p:sp>
      <p:sp>
        <p:nvSpPr>
          <p:cNvPr id="587" name="Google Shape;587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88" name="Google Shape;588;p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589" name="Google Shape;589;p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Write the Pseudocode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13CFFC25-F2A9-486E-874C-18545F5A2F0E}" type="datetime1">
              <a:rPr lang="en-US" smtClean="0"/>
              <a:t>1/18/2026</a:t>
            </a:fld>
            <a:endParaRPr/>
          </a:p>
        </p:txBody>
      </p:sp>
      <p:sp>
        <p:nvSpPr>
          <p:cNvPr id="595" name="Google Shape;595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96" name="Google Shape;596;p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597" name="Google Shape;597;p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Write the Pseudocode</a:t>
            </a:r>
            <a:endParaRPr/>
          </a:p>
        </p:txBody>
      </p:sp>
      <p:pic>
        <p:nvPicPr>
          <p:cNvPr id="598" name="Google Shape;59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6087" y="877094"/>
            <a:ext cx="6219825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Before learning about deletion we need to know about another function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Transplant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replaces one subtree as a child of its parent with another subtree.\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Transplant (u,v)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u – node u is the parent of a subtree which will be replaced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v – node b is the parent of a subtree which replace the subtree rooted at u</a:t>
            </a:r>
            <a:endParaRPr/>
          </a:p>
          <a:p>
            <a:pPr marL="742950" lvl="1" indent="-18669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endParaRPr/>
          </a:p>
          <a:p>
            <a:pPr marL="914400" lvl="2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</a:pPr>
            <a:endParaRPr/>
          </a:p>
        </p:txBody>
      </p:sp>
      <p:sp>
        <p:nvSpPr>
          <p:cNvPr id="604" name="Google Shape;604;p1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44AE4139-234A-4D9F-976D-169A75B225F8}" type="datetime1">
              <a:rPr lang="en-US" smtClean="0"/>
              <a:t>1/18/2026</a:t>
            </a:fld>
            <a:endParaRPr/>
          </a:p>
        </p:txBody>
      </p:sp>
      <p:sp>
        <p:nvSpPr>
          <p:cNvPr id="605" name="Google Shape;605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06" name="Google Shape;606;p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607" name="Google Shape;607;p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B0506A7E-181B-43FE-84C3-3BEE91331EEB}" type="datetime1">
              <a:rPr lang="en-US" smtClean="0"/>
              <a:t>1/18/2026</a:t>
            </a:fld>
            <a:endParaRPr/>
          </a:p>
        </p:txBody>
      </p:sp>
      <p:sp>
        <p:nvSpPr>
          <p:cNvPr id="613" name="Google Shape;613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14" name="Google Shape;614;p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615" name="Google Shape;615;p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616" name="Google Shape;616;p20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1024640" y="419095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5832423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3108273" y="421774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5085413" y="430236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6762749" y="43461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3" name="Google Shape;623;p20"/>
          <p:cNvCxnSpPr>
            <a:stCxn id="618" idx="7"/>
            <a:endCxn id="616" idx="2"/>
          </p:cNvCxnSpPr>
          <p:nvPr/>
        </p:nvCxnSpPr>
        <p:spPr>
          <a:xfrm rot="10800000" flipH="1">
            <a:off x="2487845" y="264702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4" name="Google Shape;624;p20"/>
          <p:cNvCxnSpPr>
            <a:stCxn id="619" idx="0"/>
            <a:endCxn id="616" idx="6"/>
          </p:cNvCxnSpPr>
          <p:nvPr/>
        </p:nvCxnSpPr>
        <p:spPr>
          <a:xfrm rot="10800000">
            <a:off x="4638227" y="264711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5" name="Google Shape;625;p20"/>
          <p:cNvCxnSpPr>
            <a:stCxn id="621" idx="0"/>
            <a:endCxn id="619" idx="3"/>
          </p:cNvCxnSpPr>
          <p:nvPr/>
        </p:nvCxnSpPr>
        <p:spPr>
          <a:xfrm rot="10800000" flipH="1">
            <a:off x="5385217" y="382986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6" name="Google Shape;626;p20"/>
          <p:cNvCxnSpPr>
            <a:stCxn id="622" idx="1"/>
            <a:endCxn id="619" idx="5"/>
          </p:cNvCxnSpPr>
          <p:nvPr/>
        </p:nvCxnSpPr>
        <p:spPr>
          <a:xfrm rot="10800000">
            <a:off x="6344159" y="382972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7" name="Google Shape;627;p20"/>
          <p:cNvCxnSpPr>
            <a:stCxn id="617" idx="7"/>
            <a:endCxn id="618" idx="3"/>
          </p:cNvCxnSpPr>
          <p:nvPr/>
        </p:nvCxnSpPr>
        <p:spPr>
          <a:xfrm rot="10800000" flipH="1">
            <a:off x="1536437" y="382966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8" name="Google Shape;628;p20"/>
          <p:cNvCxnSpPr>
            <a:stCxn id="620" idx="1"/>
            <a:endCxn id="618" idx="5"/>
          </p:cNvCxnSpPr>
          <p:nvPr/>
        </p:nvCxnSpPr>
        <p:spPr>
          <a:xfrm rot="10800000">
            <a:off x="2487783" y="382975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9" name="Google Shape;629;p20"/>
          <p:cNvCxnSpPr>
            <a:stCxn id="630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0" name="Google Shape;630;p20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7D99EB0A-7888-45D6-B02E-B8A8CDA52BDB}" type="datetime1">
              <a:rPr lang="en-US" smtClean="0"/>
              <a:t>1/18/2026</a:t>
            </a:fld>
            <a:endParaRPr/>
          </a:p>
        </p:txBody>
      </p:sp>
      <p:sp>
        <p:nvSpPr>
          <p:cNvPr id="636" name="Google Shape;636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37" name="Google Shape;637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638" name="Google Shape;638;p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639" name="Google Shape;639;p21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1024640" y="419095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5832423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1"/>
          <p:cNvSpPr/>
          <p:nvPr/>
        </p:nvSpPr>
        <p:spPr>
          <a:xfrm>
            <a:off x="3108273" y="421774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5085413" y="430236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6762749" y="43461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21"/>
          <p:cNvCxnSpPr>
            <a:stCxn id="641" idx="7"/>
            <a:endCxn id="639" idx="2"/>
          </p:cNvCxnSpPr>
          <p:nvPr/>
        </p:nvCxnSpPr>
        <p:spPr>
          <a:xfrm rot="10800000" flipH="1">
            <a:off x="2487845" y="264702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7" name="Google Shape;647;p21"/>
          <p:cNvCxnSpPr>
            <a:stCxn id="642" idx="0"/>
            <a:endCxn id="639" idx="6"/>
          </p:cNvCxnSpPr>
          <p:nvPr/>
        </p:nvCxnSpPr>
        <p:spPr>
          <a:xfrm rot="10800000">
            <a:off x="4638227" y="264711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8" name="Google Shape;648;p21"/>
          <p:cNvCxnSpPr>
            <a:stCxn id="644" idx="0"/>
            <a:endCxn id="642" idx="3"/>
          </p:cNvCxnSpPr>
          <p:nvPr/>
        </p:nvCxnSpPr>
        <p:spPr>
          <a:xfrm rot="10800000" flipH="1">
            <a:off x="5385217" y="382986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9" name="Google Shape;649;p21"/>
          <p:cNvCxnSpPr>
            <a:stCxn id="645" idx="1"/>
            <a:endCxn id="642" idx="5"/>
          </p:cNvCxnSpPr>
          <p:nvPr/>
        </p:nvCxnSpPr>
        <p:spPr>
          <a:xfrm rot="10800000">
            <a:off x="6344159" y="382972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0" name="Google Shape;650;p21"/>
          <p:cNvCxnSpPr>
            <a:stCxn id="640" idx="7"/>
            <a:endCxn id="641" idx="3"/>
          </p:cNvCxnSpPr>
          <p:nvPr/>
        </p:nvCxnSpPr>
        <p:spPr>
          <a:xfrm rot="10800000" flipH="1">
            <a:off x="1536437" y="382966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1" name="Google Shape;651;p21"/>
          <p:cNvCxnSpPr>
            <a:stCxn id="643" idx="1"/>
            <a:endCxn id="641" idx="5"/>
          </p:cNvCxnSpPr>
          <p:nvPr/>
        </p:nvCxnSpPr>
        <p:spPr>
          <a:xfrm rot="10800000">
            <a:off x="2487783" y="382975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2" name="Google Shape;652;p21"/>
          <p:cNvCxnSpPr>
            <a:stCxn id="653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3" name="Google Shape;653;p21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7362356" y="942250"/>
            <a:ext cx="43009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1: u is the 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p21"/>
          <p:cNvGrpSpPr/>
          <p:nvPr/>
        </p:nvGrpSpPr>
        <p:grpSpPr>
          <a:xfrm>
            <a:off x="8534400" y="2815295"/>
            <a:ext cx="1581807" cy="525571"/>
            <a:chOff x="3285752" y="1227909"/>
            <a:chExt cx="1581807" cy="525571"/>
          </a:xfrm>
        </p:grpSpPr>
        <p:cxnSp>
          <p:nvCxnSpPr>
            <p:cNvPr id="656" name="Google Shape;656;p21"/>
            <p:cNvCxnSpPr>
              <a:stCxn id="657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57" name="Google Shape;657;p21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8" name="Google Shape;658;p21"/>
          <p:cNvGrpSpPr/>
          <p:nvPr/>
        </p:nvGrpSpPr>
        <p:grpSpPr>
          <a:xfrm>
            <a:off x="2544580" y="1929514"/>
            <a:ext cx="1581807" cy="525571"/>
            <a:chOff x="3285752" y="1227909"/>
            <a:chExt cx="1581807" cy="525571"/>
          </a:xfrm>
        </p:grpSpPr>
        <p:cxnSp>
          <p:nvCxnSpPr>
            <p:cNvPr id="659" name="Google Shape;659;p21"/>
            <p:cNvCxnSpPr>
              <a:stCxn id="660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60" name="Google Shape;660;p21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1" name="Google Shape;661;p21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1"/>
          <p:cNvSpPr/>
          <p:nvPr/>
        </p:nvSpPr>
        <p:spPr>
          <a:xfrm>
            <a:off x="9169138" y="42962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1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4" name="Google Shape;664;p21"/>
          <p:cNvCxnSpPr>
            <a:stCxn id="662" idx="0"/>
            <a:endCxn id="661" idx="3"/>
          </p:cNvCxnSpPr>
          <p:nvPr/>
        </p:nvCxnSpPr>
        <p:spPr>
          <a:xfrm rot="10800000" flipH="1">
            <a:off x="9468942" y="3823778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5" name="Google Shape;665;p21"/>
          <p:cNvCxnSpPr>
            <a:stCxn id="663" idx="1"/>
            <a:endCxn id="661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87D2C01E-2469-4E09-968D-1A795AEB48CA}" type="datetime1">
              <a:rPr lang="en-US" smtClean="0"/>
              <a:t>1/18/2026</a:t>
            </a:fld>
            <a:endParaRPr/>
          </a:p>
        </p:txBody>
      </p:sp>
      <p:sp>
        <p:nvSpPr>
          <p:cNvPr id="671" name="Google Shape;671;p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72" name="Google Shape;672;p2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673" name="Google Shape;673;p2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674" name="Google Shape;674;p22"/>
          <p:cNvSpPr/>
          <p:nvPr/>
        </p:nvSpPr>
        <p:spPr>
          <a:xfrm>
            <a:off x="3281596" y="363182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2"/>
          <p:cNvSpPr/>
          <p:nvPr/>
        </p:nvSpPr>
        <p:spPr>
          <a:xfrm>
            <a:off x="267636" y="547547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2"/>
          <p:cNvSpPr/>
          <p:nvPr/>
        </p:nvSpPr>
        <p:spPr>
          <a:xfrm>
            <a:off x="1219044" y="460243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5075419" y="460243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2351269" y="550226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4328409" y="558688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2"/>
          <p:cNvSpPr/>
          <p:nvPr/>
        </p:nvSpPr>
        <p:spPr>
          <a:xfrm>
            <a:off x="6005745" y="56306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22"/>
          <p:cNvCxnSpPr>
            <a:stCxn id="676" idx="7"/>
            <a:endCxn id="674" idx="2"/>
          </p:cNvCxnSpPr>
          <p:nvPr/>
        </p:nvCxnSpPr>
        <p:spPr>
          <a:xfrm rot="10800000" flipH="1">
            <a:off x="1730841" y="393154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2" name="Google Shape;682;p22"/>
          <p:cNvCxnSpPr>
            <a:stCxn id="677" idx="0"/>
            <a:endCxn id="674" idx="6"/>
          </p:cNvCxnSpPr>
          <p:nvPr/>
        </p:nvCxnSpPr>
        <p:spPr>
          <a:xfrm rot="10800000">
            <a:off x="3881223" y="393163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3" name="Google Shape;683;p22"/>
          <p:cNvCxnSpPr>
            <a:stCxn id="679" idx="0"/>
            <a:endCxn id="677" idx="3"/>
          </p:cNvCxnSpPr>
          <p:nvPr/>
        </p:nvCxnSpPr>
        <p:spPr>
          <a:xfrm rot="10800000" flipH="1">
            <a:off x="4628213" y="511438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4" name="Google Shape;684;p22"/>
          <p:cNvCxnSpPr>
            <a:stCxn id="680" idx="1"/>
            <a:endCxn id="677" idx="5"/>
          </p:cNvCxnSpPr>
          <p:nvPr/>
        </p:nvCxnSpPr>
        <p:spPr>
          <a:xfrm rot="10800000">
            <a:off x="5587155" y="511424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5" name="Google Shape;685;p22"/>
          <p:cNvCxnSpPr>
            <a:stCxn id="675" idx="7"/>
            <a:endCxn id="676" idx="3"/>
          </p:cNvCxnSpPr>
          <p:nvPr/>
        </p:nvCxnSpPr>
        <p:spPr>
          <a:xfrm rot="10800000" flipH="1">
            <a:off x="779433" y="511418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6" name="Google Shape;686;p22"/>
          <p:cNvCxnSpPr>
            <a:stCxn id="678" idx="1"/>
            <a:endCxn id="676" idx="5"/>
          </p:cNvCxnSpPr>
          <p:nvPr/>
        </p:nvCxnSpPr>
        <p:spPr>
          <a:xfrm rot="10800000">
            <a:off x="1730779" y="511427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7" name="Google Shape;687;p22"/>
          <p:cNvCxnSpPr>
            <a:stCxn id="688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88" name="Google Shape;688;p22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7362356" y="942250"/>
            <a:ext cx="43009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1: u is the 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0" name="Google Shape;690;p22"/>
          <p:cNvGrpSpPr/>
          <p:nvPr/>
        </p:nvGrpSpPr>
        <p:grpSpPr>
          <a:xfrm>
            <a:off x="8534400" y="2815295"/>
            <a:ext cx="1581807" cy="525571"/>
            <a:chOff x="3285752" y="1227909"/>
            <a:chExt cx="1581807" cy="525571"/>
          </a:xfrm>
        </p:grpSpPr>
        <p:cxnSp>
          <p:nvCxnSpPr>
            <p:cNvPr id="691" name="Google Shape;691;p22"/>
            <p:cNvCxnSpPr>
              <a:stCxn id="692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92" name="Google Shape;692;p22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3" name="Google Shape;693;p22"/>
          <p:cNvGrpSpPr/>
          <p:nvPr/>
        </p:nvGrpSpPr>
        <p:grpSpPr>
          <a:xfrm>
            <a:off x="2544580" y="1929514"/>
            <a:ext cx="1036707" cy="1816485"/>
            <a:chOff x="3285752" y="1227909"/>
            <a:chExt cx="1036707" cy="1816486"/>
          </a:xfrm>
        </p:grpSpPr>
        <p:cxnSp>
          <p:nvCxnSpPr>
            <p:cNvPr id="694" name="Google Shape;694;p22"/>
            <p:cNvCxnSpPr>
              <a:stCxn id="695" idx="3"/>
            </p:cNvCxnSpPr>
            <p:nvPr/>
          </p:nvCxnSpPr>
          <p:spPr>
            <a:xfrm>
              <a:off x="3885359" y="1490695"/>
              <a:ext cx="437100" cy="1553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695" name="Google Shape;695;p22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6" name="Google Shape;696;p22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9169138" y="42962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2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p22"/>
          <p:cNvCxnSpPr>
            <a:stCxn id="697" idx="0"/>
            <a:endCxn id="696" idx="3"/>
          </p:cNvCxnSpPr>
          <p:nvPr/>
        </p:nvCxnSpPr>
        <p:spPr>
          <a:xfrm rot="10800000" flipH="1">
            <a:off x="9468942" y="3823778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0" name="Google Shape;700;p22"/>
          <p:cNvCxnSpPr>
            <a:stCxn id="698" idx="1"/>
            <a:endCxn id="696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4384AC1C-D6BE-4803-B8B5-737F801E9B61}" type="datetime1">
              <a:rPr lang="en-US" smtClean="0"/>
              <a:t>1/18/2026</a:t>
            </a:fld>
            <a:endParaRPr/>
          </a:p>
        </p:txBody>
      </p:sp>
      <p:sp>
        <p:nvSpPr>
          <p:cNvPr id="706" name="Google Shape;706;p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07" name="Google Shape;707;p2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708" name="Google Shape;708;p2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709" name="Google Shape;709;p23"/>
          <p:cNvSpPr/>
          <p:nvPr/>
        </p:nvSpPr>
        <p:spPr>
          <a:xfrm>
            <a:off x="3281596" y="363182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3"/>
          <p:cNvSpPr/>
          <p:nvPr/>
        </p:nvSpPr>
        <p:spPr>
          <a:xfrm>
            <a:off x="267636" y="547547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3"/>
          <p:cNvSpPr/>
          <p:nvPr/>
        </p:nvSpPr>
        <p:spPr>
          <a:xfrm>
            <a:off x="1219044" y="460243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5075419" y="460243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2351269" y="550226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4328409" y="558688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6005745" y="56306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6" name="Google Shape;716;p23"/>
          <p:cNvCxnSpPr>
            <a:stCxn id="711" idx="7"/>
            <a:endCxn id="709" idx="2"/>
          </p:cNvCxnSpPr>
          <p:nvPr/>
        </p:nvCxnSpPr>
        <p:spPr>
          <a:xfrm rot="10800000" flipH="1">
            <a:off x="1730841" y="393154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7" name="Google Shape;717;p23"/>
          <p:cNvCxnSpPr>
            <a:stCxn id="712" idx="0"/>
            <a:endCxn id="709" idx="6"/>
          </p:cNvCxnSpPr>
          <p:nvPr/>
        </p:nvCxnSpPr>
        <p:spPr>
          <a:xfrm rot="10800000">
            <a:off x="3881223" y="393163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8" name="Google Shape;718;p23"/>
          <p:cNvCxnSpPr>
            <a:stCxn id="714" idx="0"/>
            <a:endCxn id="712" idx="3"/>
          </p:cNvCxnSpPr>
          <p:nvPr/>
        </p:nvCxnSpPr>
        <p:spPr>
          <a:xfrm rot="10800000" flipH="1">
            <a:off x="4628213" y="511438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9" name="Google Shape;719;p23"/>
          <p:cNvCxnSpPr>
            <a:stCxn id="715" idx="1"/>
            <a:endCxn id="712" idx="5"/>
          </p:cNvCxnSpPr>
          <p:nvPr/>
        </p:nvCxnSpPr>
        <p:spPr>
          <a:xfrm rot="10800000">
            <a:off x="5587155" y="511424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0" name="Google Shape;720;p23"/>
          <p:cNvCxnSpPr>
            <a:stCxn id="710" idx="7"/>
            <a:endCxn id="711" idx="3"/>
          </p:cNvCxnSpPr>
          <p:nvPr/>
        </p:nvCxnSpPr>
        <p:spPr>
          <a:xfrm rot="10800000" flipH="1">
            <a:off x="779433" y="511418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1" name="Google Shape;721;p23"/>
          <p:cNvCxnSpPr>
            <a:stCxn id="713" idx="1"/>
            <a:endCxn id="711" idx="5"/>
          </p:cNvCxnSpPr>
          <p:nvPr/>
        </p:nvCxnSpPr>
        <p:spPr>
          <a:xfrm rot="10800000">
            <a:off x="1730779" y="511427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2" name="Google Shape;722;p23"/>
          <p:cNvCxnSpPr>
            <a:stCxn id="723" idx="1"/>
            <a:endCxn id="724" idx="7"/>
          </p:cNvCxnSpPr>
          <p:nvPr/>
        </p:nvCxnSpPr>
        <p:spPr>
          <a:xfrm>
            <a:off x="6443775" y="1648736"/>
            <a:ext cx="691500" cy="1022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3" name="Google Shape;723;p23"/>
          <p:cNvSpPr txBox="1"/>
          <p:nvPr/>
        </p:nvSpPr>
        <p:spPr>
          <a:xfrm>
            <a:off x="6443775" y="1464086"/>
            <a:ext cx="62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3"/>
          <p:cNvSpPr/>
          <p:nvPr/>
        </p:nvSpPr>
        <p:spPr>
          <a:xfrm>
            <a:off x="7362356" y="942250"/>
            <a:ext cx="430092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1: u is the 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6" name="Google Shape;726;p23"/>
          <p:cNvGrpSpPr/>
          <p:nvPr/>
        </p:nvGrpSpPr>
        <p:grpSpPr>
          <a:xfrm>
            <a:off x="5241725" y="2087083"/>
            <a:ext cx="1581807" cy="525571"/>
            <a:chOff x="3285752" y="1227909"/>
            <a:chExt cx="1581807" cy="525571"/>
          </a:xfrm>
        </p:grpSpPr>
        <p:cxnSp>
          <p:nvCxnSpPr>
            <p:cNvPr id="727" name="Google Shape;727;p23"/>
            <p:cNvCxnSpPr>
              <a:stCxn id="728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28" name="Google Shape;728;p23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9" name="Google Shape;729;p23"/>
          <p:cNvGrpSpPr/>
          <p:nvPr/>
        </p:nvGrpSpPr>
        <p:grpSpPr>
          <a:xfrm>
            <a:off x="2544580" y="1929514"/>
            <a:ext cx="1036707" cy="1816485"/>
            <a:chOff x="3285752" y="1227909"/>
            <a:chExt cx="1036707" cy="1816486"/>
          </a:xfrm>
        </p:grpSpPr>
        <p:cxnSp>
          <p:nvCxnSpPr>
            <p:cNvPr id="730" name="Google Shape;730;p23"/>
            <p:cNvCxnSpPr>
              <a:stCxn id="731" idx="3"/>
            </p:cNvCxnSpPr>
            <p:nvPr/>
          </p:nvCxnSpPr>
          <p:spPr>
            <a:xfrm>
              <a:off x="3885359" y="1490695"/>
              <a:ext cx="437100" cy="1553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31" name="Google Shape;731;p23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4" name="Google Shape;724;p23"/>
          <p:cNvSpPr/>
          <p:nvPr/>
        </p:nvSpPr>
        <p:spPr>
          <a:xfrm>
            <a:off x="6623473" y="2583622"/>
            <a:ext cx="599700" cy="5997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3"/>
          <p:cNvSpPr/>
          <p:nvPr/>
        </p:nvSpPr>
        <p:spPr>
          <a:xfrm>
            <a:off x="5876463" y="3568066"/>
            <a:ext cx="599700" cy="5997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7553799" y="3611820"/>
            <a:ext cx="599700" cy="5997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4" name="Google Shape;734;p23"/>
          <p:cNvCxnSpPr>
            <a:stCxn id="732" idx="0"/>
            <a:endCxn id="724" idx="3"/>
          </p:cNvCxnSpPr>
          <p:nvPr/>
        </p:nvCxnSpPr>
        <p:spPr>
          <a:xfrm rot="10800000" flipH="1">
            <a:off x="6176313" y="3095566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5" name="Google Shape;735;p23"/>
          <p:cNvCxnSpPr>
            <a:stCxn id="733" idx="1"/>
            <a:endCxn id="724" idx="5"/>
          </p:cNvCxnSpPr>
          <p:nvPr/>
        </p:nvCxnSpPr>
        <p:spPr>
          <a:xfrm rot="10800000">
            <a:off x="7135223" y="309544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C0D714C-9855-48A6-8BA2-91EEECB46219}" type="datetime1">
              <a:rPr lang="en-US" smtClean="0"/>
              <a:t>1/18/2026</a:t>
            </a:fld>
            <a:endParaRPr/>
          </a:p>
        </p:txBody>
      </p:sp>
      <p:sp>
        <p:nvSpPr>
          <p:cNvPr id="741" name="Google Shape;741;p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42" name="Google Shape;742;p2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743" name="Google Shape;743;p2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744" name="Google Shape;744;p24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4"/>
          <p:cNvSpPr/>
          <p:nvPr/>
        </p:nvSpPr>
        <p:spPr>
          <a:xfrm>
            <a:off x="1024640" y="419095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4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4"/>
          <p:cNvSpPr/>
          <p:nvPr/>
        </p:nvSpPr>
        <p:spPr>
          <a:xfrm>
            <a:off x="5832423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4"/>
          <p:cNvSpPr/>
          <p:nvPr/>
        </p:nvSpPr>
        <p:spPr>
          <a:xfrm>
            <a:off x="3108273" y="421774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4"/>
          <p:cNvSpPr/>
          <p:nvPr/>
        </p:nvSpPr>
        <p:spPr>
          <a:xfrm>
            <a:off x="5085413" y="430236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4"/>
          <p:cNvSpPr/>
          <p:nvPr/>
        </p:nvSpPr>
        <p:spPr>
          <a:xfrm>
            <a:off x="6762749" y="43461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1" name="Google Shape;751;p24"/>
          <p:cNvCxnSpPr>
            <a:stCxn id="746" idx="7"/>
            <a:endCxn id="744" idx="2"/>
          </p:cNvCxnSpPr>
          <p:nvPr/>
        </p:nvCxnSpPr>
        <p:spPr>
          <a:xfrm rot="10800000" flipH="1">
            <a:off x="2487845" y="264702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2" name="Google Shape;752;p24"/>
          <p:cNvCxnSpPr>
            <a:stCxn id="747" idx="0"/>
            <a:endCxn id="744" idx="6"/>
          </p:cNvCxnSpPr>
          <p:nvPr/>
        </p:nvCxnSpPr>
        <p:spPr>
          <a:xfrm rot="10800000">
            <a:off x="4638227" y="264711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3" name="Google Shape;753;p24"/>
          <p:cNvCxnSpPr>
            <a:stCxn id="749" idx="0"/>
            <a:endCxn id="747" idx="3"/>
          </p:cNvCxnSpPr>
          <p:nvPr/>
        </p:nvCxnSpPr>
        <p:spPr>
          <a:xfrm rot="10800000" flipH="1">
            <a:off x="5385217" y="382986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4" name="Google Shape;754;p24"/>
          <p:cNvCxnSpPr>
            <a:stCxn id="750" idx="1"/>
            <a:endCxn id="747" idx="5"/>
          </p:cNvCxnSpPr>
          <p:nvPr/>
        </p:nvCxnSpPr>
        <p:spPr>
          <a:xfrm rot="10800000">
            <a:off x="6344159" y="382972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5" name="Google Shape;755;p24"/>
          <p:cNvCxnSpPr>
            <a:stCxn id="745" idx="7"/>
            <a:endCxn id="746" idx="3"/>
          </p:cNvCxnSpPr>
          <p:nvPr/>
        </p:nvCxnSpPr>
        <p:spPr>
          <a:xfrm rot="10800000" flipH="1">
            <a:off x="1536437" y="382966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6" name="Google Shape;756;p24"/>
          <p:cNvCxnSpPr>
            <a:stCxn id="748" idx="1"/>
            <a:endCxn id="746" idx="5"/>
          </p:cNvCxnSpPr>
          <p:nvPr/>
        </p:nvCxnSpPr>
        <p:spPr>
          <a:xfrm rot="10800000">
            <a:off x="2487783" y="382975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7" name="Google Shape;757;p24"/>
          <p:cNvCxnSpPr>
            <a:stCxn id="758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58" name="Google Shape;758;p24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4"/>
          <p:cNvSpPr/>
          <p:nvPr/>
        </p:nvSpPr>
        <p:spPr>
          <a:xfrm>
            <a:off x="7129634" y="942250"/>
            <a:ext cx="476636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2: u is a left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0" name="Google Shape;760;p24"/>
          <p:cNvGrpSpPr/>
          <p:nvPr/>
        </p:nvGrpSpPr>
        <p:grpSpPr>
          <a:xfrm>
            <a:off x="8534400" y="2815295"/>
            <a:ext cx="1581807" cy="525571"/>
            <a:chOff x="3285752" y="1227909"/>
            <a:chExt cx="1581807" cy="525571"/>
          </a:xfrm>
        </p:grpSpPr>
        <p:cxnSp>
          <p:nvCxnSpPr>
            <p:cNvPr id="761" name="Google Shape;761;p24"/>
            <p:cNvCxnSpPr>
              <a:stCxn id="762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62" name="Google Shape;762;p24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3" name="Google Shape;763;p24"/>
          <p:cNvGrpSpPr/>
          <p:nvPr/>
        </p:nvGrpSpPr>
        <p:grpSpPr>
          <a:xfrm>
            <a:off x="394218" y="2908631"/>
            <a:ext cx="1581807" cy="525571"/>
            <a:chOff x="3285752" y="1227909"/>
            <a:chExt cx="1581807" cy="525571"/>
          </a:xfrm>
        </p:grpSpPr>
        <p:cxnSp>
          <p:nvCxnSpPr>
            <p:cNvPr id="764" name="Google Shape;764;p24"/>
            <p:cNvCxnSpPr>
              <a:stCxn id="765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65" name="Google Shape;765;p24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6" name="Google Shape;766;p24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4"/>
          <p:cNvSpPr/>
          <p:nvPr/>
        </p:nvSpPr>
        <p:spPr>
          <a:xfrm>
            <a:off x="9169138" y="42962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4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9" name="Google Shape;769;p24"/>
          <p:cNvCxnSpPr>
            <a:stCxn id="767" idx="0"/>
            <a:endCxn id="766" idx="3"/>
          </p:cNvCxnSpPr>
          <p:nvPr/>
        </p:nvCxnSpPr>
        <p:spPr>
          <a:xfrm rot="10800000" flipH="1">
            <a:off x="9468942" y="3823778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0" name="Google Shape;770;p24"/>
          <p:cNvCxnSpPr>
            <a:stCxn id="768" idx="1"/>
            <a:endCxn id="766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3C733DAF-1018-4C78-B7D2-E6AD4C420124}" type="datetime1">
              <a:rPr lang="en-US" smtClean="0"/>
              <a:t>1/18/2026</a:t>
            </a:fld>
            <a:endParaRPr/>
          </a:p>
        </p:txBody>
      </p:sp>
      <p:sp>
        <p:nvSpPr>
          <p:cNvPr id="776" name="Google Shape;776;p2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77" name="Google Shape;777;p2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778" name="Google Shape;778;p2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779" name="Google Shape;779;p25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5"/>
          <p:cNvSpPr/>
          <p:nvPr/>
        </p:nvSpPr>
        <p:spPr>
          <a:xfrm>
            <a:off x="125229" y="57459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5"/>
          <p:cNvSpPr/>
          <p:nvPr/>
        </p:nvSpPr>
        <p:spPr>
          <a:xfrm>
            <a:off x="1001688" y="489588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5"/>
          <p:cNvSpPr/>
          <p:nvPr/>
        </p:nvSpPr>
        <p:spPr>
          <a:xfrm>
            <a:off x="5832423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5"/>
          <p:cNvSpPr/>
          <p:nvPr/>
        </p:nvSpPr>
        <p:spPr>
          <a:xfrm>
            <a:off x="2208862" y="577276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5"/>
          <p:cNvSpPr/>
          <p:nvPr/>
        </p:nvSpPr>
        <p:spPr>
          <a:xfrm>
            <a:off x="5085413" y="430236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5"/>
          <p:cNvSpPr/>
          <p:nvPr/>
        </p:nvSpPr>
        <p:spPr>
          <a:xfrm>
            <a:off x="6762749" y="43461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6" name="Google Shape;786;p25"/>
          <p:cNvCxnSpPr>
            <a:endCxn id="779" idx="2"/>
          </p:cNvCxnSpPr>
          <p:nvPr/>
        </p:nvCxnSpPr>
        <p:spPr>
          <a:xfrm rot="10800000" flipH="1">
            <a:off x="3267600" y="2647107"/>
            <a:ext cx="771000" cy="524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7" name="Google Shape;787;p25"/>
          <p:cNvCxnSpPr>
            <a:stCxn id="782" idx="0"/>
            <a:endCxn id="779" idx="6"/>
          </p:cNvCxnSpPr>
          <p:nvPr/>
        </p:nvCxnSpPr>
        <p:spPr>
          <a:xfrm rot="10800000">
            <a:off x="4638227" y="264711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8" name="Google Shape;788;p25"/>
          <p:cNvCxnSpPr>
            <a:stCxn id="784" idx="0"/>
            <a:endCxn id="782" idx="3"/>
          </p:cNvCxnSpPr>
          <p:nvPr/>
        </p:nvCxnSpPr>
        <p:spPr>
          <a:xfrm rot="10800000" flipH="1">
            <a:off x="5385217" y="382986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89" name="Google Shape;789;p25"/>
          <p:cNvCxnSpPr>
            <a:stCxn id="785" idx="1"/>
            <a:endCxn id="782" idx="5"/>
          </p:cNvCxnSpPr>
          <p:nvPr/>
        </p:nvCxnSpPr>
        <p:spPr>
          <a:xfrm rot="10800000">
            <a:off x="6344159" y="382972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0" name="Google Shape;790;p25"/>
          <p:cNvCxnSpPr>
            <a:stCxn id="780" idx="7"/>
            <a:endCxn id="781" idx="3"/>
          </p:cNvCxnSpPr>
          <p:nvPr/>
        </p:nvCxnSpPr>
        <p:spPr>
          <a:xfrm rot="10800000" flipH="1">
            <a:off x="637026" y="5407788"/>
            <a:ext cx="452400" cy="426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1" name="Google Shape;791;p25"/>
          <p:cNvCxnSpPr>
            <a:stCxn id="783" idx="1"/>
            <a:endCxn id="781" idx="5"/>
          </p:cNvCxnSpPr>
          <p:nvPr/>
        </p:nvCxnSpPr>
        <p:spPr>
          <a:xfrm rot="10800000">
            <a:off x="1513372" y="5407577"/>
            <a:ext cx="783300" cy="45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2" name="Google Shape;792;p25"/>
          <p:cNvCxnSpPr>
            <a:stCxn id="793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93" name="Google Shape;793;p25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5"/>
          <p:cNvSpPr/>
          <p:nvPr/>
        </p:nvSpPr>
        <p:spPr>
          <a:xfrm>
            <a:off x="7129634" y="942250"/>
            <a:ext cx="476636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2: u is a left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5" name="Google Shape;795;p25"/>
          <p:cNvGrpSpPr/>
          <p:nvPr/>
        </p:nvGrpSpPr>
        <p:grpSpPr>
          <a:xfrm>
            <a:off x="8534400" y="2815295"/>
            <a:ext cx="1581807" cy="525571"/>
            <a:chOff x="3285752" y="1227909"/>
            <a:chExt cx="1581807" cy="525571"/>
          </a:xfrm>
        </p:grpSpPr>
        <p:cxnSp>
          <p:nvCxnSpPr>
            <p:cNvPr id="796" name="Google Shape;796;p25"/>
            <p:cNvCxnSpPr>
              <a:stCxn id="797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97" name="Google Shape;797;p25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8" name="Google Shape;798;p25"/>
          <p:cNvGrpSpPr/>
          <p:nvPr/>
        </p:nvGrpSpPr>
        <p:grpSpPr>
          <a:xfrm>
            <a:off x="394218" y="2908631"/>
            <a:ext cx="695307" cy="2075086"/>
            <a:chOff x="3285752" y="1227909"/>
            <a:chExt cx="695307" cy="2075086"/>
          </a:xfrm>
        </p:grpSpPr>
        <p:cxnSp>
          <p:nvCxnSpPr>
            <p:cNvPr id="799" name="Google Shape;799;p25"/>
            <p:cNvCxnSpPr>
              <a:stCxn id="800" idx="3"/>
              <a:endCxn id="781" idx="1"/>
            </p:cNvCxnSpPr>
            <p:nvPr/>
          </p:nvCxnSpPr>
          <p:spPr>
            <a:xfrm>
              <a:off x="3885359" y="1490695"/>
              <a:ext cx="95700" cy="1812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800" name="Google Shape;800;p25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1" name="Google Shape;801;p25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9169138" y="42962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5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4" name="Google Shape;804;p25"/>
          <p:cNvCxnSpPr>
            <a:stCxn id="802" idx="0"/>
            <a:endCxn id="801" idx="3"/>
          </p:cNvCxnSpPr>
          <p:nvPr/>
        </p:nvCxnSpPr>
        <p:spPr>
          <a:xfrm rot="10800000" flipH="1">
            <a:off x="9468942" y="3823778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05" name="Google Shape;805;p25"/>
          <p:cNvCxnSpPr>
            <a:stCxn id="803" idx="1"/>
            <a:endCxn id="801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DD71260B-FD1D-4216-BFDF-DB11192C735D}" type="datetime1">
              <a:rPr lang="en-US" smtClean="0"/>
              <a:t>1/18/2026</a:t>
            </a:fld>
            <a:endParaRPr/>
          </a:p>
        </p:txBody>
      </p:sp>
      <p:sp>
        <p:nvSpPr>
          <p:cNvPr id="811" name="Google Shape;811;p2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12" name="Google Shape;812;p2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813" name="Google Shape;813;p2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814" name="Google Shape;814;p26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6"/>
          <p:cNvSpPr/>
          <p:nvPr/>
        </p:nvSpPr>
        <p:spPr>
          <a:xfrm>
            <a:off x="125229" y="57459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6"/>
          <p:cNvSpPr/>
          <p:nvPr/>
        </p:nvSpPr>
        <p:spPr>
          <a:xfrm>
            <a:off x="1001688" y="489588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6"/>
          <p:cNvSpPr/>
          <p:nvPr/>
        </p:nvSpPr>
        <p:spPr>
          <a:xfrm>
            <a:off x="5832423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6"/>
          <p:cNvSpPr/>
          <p:nvPr/>
        </p:nvSpPr>
        <p:spPr>
          <a:xfrm>
            <a:off x="2208862" y="577276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5085413" y="430236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6"/>
          <p:cNvSpPr/>
          <p:nvPr/>
        </p:nvSpPr>
        <p:spPr>
          <a:xfrm>
            <a:off x="6762749" y="43461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1" name="Google Shape;821;p26"/>
          <p:cNvCxnSpPr>
            <a:endCxn id="814" idx="2"/>
          </p:cNvCxnSpPr>
          <p:nvPr/>
        </p:nvCxnSpPr>
        <p:spPr>
          <a:xfrm rot="10800000" flipH="1">
            <a:off x="3267600" y="2647107"/>
            <a:ext cx="771000" cy="524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2" name="Google Shape;822;p26"/>
          <p:cNvCxnSpPr>
            <a:stCxn id="817" idx="0"/>
            <a:endCxn id="814" idx="6"/>
          </p:cNvCxnSpPr>
          <p:nvPr/>
        </p:nvCxnSpPr>
        <p:spPr>
          <a:xfrm rot="10800000">
            <a:off x="4638227" y="264711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3" name="Google Shape;823;p26"/>
          <p:cNvCxnSpPr>
            <a:stCxn id="819" idx="0"/>
            <a:endCxn id="817" idx="3"/>
          </p:cNvCxnSpPr>
          <p:nvPr/>
        </p:nvCxnSpPr>
        <p:spPr>
          <a:xfrm rot="10800000" flipH="1">
            <a:off x="5385217" y="382986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4" name="Google Shape;824;p26"/>
          <p:cNvCxnSpPr>
            <a:stCxn id="820" idx="1"/>
            <a:endCxn id="817" idx="5"/>
          </p:cNvCxnSpPr>
          <p:nvPr/>
        </p:nvCxnSpPr>
        <p:spPr>
          <a:xfrm rot="10800000">
            <a:off x="6344159" y="382972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5" name="Google Shape;825;p26"/>
          <p:cNvCxnSpPr>
            <a:stCxn id="815" idx="7"/>
            <a:endCxn id="816" idx="3"/>
          </p:cNvCxnSpPr>
          <p:nvPr/>
        </p:nvCxnSpPr>
        <p:spPr>
          <a:xfrm rot="10800000" flipH="1">
            <a:off x="637026" y="5407788"/>
            <a:ext cx="452400" cy="426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6" name="Google Shape;826;p26"/>
          <p:cNvCxnSpPr>
            <a:stCxn id="818" idx="1"/>
            <a:endCxn id="816" idx="5"/>
          </p:cNvCxnSpPr>
          <p:nvPr/>
        </p:nvCxnSpPr>
        <p:spPr>
          <a:xfrm rot="10800000">
            <a:off x="1513372" y="5407577"/>
            <a:ext cx="783300" cy="45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7" name="Google Shape;827;p26"/>
          <p:cNvCxnSpPr>
            <a:stCxn id="828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28" name="Google Shape;828;p26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6"/>
          <p:cNvSpPr/>
          <p:nvPr/>
        </p:nvSpPr>
        <p:spPr>
          <a:xfrm>
            <a:off x="7129634" y="942250"/>
            <a:ext cx="476636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2: u is a left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0" name="Google Shape;830;p26"/>
          <p:cNvGrpSpPr/>
          <p:nvPr/>
        </p:nvGrpSpPr>
        <p:grpSpPr>
          <a:xfrm>
            <a:off x="1435105" y="2645845"/>
            <a:ext cx="1581807" cy="525571"/>
            <a:chOff x="3285752" y="1227909"/>
            <a:chExt cx="1581807" cy="525571"/>
          </a:xfrm>
        </p:grpSpPr>
        <p:cxnSp>
          <p:nvCxnSpPr>
            <p:cNvPr id="831" name="Google Shape;831;p26"/>
            <p:cNvCxnSpPr>
              <a:stCxn id="832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832" name="Google Shape;832;p26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26"/>
          <p:cNvGrpSpPr/>
          <p:nvPr/>
        </p:nvGrpSpPr>
        <p:grpSpPr>
          <a:xfrm>
            <a:off x="394218" y="2908631"/>
            <a:ext cx="695307" cy="2075086"/>
            <a:chOff x="3285752" y="1227909"/>
            <a:chExt cx="695307" cy="2075086"/>
          </a:xfrm>
        </p:grpSpPr>
        <p:cxnSp>
          <p:nvCxnSpPr>
            <p:cNvPr id="834" name="Google Shape;834;p26"/>
            <p:cNvCxnSpPr>
              <a:stCxn id="835" idx="3"/>
              <a:endCxn id="816" idx="1"/>
            </p:cNvCxnSpPr>
            <p:nvPr/>
          </p:nvCxnSpPr>
          <p:spPr>
            <a:xfrm>
              <a:off x="3885359" y="1490695"/>
              <a:ext cx="95700" cy="1812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835" name="Google Shape;835;p26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6" name="Google Shape;836;p26"/>
          <p:cNvSpPr/>
          <p:nvPr/>
        </p:nvSpPr>
        <p:spPr>
          <a:xfrm>
            <a:off x="2816853" y="314238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6"/>
          <p:cNvSpPr/>
          <p:nvPr/>
        </p:nvSpPr>
        <p:spPr>
          <a:xfrm>
            <a:off x="2069843" y="412682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6"/>
          <p:cNvSpPr/>
          <p:nvPr/>
        </p:nvSpPr>
        <p:spPr>
          <a:xfrm>
            <a:off x="3747179" y="417058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p26"/>
          <p:cNvCxnSpPr>
            <a:stCxn id="837" idx="0"/>
            <a:endCxn id="836" idx="3"/>
          </p:cNvCxnSpPr>
          <p:nvPr/>
        </p:nvCxnSpPr>
        <p:spPr>
          <a:xfrm rot="10800000" flipH="1">
            <a:off x="2369647" y="3654328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0" name="Google Shape;840;p26"/>
          <p:cNvCxnSpPr>
            <a:stCxn id="838" idx="1"/>
            <a:endCxn id="836" idx="5"/>
          </p:cNvCxnSpPr>
          <p:nvPr/>
        </p:nvCxnSpPr>
        <p:spPr>
          <a:xfrm rot="10800000">
            <a:off x="3328589" y="3654192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41" name="Google Shape;841;p26"/>
          <p:cNvSpPr/>
          <p:nvPr/>
        </p:nvSpPr>
        <p:spPr>
          <a:xfrm>
            <a:off x="5202199" y="5249349"/>
            <a:ext cx="598811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does not care about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binary search property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4177ABBC-786E-4FA4-94F1-8E961303D9C4}" type="datetime1">
              <a:rPr lang="en-US" smtClean="0"/>
              <a:t>1/18/2026</a:t>
            </a:fld>
            <a:endParaRPr/>
          </a:p>
        </p:txBody>
      </p:sp>
      <p:sp>
        <p:nvSpPr>
          <p:cNvPr id="847" name="Google Shape;847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48" name="Google Shape;848;p2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849" name="Google Shape;849;p2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850" name="Google Shape;850;p27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7"/>
          <p:cNvSpPr/>
          <p:nvPr/>
        </p:nvSpPr>
        <p:spPr>
          <a:xfrm>
            <a:off x="1024640" y="419095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7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5832423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7"/>
          <p:cNvSpPr/>
          <p:nvPr/>
        </p:nvSpPr>
        <p:spPr>
          <a:xfrm>
            <a:off x="3108273" y="421774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27"/>
          <p:cNvSpPr/>
          <p:nvPr/>
        </p:nvSpPr>
        <p:spPr>
          <a:xfrm>
            <a:off x="5085413" y="430236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6762749" y="43461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7" name="Google Shape;857;p27"/>
          <p:cNvCxnSpPr>
            <a:stCxn id="852" idx="7"/>
            <a:endCxn id="850" idx="2"/>
          </p:cNvCxnSpPr>
          <p:nvPr/>
        </p:nvCxnSpPr>
        <p:spPr>
          <a:xfrm rot="10800000" flipH="1">
            <a:off x="2487845" y="264702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58" name="Google Shape;858;p27"/>
          <p:cNvCxnSpPr>
            <a:stCxn id="853" idx="0"/>
            <a:endCxn id="850" idx="6"/>
          </p:cNvCxnSpPr>
          <p:nvPr/>
        </p:nvCxnSpPr>
        <p:spPr>
          <a:xfrm rot="10800000">
            <a:off x="4638227" y="264711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59" name="Google Shape;859;p27"/>
          <p:cNvCxnSpPr>
            <a:stCxn id="855" idx="0"/>
            <a:endCxn id="853" idx="3"/>
          </p:cNvCxnSpPr>
          <p:nvPr/>
        </p:nvCxnSpPr>
        <p:spPr>
          <a:xfrm rot="10800000" flipH="1">
            <a:off x="5385217" y="382986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0" name="Google Shape;860;p27"/>
          <p:cNvCxnSpPr>
            <a:stCxn id="856" idx="1"/>
            <a:endCxn id="853" idx="5"/>
          </p:cNvCxnSpPr>
          <p:nvPr/>
        </p:nvCxnSpPr>
        <p:spPr>
          <a:xfrm rot="10800000">
            <a:off x="6344159" y="382972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1" name="Google Shape;861;p27"/>
          <p:cNvCxnSpPr>
            <a:stCxn id="851" idx="7"/>
            <a:endCxn id="852" idx="3"/>
          </p:cNvCxnSpPr>
          <p:nvPr/>
        </p:nvCxnSpPr>
        <p:spPr>
          <a:xfrm rot="10800000" flipH="1">
            <a:off x="1536437" y="382966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2" name="Google Shape;862;p27"/>
          <p:cNvCxnSpPr>
            <a:stCxn id="854" idx="1"/>
            <a:endCxn id="852" idx="5"/>
          </p:cNvCxnSpPr>
          <p:nvPr/>
        </p:nvCxnSpPr>
        <p:spPr>
          <a:xfrm rot="10800000">
            <a:off x="2487783" y="382975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3" name="Google Shape;863;p27"/>
          <p:cNvCxnSpPr>
            <a:stCxn id="864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64" name="Google Shape;864;p27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7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6" name="Google Shape;866;p27"/>
          <p:cNvGrpSpPr/>
          <p:nvPr/>
        </p:nvGrpSpPr>
        <p:grpSpPr>
          <a:xfrm>
            <a:off x="8534400" y="2815295"/>
            <a:ext cx="1581807" cy="525571"/>
            <a:chOff x="3285752" y="1227909"/>
            <a:chExt cx="1581807" cy="525571"/>
          </a:xfrm>
        </p:grpSpPr>
        <p:cxnSp>
          <p:nvCxnSpPr>
            <p:cNvPr id="867" name="Google Shape;867;p27"/>
            <p:cNvCxnSpPr>
              <a:stCxn id="868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868" name="Google Shape;868;p27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9" name="Google Shape;869;p27"/>
          <p:cNvGrpSpPr/>
          <p:nvPr/>
        </p:nvGrpSpPr>
        <p:grpSpPr>
          <a:xfrm>
            <a:off x="6132226" y="2062614"/>
            <a:ext cx="599607" cy="1343009"/>
            <a:chOff x="3285752" y="1227909"/>
            <a:chExt cx="599607" cy="1304971"/>
          </a:xfrm>
        </p:grpSpPr>
        <p:cxnSp>
          <p:nvCxnSpPr>
            <p:cNvPr id="870" name="Google Shape;870;p27"/>
            <p:cNvCxnSpPr>
              <a:stCxn id="871" idx="2"/>
              <a:endCxn id="853" idx="7"/>
            </p:cNvCxnSpPr>
            <p:nvPr/>
          </p:nvCxnSpPr>
          <p:spPr>
            <a:xfrm flipH="1">
              <a:off x="3497656" y="1753480"/>
              <a:ext cx="87900" cy="779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871" name="Google Shape;871;p27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2" name="Google Shape;872;p27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7"/>
          <p:cNvSpPr/>
          <p:nvPr/>
        </p:nvSpPr>
        <p:spPr>
          <a:xfrm>
            <a:off x="9169138" y="42962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7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5" name="Google Shape;875;p27"/>
          <p:cNvCxnSpPr>
            <a:stCxn id="873" idx="0"/>
            <a:endCxn id="872" idx="3"/>
          </p:cNvCxnSpPr>
          <p:nvPr/>
        </p:nvCxnSpPr>
        <p:spPr>
          <a:xfrm rot="10800000" flipH="1">
            <a:off x="9468942" y="3823778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6" name="Google Shape;876;p27"/>
          <p:cNvCxnSpPr>
            <a:stCxn id="874" idx="1"/>
            <a:endCxn id="872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5903F8D0-455D-4BFE-9DFF-1EA0396A29A8}" type="datetime1">
              <a:rPr lang="en-US" smtClean="0"/>
              <a:t>1/18/2026</a:t>
            </a:fld>
            <a:endParaRPr/>
          </a:p>
        </p:txBody>
      </p:sp>
      <p:sp>
        <p:nvSpPr>
          <p:cNvPr id="882" name="Google Shape;882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83" name="Google Shape;883;p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884" name="Google Shape;884;p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885" name="Google Shape;885;p28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8"/>
          <p:cNvSpPr/>
          <p:nvPr/>
        </p:nvSpPr>
        <p:spPr>
          <a:xfrm>
            <a:off x="1024640" y="419095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8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28"/>
          <p:cNvSpPr/>
          <p:nvPr/>
        </p:nvSpPr>
        <p:spPr>
          <a:xfrm>
            <a:off x="8010993" y="506872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28"/>
          <p:cNvSpPr/>
          <p:nvPr/>
        </p:nvSpPr>
        <p:spPr>
          <a:xfrm>
            <a:off x="3108273" y="421774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28"/>
          <p:cNvSpPr/>
          <p:nvPr/>
        </p:nvSpPr>
        <p:spPr>
          <a:xfrm>
            <a:off x="7263983" y="605317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28"/>
          <p:cNvSpPr/>
          <p:nvPr/>
        </p:nvSpPr>
        <p:spPr>
          <a:xfrm>
            <a:off x="8941319" y="609692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2" name="Google Shape;892;p28"/>
          <p:cNvCxnSpPr>
            <a:stCxn id="887" idx="7"/>
            <a:endCxn id="885" idx="2"/>
          </p:cNvCxnSpPr>
          <p:nvPr/>
        </p:nvCxnSpPr>
        <p:spPr>
          <a:xfrm rot="10800000" flipH="1">
            <a:off x="2487845" y="264702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3" name="Google Shape;893;p28"/>
          <p:cNvCxnSpPr>
            <a:endCxn id="885" idx="6"/>
          </p:cNvCxnSpPr>
          <p:nvPr/>
        </p:nvCxnSpPr>
        <p:spPr>
          <a:xfrm rot="10800000">
            <a:off x="4638207" y="2647107"/>
            <a:ext cx="682500" cy="781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4" name="Google Shape;894;p28"/>
          <p:cNvCxnSpPr>
            <a:stCxn id="890" idx="0"/>
            <a:endCxn id="888" idx="3"/>
          </p:cNvCxnSpPr>
          <p:nvPr/>
        </p:nvCxnSpPr>
        <p:spPr>
          <a:xfrm rot="10800000" flipH="1">
            <a:off x="7563787" y="5580672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5" name="Google Shape;895;p28"/>
          <p:cNvCxnSpPr>
            <a:stCxn id="891" idx="1"/>
            <a:endCxn id="888" idx="5"/>
          </p:cNvCxnSpPr>
          <p:nvPr/>
        </p:nvCxnSpPr>
        <p:spPr>
          <a:xfrm rot="10800000">
            <a:off x="8522729" y="5580536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6" name="Google Shape;896;p28"/>
          <p:cNvCxnSpPr>
            <a:stCxn id="886" idx="7"/>
            <a:endCxn id="887" idx="3"/>
          </p:cNvCxnSpPr>
          <p:nvPr/>
        </p:nvCxnSpPr>
        <p:spPr>
          <a:xfrm rot="10800000" flipH="1">
            <a:off x="1536437" y="382966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7" name="Google Shape;897;p28"/>
          <p:cNvCxnSpPr>
            <a:stCxn id="889" idx="1"/>
            <a:endCxn id="887" idx="5"/>
          </p:cNvCxnSpPr>
          <p:nvPr/>
        </p:nvCxnSpPr>
        <p:spPr>
          <a:xfrm rot="10800000">
            <a:off x="2487783" y="382975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8" name="Google Shape;898;p28"/>
          <p:cNvCxnSpPr>
            <a:stCxn id="899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99" name="Google Shape;899;p28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8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1" name="Google Shape;901;p28"/>
          <p:cNvGrpSpPr/>
          <p:nvPr/>
        </p:nvGrpSpPr>
        <p:grpSpPr>
          <a:xfrm>
            <a:off x="8534400" y="2815295"/>
            <a:ext cx="1581807" cy="525571"/>
            <a:chOff x="3285752" y="1227909"/>
            <a:chExt cx="1581807" cy="525571"/>
          </a:xfrm>
        </p:grpSpPr>
        <p:cxnSp>
          <p:nvCxnSpPr>
            <p:cNvPr id="902" name="Google Shape;902;p28"/>
            <p:cNvCxnSpPr>
              <a:stCxn id="903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03" name="Google Shape;903;p28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4" name="Google Shape;904;p28"/>
          <p:cNvGrpSpPr/>
          <p:nvPr/>
        </p:nvGrpSpPr>
        <p:grpSpPr>
          <a:xfrm>
            <a:off x="5234019" y="5162992"/>
            <a:ext cx="2776904" cy="540891"/>
            <a:chOff x="3285752" y="1227909"/>
            <a:chExt cx="2776904" cy="525571"/>
          </a:xfrm>
        </p:grpSpPr>
        <p:cxnSp>
          <p:nvCxnSpPr>
            <p:cNvPr id="905" name="Google Shape;905;p28"/>
            <p:cNvCxnSpPr>
              <a:stCxn id="906" idx="2"/>
              <a:endCxn id="888" idx="2"/>
            </p:cNvCxnSpPr>
            <p:nvPr/>
          </p:nvCxnSpPr>
          <p:spPr>
            <a:xfrm rot="10800000" flipH="1">
              <a:off x="3585556" y="1427680"/>
              <a:ext cx="2477100" cy="325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06" name="Google Shape;906;p28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7" name="Google Shape;907;p28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28"/>
          <p:cNvSpPr/>
          <p:nvPr/>
        </p:nvSpPr>
        <p:spPr>
          <a:xfrm>
            <a:off x="9169138" y="42962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8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0" name="Google Shape;910;p28"/>
          <p:cNvCxnSpPr>
            <a:stCxn id="908" idx="0"/>
            <a:endCxn id="907" idx="3"/>
          </p:cNvCxnSpPr>
          <p:nvPr/>
        </p:nvCxnSpPr>
        <p:spPr>
          <a:xfrm rot="10800000" flipH="1">
            <a:off x="9468942" y="3823778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1" name="Google Shape;911;p28"/>
          <p:cNvCxnSpPr>
            <a:stCxn id="909" idx="1"/>
            <a:endCxn id="907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2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1774C6EC-A009-4244-B417-06B890A26198}" type="datetime1">
              <a:rPr lang="en-US" smtClean="0"/>
              <a:t>1/18/2026</a:t>
            </a:fld>
            <a:endParaRPr/>
          </a:p>
        </p:txBody>
      </p:sp>
      <p:sp>
        <p:nvSpPr>
          <p:cNvPr id="917" name="Google Shape;917;p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18" name="Google Shape;918;p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919" name="Google Shape;919;p2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920" name="Google Shape;920;p29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9"/>
          <p:cNvSpPr/>
          <p:nvPr/>
        </p:nvSpPr>
        <p:spPr>
          <a:xfrm>
            <a:off x="1024640" y="419095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9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29"/>
          <p:cNvSpPr/>
          <p:nvPr/>
        </p:nvSpPr>
        <p:spPr>
          <a:xfrm>
            <a:off x="8010993" y="506872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9"/>
          <p:cNvSpPr/>
          <p:nvPr/>
        </p:nvSpPr>
        <p:spPr>
          <a:xfrm>
            <a:off x="3108273" y="421774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9"/>
          <p:cNvSpPr/>
          <p:nvPr/>
        </p:nvSpPr>
        <p:spPr>
          <a:xfrm>
            <a:off x="7263983" y="605317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9"/>
          <p:cNvSpPr/>
          <p:nvPr/>
        </p:nvSpPr>
        <p:spPr>
          <a:xfrm>
            <a:off x="8941319" y="609692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7" name="Google Shape;927;p29"/>
          <p:cNvCxnSpPr>
            <a:stCxn id="922" idx="7"/>
            <a:endCxn id="920" idx="2"/>
          </p:cNvCxnSpPr>
          <p:nvPr/>
        </p:nvCxnSpPr>
        <p:spPr>
          <a:xfrm rot="10800000" flipH="1">
            <a:off x="2487845" y="264702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8" name="Google Shape;928;p29"/>
          <p:cNvCxnSpPr>
            <a:endCxn id="920" idx="6"/>
          </p:cNvCxnSpPr>
          <p:nvPr/>
        </p:nvCxnSpPr>
        <p:spPr>
          <a:xfrm rot="10800000">
            <a:off x="4638207" y="2647107"/>
            <a:ext cx="682500" cy="781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9" name="Google Shape;929;p29"/>
          <p:cNvCxnSpPr>
            <a:stCxn id="925" idx="0"/>
            <a:endCxn id="923" idx="3"/>
          </p:cNvCxnSpPr>
          <p:nvPr/>
        </p:nvCxnSpPr>
        <p:spPr>
          <a:xfrm rot="10800000" flipH="1">
            <a:off x="7563787" y="5580672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30" name="Google Shape;930;p29"/>
          <p:cNvCxnSpPr>
            <a:stCxn id="926" idx="1"/>
            <a:endCxn id="923" idx="5"/>
          </p:cNvCxnSpPr>
          <p:nvPr/>
        </p:nvCxnSpPr>
        <p:spPr>
          <a:xfrm rot="10800000">
            <a:off x="8522729" y="5580536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31" name="Google Shape;931;p29"/>
          <p:cNvCxnSpPr>
            <a:stCxn id="921" idx="7"/>
            <a:endCxn id="922" idx="3"/>
          </p:cNvCxnSpPr>
          <p:nvPr/>
        </p:nvCxnSpPr>
        <p:spPr>
          <a:xfrm rot="10800000" flipH="1">
            <a:off x="1536437" y="382966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32" name="Google Shape;932;p29"/>
          <p:cNvCxnSpPr>
            <a:stCxn id="924" idx="1"/>
            <a:endCxn id="922" idx="5"/>
          </p:cNvCxnSpPr>
          <p:nvPr/>
        </p:nvCxnSpPr>
        <p:spPr>
          <a:xfrm rot="10800000">
            <a:off x="2487783" y="382975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33" name="Google Shape;933;p29"/>
          <p:cNvCxnSpPr>
            <a:stCxn id="934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34" name="Google Shape;934;p29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9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6" name="Google Shape;936;p29"/>
          <p:cNvGrpSpPr/>
          <p:nvPr/>
        </p:nvGrpSpPr>
        <p:grpSpPr>
          <a:xfrm>
            <a:off x="5703639" y="1899147"/>
            <a:ext cx="1018200" cy="1530885"/>
            <a:chOff x="5447696" y="701602"/>
            <a:chExt cx="1018200" cy="1530886"/>
          </a:xfrm>
        </p:grpSpPr>
        <p:cxnSp>
          <p:nvCxnSpPr>
            <p:cNvPr id="937" name="Google Shape;937;p29"/>
            <p:cNvCxnSpPr>
              <a:stCxn id="938" idx="3"/>
              <a:endCxn id="939" idx="7"/>
            </p:cNvCxnSpPr>
            <p:nvPr/>
          </p:nvCxnSpPr>
          <p:spPr>
            <a:xfrm flipH="1">
              <a:off x="5447696" y="964388"/>
              <a:ext cx="1018200" cy="1268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38" name="Google Shape;938;p29"/>
            <p:cNvSpPr/>
            <p:nvPr/>
          </p:nvSpPr>
          <p:spPr>
            <a:xfrm>
              <a:off x="5866289" y="701602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0" name="Google Shape;940;p29"/>
          <p:cNvGrpSpPr/>
          <p:nvPr/>
        </p:nvGrpSpPr>
        <p:grpSpPr>
          <a:xfrm>
            <a:off x="5234019" y="5162992"/>
            <a:ext cx="2776904" cy="540891"/>
            <a:chOff x="3285752" y="1227909"/>
            <a:chExt cx="2776904" cy="525571"/>
          </a:xfrm>
        </p:grpSpPr>
        <p:cxnSp>
          <p:nvCxnSpPr>
            <p:cNvPr id="941" name="Google Shape;941;p29"/>
            <p:cNvCxnSpPr>
              <a:stCxn id="942" idx="2"/>
              <a:endCxn id="923" idx="2"/>
            </p:cNvCxnSpPr>
            <p:nvPr/>
          </p:nvCxnSpPr>
          <p:spPr>
            <a:xfrm rot="10800000" flipH="1">
              <a:off x="3585556" y="1427680"/>
              <a:ext cx="2477100" cy="3258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42" name="Google Shape;942;p29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9" name="Google Shape;939;p29"/>
          <p:cNvSpPr/>
          <p:nvPr/>
        </p:nvSpPr>
        <p:spPr>
          <a:xfrm>
            <a:off x="5191906" y="334222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9"/>
          <p:cNvSpPr/>
          <p:nvPr/>
        </p:nvSpPr>
        <p:spPr>
          <a:xfrm>
            <a:off x="4444896" y="432666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9"/>
          <p:cNvSpPr/>
          <p:nvPr/>
        </p:nvSpPr>
        <p:spPr>
          <a:xfrm>
            <a:off x="6122232" y="4370421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29"/>
          <p:cNvCxnSpPr>
            <a:stCxn id="943" idx="0"/>
            <a:endCxn id="939" idx="3"/>
          </p:cNvCxnSpPr>
          <p:nvPr/>
        </p:nvCxnSpPr>
        <p:spPr>
          <a:xfrm rot="10800000" flipH="1">
            <a:off x="4744700" y="3854167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46" name="Google Shape;946;p29"/>
          <p:cNvCxnSpPr>
            <a:stCxn id="944" idx="1"/>
            <a:endCxn id="939" idx="5"/>
          </p:cNvCxnSpPr>
          <p:nvPr/>
        </p:nvCxnSpPr>
        <p:spPr>
          <a:xfrm rot="10800000">
            <a:off x="5703642" y="3854031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replaced child keeps on pointing to the parent.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This does not cause any issue.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Because any </a:t>
            </a:r>
            <a:r>
              <a:rPr lang="en-US" b="1"/>
              <a:t>pointer outside the tree </a:t>
            </a:r>
            <a:r>
              <a:rPr lang="en-US"/>
              <a:t>can point to any part of a tree.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okay, as long as the </a:t>
            </a:r>
            <a:r>
              <a:rPr lang="en-US" b="1"/>
              <a:t>pointers inside the tree </a:t>
            </a:r>
            <a:r>
              <a:rPr lang="en-US"/>
              <a:t>do not point some where else.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observe case 3 again</a:t>
            </a:r>
            <a:endParaRPr/>
          </a:p>
        </p:txBody>
      </p:sp>
      <p:sp>
        <p:nvSpPr>
          <p:cNvPr id="952" name="Google Shape;952;p3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846752A-1F94-4ED6-B0C2-A877F3F5F6F0}" type="datetime1">
              <a:rPr lang="en-US" smtClean="0"/>
              <a:t>1/18/2026</a:t>
            </a:fld>
            <a:endParaRPr/>
          </a:p>
        </p:txBody>
      </p:sp>
      <p:sp>
        <p:nvSpPr>
          <p:cNvPr id="953" name="Google Shape;953;p3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54" name="Google Shape;954;p3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955" name="Google Shape;955;p3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C3EF246C-1359-430C-9F37-FB22F192C061}" type="datetime1">
              <a:rPr lang="en-US" smtClean="0"/>
              <a:t>1/18/2026</a:t>
            </a:fld>
            <a:endParaRPr/>
          </a:p>
        </p:txBody>
      </p:sp>
      <p:sp>
        <p:nvSpPr>
          <p:cNvPr id="961" name="Google Shape;961;p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62" name="Google Shape;962;p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963" name="Google Shape;963;p3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964" name="Google Shape;964;p31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1"/>
          <p:cNvSpPr/>
          <p:nvPr/>
        </p:nvSpPr>
        <p:spPr>
          <a:xfrm>
            <a:off x="1024640" y="4190959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31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1"/>
          <p:cNvSpPr/>
          <p:nvPr/>
        </p:nvSpPr>
        <p:spPr>
          <a:xfrm>
            <a:off x="5832423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31"/>
          <p:cNvSpPr/>
          <p:nvPr/>
        </p:nvSpPr>
        <p:spPr>
          <a:xfrm>
            <a:off x="3108273" y="421774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31"/>
          <p:cNvSpPr/>
          <p:nvPr/>
        </p:nvSpPr>
        <p:spPr>
          <a:xfrm>
            <a:off x="5085413" y="430236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1"/>
          <p:cNvSpPr/>
          <p:nvPr/>
        </p:nvSpPr>
        <p:spPr>
          <a:xfrm>
            <a:off x="6762749" y="43461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1" name="Google Shape;971;p31"/>
          <p:cNvCxnSpPr>
            <a:stCxn id="966" idx="7"/>
            <a:endCxn id="964" idx="2"/>
          </p:cNvCxnSpPr>
          <p:nvPr/>
        </p:nvCxnSpPr>
        <p:spPr>
          <a:xfrm rot="10800000" flipH="1">
            <a:off x="2487845" y="2647026"/>
            <a:ext cx="1550700" cy="758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2" name="Google Shape;972;p31"/>
          <p:cNvCxnSpPr>
            <a:stCxn id="967" idx="0"/>
            <a:endCxn id="964" idx="6"/>
          </p:cNvCxnSpPr>
          <p:nvPr/>
        </p:nvCxnSpPr>
        <p:spPr>
          <a:xfrm rot="10800000">
            <a:off x="4638227" y="2647116"/>
            <a:ext cx="1494000" cy="670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3" name="Google Shape;973;p31"/>
          <p:cNvCxnSpPr>
            <a:stCxn id="969" idx="0"/>
            <a:endCxn id="967" idx="3"/>
          </p:cNvCxnSpPr>
          <p:nvPr/>
        </p:nvCxnSpPr>
        <p:spPr>
          <a:xfrm rot="10800000" flipH="1">
            <a:off x="5385217" y="3829860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4" name="Google Shape;974;p31"/>
          <p:cNvCxnSpPr>
            <a:stCxn id="970" idx="1"/>
            <a:endCxn id="967" idx="5"/>
          </p:cNvCxnSpPr>
          <p:nvPr/>
        </p:nvCxnSpPr>
        <p:spPr>
          <a:xfrm rot="10800000">
            <a:off x="6344159" y="3829724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5" name="Google Shape;975;p31"/>
          <p:cNvCxnSpPr>
            <a:stCxn id="965" idx="7"/>
            <a:endCxn id="966" idx="3"/>
          </p:cNvCxnSpPr>
          <p:nvPr/>
        </p:nvCxnSpPr>
        <p:spPr>
          <a:xfrm rot="10800000" flipH="1">
            <a:off x="1536437" y="3829669"/>
            <a:ext cx="527400" cy="449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6" name="Google Shape;976;p31"/>
          <p:cNvCxnSpPr>
            <a:stCxn id="968" idx="1"/>
            <a:endCxn id="966" idx="5"/>
          </p:cNvCxnSpPr>
          <p:nvPr/>
        </p:nvCxnSpPr>
        <p:spPr>
          <a:xfrm rot="10800000">
            <a:off x="2487783" y="3829758"/>
            <a:ext cx="708300" cy="47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77" name="Google Shape;977;p31"/>
          <p:cNvCxnSpPr>
            <a:stCxn id="978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78" name="Google Shape;978;p31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31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0" name="Google Shape;980;p31"/>
          <p:cNvGrpSpPr/>
          <p:nvPr/>
        </p:nvGrpSpPr>
        <p:grpSpPr>
          <a:xfrm>
            <a:off x="8534400" y="2815295"/>
            <a:ext cx="1581807" cy="525571"/>
            <a:chOff x="3285752" y="1227909"/>
            <a:chExt cx="1581807" cy="525571"/>
          </a:xfrm>
        </p:grpSpPr>
        <p:cxnSp>
          <p:nvCxnSpPr>
            <p:cNvPr id="981" name="Google Shape;981;p31"/>
            <p:cNvCxnSpPr>
              <a:stCxn id="982" idx="3"/>
            </p:cNvCxnSpPr>
            <p:nvPr/>
          </p:nvCxnSpPr>
          <p:spPr>
            <a:xfrm>
              <a:off x="3885359" y="1490695"/>
              <a:ext cx="982200" cy="231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82" name="Google Shape;982;p31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3" name="Google Shape;983;p31"/>
          <p:cNvGrpSpPr/>
          <p:nvPr/>
        </p:nvGrpSpPr>
        <p:grpSpPr>
          <a:xfrm>
            <a:off x="6132226" y="2062614"/>
            <a:ext cx="599607" cy="1343009"/>
            <a:chOff x="3285752" y="1227909"/>
            <a:chExt cx="599607" cy="1304971"/>
          </a:xfrm>
        </p:grpSpPr>
        <p:cxnSp>
          <p:nvCxnSpPr>
            <p:cNvPr id="984" name="Google Shape;984;p31"/>
            <p:cNvCxnSpPr>
              <a:stCxn id="985" idx="2"/>
              <a:endCxn id="967" idx="7"/>
            </p:cNvCxnSpPr>
            <p:nvPr/>
          </p:nvCxnSpPr>
          <p:spPr>
            <a:xfrm flipH="1">
              <a:off x="3497656" y="1753480"/>
              <a:ext cx="87900" cy="779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985" name="Google Shape;985;p31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6" name="Google Shape;986;p31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31"/>
          <p:cNvSpPr/>
          <p:nvPr/>
        </p:nvSpPr>
        <p:spPr>
          <a:xfrm>
            <a:off x="9169138" y="4296278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31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9" name="Google Shape;989;p31"/>
          <p:cNvCxnSpPr>
            <a:stCxn id="987" idx="0"/>
            <a:endCxn id="986" idx="3"/>
          </p:cNvCxnSpPr>
          <p:nvPr/>
        </p:nvCxnSpPr>
        <p:spPr>
          <a:xfrm rot="10800000" flipH="1">
            <a:off x="9468942" y="3823778"/>
            <a:ext cx="534900" cy="472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90" name="Google Shape;990;p31"/>
          <p:cNvCxnSpPr>
            <a:stCxn id="988" idx="1"/>
            <a:endCxn id="986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72921D36-873E-4EB9-B12C-408872CDE3AB}" type="datetime1">
              <a:rPr lang="en-US" smtClean="0"/>
              <a:t>1/18/2026</a:t>
            </a:fld>
            <a:endParaRPr/>
          </a:p>
        </p:txBody>
      </p:sp>
      <p:sp>
        <p:nvSpPr>
          <p:cNvPr id="996" name="Google Shape;996;p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97" name="Google Shape;997;p3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998" name="Google Shape;998;p3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999" name="Google Shape;999;p32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2"/>
          <p:cNvSpPr/>
          <p:nvPr/>
        </p:nvSpPr>
        <p:spPr>
          <a:xfrm>
            <a:off x="238593" y="4732571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2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32"/>
          <p:cNvSpPr/>
          <p:nvPr/>
        </p:nvSpPr>
        <p:spPr>
          <a:xfrm>
            <a:off x="5845060" y="367688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32"/>
          <p:cNvSpPr/>
          <p:nvPr/>
        </p:nvSpPr>
        <p:spPr>
          <a:xfrm>
            <a:off x="2901064" y="496940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2"/>
          <p:cNvSpPr/>
          <p:nvPr/>
        </p:nvSpPr>
        <p:spPr>
          <a:xfrm>
            <a:off x="4888784" y="543613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2"/>
          <p:cNvSpPr/>
          <p:nvPr/>
        </p:nvSpPr>
        <p:spPr>
          <a:xfrm>
            <a:off x="7167677" y="543613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6" name="Google Shape;1006;p32"/>
          <p:cNvCxnSpPr>
            <a:stCxn id="1007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07" name="Google Shape;1007;p32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2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" name="Google Shape;1009;p32"/>
          <p:cNvGrpSpPr/>
          <p:nvPr/>
        </p:nvGrpSpPr>
        <p:grpSpPr>
          <a:xfrm>
            <a:off x="9049978" y="2100951"/>
            <a:ext cx="1166007" cy="1210786"/>
            <a:chOff x="3285752" y="1227909"/>
            <a:chExt cx="1166007" cy="1210786"/>
          </a:xfrm>
        </p:grpSpPr>
        <p:cxnSp>
          <p:nvCxnSpPr>
            <p:cNvPr id="1010" name="Google Shape;1010;p32"/>
            <p:cNvCxnSpPr>
              <a:stCxn id="1011" idx="3"/>
              <a:endCxn id="1012" idx="0"/>
            </p:cNvCxnSpPr>
            <p:nvPr/>
          </p:nvCxnSpPr>
          <p:spPr>
            <a:xfrm>
              <a:off x="3885359" y="1490695"/>
              <a:ext cx="566400" cy="948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11" name="Google Shape;1011;p32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32"/>
          <p:cNvGrpSpPr/>
          <p:nvPr/>
        </p:nvGrpSpPr>
        <p:grpSpPr>
          <a:xfrm>
            <a:off x="6132226" y="2062614"/>
            <a:ext cx="599607" cy="1702079"/>
            <a:chOff x="3285752" y="1227909"/>
            <a:chExt cx="599607" cy="1653871"/>
          </a:xfrm>
        </p:grpSpPr>
        <p:cxnSp>
          <p:nvCxnSpPr>
            <p:cNvPr id="1014" name="Google Shape;1014;p32"/>
            <p:cNvCxnSpPr>
              <a:stCxn id="1015" idx="2"/>
              <a:endCxn id="1002" idx="7"/>
            </p:cNvCxnSpPr>
            <p:nvPr/>
          </p:nvCxnSpPr>
          <p:spPr>
            <a:xfrm flipH="1">
              <a:off x="3510256" y="1753480"/>
              <a:ext cx="75300" cy="1128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15" name="Google Shape;1015;p32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2" name="Google Shape;1012;p32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2"/>
          <p:cNvSpPr/>
          <p:nvPr/>
        </p:nvSpPr>
        <p:spPr>
          <a:xfrm>
            <a:off x="8991132" y="448737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2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8" name="Google Shape;1018;p32"/>
          <p:cNvCxnSpPr>
            <a:stCxn id="999" idx="2"/>
            <a:endCxn id="1001" idx="7"/>
          </p:cNvCxnSpPr>
          <p:nvPr/>
        </p:nvCxnSpPr>
        <p:spPr>
          <a:xfrm flipH="1">
            <a:off x="2487900" y="2647106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19" name="Google Shape;1019;p32"/>
          <p:cNvCxnSpPr>
            <a:stCxn id="1001" idx="6"/>
            <a:endCxn id="999" idx="3"/>
          </p:cNvCxnSpPr>
          <p:nvPr/>
        </p:nvCxnSpPr>
        <p:spPr>
          <a:xfrm rot="10800000" flipH="1">
            <a:off x="2575655" y="2859020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0" name="Google Shape;1020;p32"/>
          <p:cNvCxnSpPr>
            <a:stCxn id="1001" idx="2"/>
          </p:cNvCxnSpPr>
          <p:nvPr/>
        </p:nvCxnSpPr>
        <p:spPr>
          <a:xfrm flipH="1">
            <a:off x="659048" y="3617720"/>
            <a:ext cx="1317000" cy="122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1" name="Google Shape;1021;p32"/>
          <p:cNvCxnSpPr>
            <a:stCxn id="1000" idx="6"/>
            <a:endCxn id="1001" idx="3"/>
          </p:cNvCxnSpPr>
          <p:nvPr/>
        </p:nvCxnSpPr>
        <p:spPr>
          <a:xfrm rot="10800000" flipH="1">
            <a:off x="838200" y="3829675"/>
            <a:ext cx="1225800" cy="120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2" name="Google Shape;1022;p32"/>
          <p:cNvCxnSpPr>
            <a:stCxn id="1003" idx="1"/>
            <a:endCxn id="1001" idx="4"/>
          </p:cNvCxnSpPr>
          <p:nvPr/>
        </p:nvCxnSpPr>
        <p:spPr>
          <a:xfrm rot="10800000">
            <a:off x="2275774" y="3917517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3" name="Google Shape;1023;p32"/>
          <p:cNvCxnSpPr>
            <a:stCxn id="1001" idx="5"/>
            <a:endCxn id="1003" idx="0"/>
          </p:cNvCxnSpPr>
          <p:nvPr/>
        </p:nvCxnSpPr>
        <p:spPr>
          <a:xfrm>
            <a:off x="2487845" y="3829713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4" name="Google Shape;1024;p32"/>
          <p:cNvCxnSpPr>
            <a:stCxn id="999" idx="5"/>
          </p:cNvCxnSpPr>
          <p:nvPr/>
        </p:nvCxnSpPr>
        <p:spPr>
          <a:xfrm>
            <a:off x="4550397" y="2859100"/>
            <a:ext cx="1382400" cy="1052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5" name="Google Shape;1025;p32"/>
          <p:cNvCxnSpPr>
            <a:stCxn id="1002" idx="0"/>
            <a:endCxn id="999" idx="6"/>
          </p:cNvCxnSpPr>
          <p:nvPr/>
        </p:nvCxnSpPr>
        <p:spPr>
          <a:xfrm rot="10800000">
            <a:off x="4638264" y="2646985"/>
            <a:ext cx="1506600" cy="1029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6" name="Google Shape;1026;p32"/>
          <p:cNvCxnSpPr>
            <a:stCxn id="999" idx="1"/>
          </p:cNvCxnSpPr>
          <p:nvPr/>
        </p:nvCxnSpPr>
        <p:spPr>
          <a:xfrm rot="10800000">
            <a:off x="3581310" y="1588813"/>
            <a:ext cx="545100" cy="846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7" name="Google Shape;1027;p32"/>
          <p:cNvCxnSpPr>
            <a:stCxn id="1002" idx="5"/>
            <a:endCxn id="1005" idx="1"/>
          </p:cNvCxnSpPr>
          <p:nvPr/>
        </p:nvCxnSpPr>
        <p:spPr>
          <a:xfrm>
            <a:off x="6356857" y="4188682"/>
            <a:ext cx="898500" cy="133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8" name="Google Shape;1028;p32"/>
          <p:cNvCxnSpPr>
            <a:stCxn id="1005" idx="0"/>
            <a:endCxn id="1002" idx="6"/>
          </p:cNvCxnSpPr>
          <p:nvPr/>
        </p:nvCxnSpPr>
        <p:spPr>
          <a:xfrm rot="10800000">
            <a:off x="6444780" y="3976636"/>
            <a:ext cx="1022700" cy="1459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29" name="Google Shape;1029;p32"/>
          <p:cNvCxnSpPr>
            <a:stCxn id="1002" idx="3"/>
            <a:endCxn id="1004" idx="0"/>
          </p:cNvCxnSpPr>
          <p:nvPr/>
        </p:nvCxnSpPr>
        <p:spPr>
          <a:xfrm flipH="1">
            <a:off x="5188570" y="4188682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0" name="Google Shape;1030;p32"/>
          <p:cNvCxnSpPr>
            <a:stCxn id="1004" idx="7"/>
            <a:endCxn id="1002" idx="4"/>
          </p:cNvCxnSpPr>
          <p:nvPr/>
        </p:nvCxnSpPr>
        <p:spPr>
          <a:xfrm rot="10800000" flipH="1">
            <a:off x="5400581" y="4276545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1" name="Google Shape;1031;p32"/>
          <p:cNvCxnSpPr>
            <a:stCxn id="1012" idx="1"/>
          </p:cNvCxnSpPr>
          <p:nvPr/>
        </p:nvCxnSpPr>
        <p:spPr>
          <a:xfrm rot="10800000">
            <a:off x="8943158" y="2927144"/>
            <a:ext cx="1060800" cy="472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2" name="Google Shape;1032;p32"/>
          <p:cNvCxnSpPr>
            <a:stCxn id="1012" idx="3"/>
            <a:endCxn id="1016" idx="0"/>
          </p:cNvCxnSpPr>
          <p:nvPr/>
        </p:nvCxnSpPr>
        <p:spPr>
          <a:xfrm flipH="1">
            <a:off x="9290858" y="3823631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3" name="Google Shape;1033;p32"/>
          <p:cNvCxnSpPr>
            <a:stCxn id="1016" idx="7"/>
            <a:endCxn id="1012" idx="4"/>
          </p:cNvCxnSpPr>
          <p:nvPr/>
        </p:nvCxnSpPr>
        <p:spPr>
          <a:xfrm rot="10800000" flipH="1">
            <a:off x="9502929" y="3911580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4" name="Google Shape;1034;p32"/>
          <p:cNvCxnSpPr>
            <a:stCxn id="1017" idx="1"/>
            <a:endCxn id="1012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5" name="Google Shape;1035;p32"/>
          <p:cNvCxnSpPr>
            <a:stCxn id="1012" idx="6"/>
            <a:endCxn id="1017" idx="0"/>
          </p:cNvCxnSpPr>
          <p:nvPr/>
        </p:nvCxnSpPr>
        <p:spPr>
          <a:xfrm>
            <a:off x="10515755" y="3611638"/>
            <a:ext cx="630600" cy="728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4AFC47A7-B388-4CFC-A77B-B2F51CF48CAF}" type="datetime1">
              <a:rPr lang="en-US" smtClean="0"/>
              <a:t>1/18/2026</a:t>
            </a:fld>
            <a:endParaRPr/>
          </a:p>
        </p:txBody>
      </p:sp>
      <p:sp>
        <p:nvSpPr>
          <p:cNvPr id="1041" name="Google Shape;1041;p3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42" name="Google Shape;1042;p3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1043" name="Google Shape;1043;p3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1044" name="Google Shape;1044;p33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3"/>
          <p:cNvSpPr/>
          <p:nvPr/>
        </p:nvSpPr>
        <p:spPr>
          <a:xfrm>
            <a:off x="238593" y="4732571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33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33"/>
          <p:cNvSpPr/>
          <p:nvPr/>
        </p:nvSpPr>
        <p:spPr>
          <a:xfrm>
            <a:off x="5845060" y="367688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3"/>
          <p:cNvSpPr/>
          <p:nvPr/>
        </p:nvSpPr>
        <p:spPr>
          <a:xfrm>
            <a:off x="2901064" y="496940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3"/>
          <p:cNvSpPr/>
          <p:nvPr/>
        </p:nvSpPr>
        <p:spPr>
          <a:xfrm>
            <a:off x="4888784" y="5436135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33"/>
          <p:cNvSpPr/>
          <p:nvPr/>
        </p:nvSpPr>
        <p:spPr>
          <a:xfrm>
            <a:off x="7167677" y="543613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" name="Google Shape;1051;p33"/>
          <p:cNvCxnSpPr>
            <a:stCxn id="1052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52" name="Google Shape;1052;p33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3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4" name="Google Shape;1054;p33"/>
          <p:cNvGrpSpPr/>
          <p:nvPr/>
        </p:nvGrpSpPr>
        <p:grpSpPr>
          <a:xfrm>
            <a:off x="9049978" y="2100951"/>
            <a:ext cx="1166007" cy="1210786"/>
            <a:chOff x="3285752" y="1227909"/>
            <a:chExt cx="1166007" cy="1210786"/>
          </a:xfrm>
        </p:grpSpPr>
        <p:cxnSp>
          <p:nvCxnSpPr>
            <p:cNvPr id="1055" name="Google Shape;1055;p33"/>
            <p:cNvCxnSpPr>
              <a:stCxn id="1056" idx="3"/>
              <a:endCxn id="1057" idx="0"/>
            </p:cNvCxnSpPr>
            <p:nvPr/>
          </p:nvCxnSpPr>
          <p:spPr>
            <a:xfrm>
              <a:off x="3885359" y="1490695"/>
              <a:ext cx="566400" cy="948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56" name="Google Shape;1056;p33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8" name="Google Shape;1058;p33"/>
          <p:cNvGrpSpPr/>
          <p:nvPr/>
        </p:nvGrpSpPr>
        <p:grpSpPr>
          <a:xfrm>
            <a:off x="6132226" y="2062614"/>
            <a:ext cx="599607" cy="1702079"/>
            <a:chOff x="3285752" y="1227909"/>
            <a:chExt cx="599607" cy="1653871"/>
          </a:xfrm>
        </p:grpSpPr>
        <p:cxnSp>
          <p:nvCxnSpPr>
            <p:cNvPr id="1059" name="Google Shape;1059;p33"/>
            <p:cNvCxnSpPr>
              <a:stCxn id="1060" idx="2"/>
              <a:endCxn id="1047" idx="7"/>
            </p:cNvCxnSpPr>
            <p:nvPr/>
          </p:nvCxnSpPr>
          <p:spPr>
            <a:xfrm flipH="1">
              <a:off x="3510256" y="1753480"/>
              <a:ext cx="75300" cy="1128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60" name="Google Shape;1060;p33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7" name="Google Shape;1057;p33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3"/>
          <p:cNvSpPr/>
          <p:nvPr/>
        </p:nvSpPr>
        <p:spPr>
          <a:xfrm>
            <a:off x="8991132" y="448737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3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3" name="Google Shape;1063;p33"/>
          <p:cNvCxnSpPr>
            <a:stCxn id="1044" idx="2"/>
            <a:endCxn id="1046" idx="7"/>
          </p:cNvCxnSpPr>
          <p:nvPr/>
        </p:nvCxnSpPr>
        <p:spPr>
          <a:xfrm flipH="1">
            <a:off x="2487900" y="2647106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4" name="Google Shape;1064;p33"/>
          <p:cNvCxnSpPr>
            <a:stCxn id="1046" idx="6"/>
            <a:endCxn id="1044" idx="3"/>
          </p:cNvCxnSpPr>
          <p:nvPr/>
        </p:nvCxnSpPr>
        <p:spPr>
          <a:xfrm rot="10800000" flipH="1">
            <a:off x="2575655" y="2859020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5" name="Google Shape;1065;p33"/>
          <p:cNvCxnSpPr>
            <a:stCxn id="1046" idx="2"/>
          </p:cNvCxnSpPr>
          <p:nvPr/>
        </p:nvCxnSpPr>
        <p:spPr>
          <a:xfrm flipH="1">
            <a:off x="659048" y="3617720"/>
            <a:ext cx="1317000" cy="122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6" name="Google Shape;1066;p33"/>
          <p:cNvCxnSpPr>
            <a:stCxn id="1045" idx="6"/>
            <a:endCxn id="1046" idx="3"/>
          </p:cNvCxnSpPr>
          <p:nvPr/>
        </p:nvCxnSpPr>
        <p:spPr>
          <a:xfrm rot="10800000" flipH="1">
            <a:off x="838200" y="3829675"/>
            <a:ext cx="1225800" cy="120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7" name="Google Shape;1067;p33"/>
          <p:cNvCxnSpPr>
            <a:stCxn id="1048" idx="1"/>
            <a:endCxn id="1046" idx="4"/>
          </p:cNvCxnSpPr>
          <p:nvPr/>
        </p:nvCxnSpPr>
        <p:spPr>
          <a:xfrm rot="10800000">
            <a:off x="2275774" y="3917517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8" name="Google Shape;1068;p33"/>
          <p:cNvCxnSpPr>
            <a:stCxn id="1046" idx="5"/>
            <a:endCxn id="1048" idx="0"/>
          </p:cNvCxnSpPr>
          <p:nvPr/>
        </p:nvCxnSpPr>
        <p:spPr>
          <a:xfrm>
            <a:off x="2487845" y="3829713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69" name="Google Shape;1069;p33"/>
          <p:cNvCxnSpPr>
            <a:stCxn id="1044" idx="5"/>
          </p:cNvCxnSpPr>
          <p:nvPr/>
        </p:nvCxnSpPr>
        <p:spPr>
          <a:xfrm>
            <a:off x="4550397" y="2859100"/>
            <a:ext cx="1382400" cy="1052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0" name="Google Shape;1070;p33"/>
          <p:cNvCxnSpPr>
            <a:stCxn id="1047" idx="0"/>
            <a:endCxn id="1044" idx="6"/>
          </p:cNvCxnSpPr>
          <p:nvPr/>
        </p:nvCxnSpPr>
        <p:spPr>
          <a:xfrm rot="10800000">
            <a:off x="4638264" y="2646985"/>
            <a:ext cx="1506600" cy="1029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1" name="Google Shape;1071;p33"/>
          <p:cNvCxnSpPr>
            <a:stCxn id="1044" idx="1"/>
          </p:cNvCxnSpPr>
          <p:nvPr/>
        </p:nvCxnSpPr>
        <p:spPr>
          <a:xfrm rot="10800000">
            <a:off x="3581310" y="1588813"/>
            <a:ext cx="545100" cy="846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2" name="Google Shape;1072;p33"/>
          <p:cNvCxnSpPr>
            <a:stCxn id="1047" idx="5"/>
            <a:endCxn id="1050" idx="1"/>
          </p:cNvCxnSpPr>
          <p:nvPr/>
        </p:nvCxnSpPr>
        <p:spPr>
          <a:xfrm>
            <a:off x="6356857" y="4188682"/>
            <a:ext cx="898500" cy="133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3" name="Google Shape;1073;p33"/>
          <p:cNvCxnSpPr>
            <a:stCxn id="1050" idx="0"/>
            <a:endCxn id="1047" idx="6"/>
          </p:cNvCxnSpPr>
          <p:nvPr/>
        </p:nvCxnSpPr>
        <p:spPr>
          <a:xfrm rot="10800000">
            <a:off x="6444780" y="3976636"/>
            <a:ext cx="1022700" cy="1459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4" name="Google Shape;1074;p33"/>
          <p:cNvCxnSpPr>
            <a:stCxn id="1047" idx="3"/>
            <a:endCxn id="1049" idx="0"/>
          </p:cNvCxnSpPr>
          <p:nvPr/>
        </p:nvCxnSpPr>
        <p:spPr>
          <a:xfrm flipH="1">
            <a:off x="5188570" y="4188682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5" name="Google Shape;1075;p33"/>
          <p:cNvCxnSpPr>
            <a:stCxn id="1049" idx="7"/>
            <a:endCxn id="1047" idx="4"/>
          </p:cNvCxnSpPr>
          <p:nvPr/>
        </p:nvCxnSpPr>
        <p:spPr>
          <a:xfrm rot="10800000" flipH="1">
            <a:off x="5400581" y="4276545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6" name="Google Shape;1076;p33"/>
          <p:cNvCxnSpPr>
            <a:stCxn id="1057" idx="1"/>
          </p:cNvCxnSpPr>
          <p:nvPr/>
        </p:nvCxnSpPr>
        <p:spPr>
          <a:xfrm rot="10800000">
            <a:off x="8943158" y="2927144"/>
            <a:ext cx="1060800" cy="472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7" name="Google Shape;1077;p33"/>
          <p:cNvCxnSpPr>
            <a:stCxn id="1057" idx="3"/>
            <a:endCxn id="1061" idx="0"/>
          </p:cNvCxnSpPr>
          <p:nvPr/>
        </p:nvCxnSpPr>
        <p:spPr>
          <a:xfrm flipH="1">
            <a:off x="9290858" y="3823631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8" name="Google Shape;1078;p33"/>
          <p:cNvCxnSpPr>
            <a:stCxn id="1061" idx="7"/>
            <a:endCxn id="1057" idx="4"/>
          </p:cNvCxnSpPr>
          <p:nvPr/>
        </p:nvCxnSpPr>
        <p:spPr>
          <a:xfrm rot="10800000" flipH="1">
            <a:off x="9502929" y="3911580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9" name="Google Shape;1079;p33"/>
          <p:cNvCxnSpPr>
            <a:stCxn id="1062" idx="1"/>
            <a:endCxn id="1057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80" name="Google Shape;1080;p33"/>
          <p:cNvCxnSpPr>
            <a:stCxn id="1057" idx="6"/>
            <a:endCxn id="1062" idx="0"/>
          </p:cNvCxnSpPr>
          <p:nvPr/>
        </p:nvCxnSpPr>
        <p:spPr>
          <a:xfrm>
            <a:off x="10515755" y="3611638"/>
            <a:ext cx="630600" cy="728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3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14A36FA-82FB-45DF-ADB2-5C67A2F2A7F5}" type="datetime1">
              <a:rPr lang="en-US" smtClean="0"/>
              <a:t>1/18/2026</a:t>
            </a:fld>
            <a:endParaRPr/>
          </a:p>
        </p:txBody>
      </p:sp>
      <p:sp>
        <p:nvSpPr>
          <p:cNvPr id="1086" name="Google Shape;1086;p3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87" name="Google Shape;1087;p3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1088" name="Google Shape;1088;p3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1089" name="Google Shape;1089;p34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34"/>
          <p:cNvSpPr/>
          <p:nvPr/>
        </p:nvSpPr>
        <p:spPr>
          <a:xfrm>
            <a:off x="238593" y="4732571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34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4"/>
          <p:cNvSpPr/>
          <p:nvPr/>
        </p:nvSpPr>
        <p:spPr>
          <a:xfrm>
            <a:off x="6858737" y="444356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4"/>
          <p:cNvSpPr/>
          <p:nvPr/>
        </p:nvSpPr>
        <p:spPr>
          <a:xfrm>
            <a:off x="2901064" y="496940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34"/>
          <p:cNvSpPr/>
          <p:nvPr/>
        </p:nvSpPr>
        <p:spPr>
          <a:xfrm>
            <a:off x="5902461" y="620281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4"/>
          <p:cNvSpPr/>
          <p:nvPr/>
        </p:nvSpPr>
        <p:spPr>
          <a:xfrm>
            <a:off x="8181354" y="62028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6" name="Google Shape;1096;p34"/>
          <p:cNvCxnSpPr>
            <a:stCxn id="1097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7" name="Google Shape;1097;p34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4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9" name="Google Shape;1099;p34"/>
          <p:cNvGrpSpPr/>
          <p:nvPr/>
        </p:nvGrpSpPr>
        <p:grpSpPr>
          <a:xfrm>
            <a:off x="9049978" y="2100951"/>
            <a:ext cx="1166007" cy="1210786"/>
            <a:chOff x="3285752" y="1227909"/>
            <a:chExt cx="1166007" cy="1210786"/>
          </a:xfrm>
        </p:grpSpPr>
        <p:cxnSp>
          <p:nvCxnSpPr>
            <p:cNvPr id="1100" name="Google Shape;1100;p34"/>
            <p:cNvCxnSpPr>
              <a:stCxn id="1101" idx="3"/>
              <a:endCxn id="1102" idx="0"/>
            </p:cNvCxnSpPr>
            <p:nvPr/>
          </p:nvCxnSpPr>
          <p:spPr>
            <a:xfrm>
              <a:off x="3885359" y="1490695"/>
              <a:ext cx="566400" cy="948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01" name="Google Shape;1101;p34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3" name="Google Shape;1103;p34"/>
          <p:cNvGrpSpPr/>
          <p:nvPr/>
        </p:nvGrpSpPr>
        <p:grpSpPr>
          <a:xfrm>
            <a:off x="6132226" y="2062614"/>
            <a:ext cx="1238204" cy="2468692"/>
            <a:chOff x="3285752" y="1227909"/>
            <a:chExt cx="1238204" cy="2398771"/>
          </a:xfrm>
        </p:grpSpPr>
        <p:cxnSp>
          <p:nvCxnSpPr>
            <p:cNvPr id="1104" name="Google Shape;1104;p34"/>
            <p:cNvCxnSpPr>
              <a:stCxn id="1105" idx="2"/>
              <a:endCxn id="1092" idx="7"/>
            </p:cNvCxnSpPr>
            <p:nvPr/>
          </p:nvCxnSpPr>
          <p:spPr>
            <a:xfrm>
              <a:off x="3585556" y="1753480"/>
              <a:ext cx="938400" cy="1873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05" name="Google Shape;1105;p34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2" name="Google Shape;1102;p34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4"/>
          <p:cNvSpPr/>
          <p:nvPr/>
        </p:nvSpPr>
        <p:spPr>
          <a:xfrm>
            <a:off x="8991132" y="448737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4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8" name="Google Shape;1108;p34"/>
          <p:cNvCxnSpPr>
            <a:stCxn id="1089" idx="2"/>
            <a:endCxn id="1091" idx="7"/>
          </p:cNvCxnSpPr>
          <p:nvPr/>
        </p:nvCxnSpPr>
        <p:spPr>
          <a:xfrm flipH="1">
            <a:off x="2487900" y="2647106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09" name="Google Shape;1109;p34"/>
          <p:cNvCxnSpPr>
            <a:stCxn id="1091" idx="6"/>
            <a:endCxn id="1089" idx="3"/>
          </p:cNvCxnSpPr>
          <p:nvPr/>
        </p:nvCxnSpPr>
        <p:spPr>
          <a:xfrm rot="10800000" flipH="1">
            <a:off x="2575655" y="2859020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0" name="Google Shape;1110;p34"/>
          <p:cNvCxnSpPr>
            <a:stCxn id="1091" idx="2"/>
          </p:cNvCxnSpPr>
          <p:nvPr/>
        </p:nvCxnSpPr>
        <p:spPr>
          <a:xfrm flipH="1">
            <a:off x="659048" y="3617720"/>
            <a:ext cx="1317000" cy="122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1" name="Google Shape;1111;p34"/>
          <p:cNvCxnSpPr>
            <a:stCxn id="1090" idx="6"/>
            <a:endCxn id="1091" idx="3"/>
          </p:cNvCxnSpPr>
          <p:nvPr/>
        </p:nvCxnSpPr>
        <p:spPr>
          <a:xfrm rot="10800000" flipH="1">
            <a:off x="838200" y="3829675"/>
            <a:ext cx="1225800" cy="120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2" name="Google Shape;1112;p34"/>
          <p:cNvCxnSpPr>
            <a:stCxn id="1093" idx="1"/>
            <a:endCxn id="1091" idx="4"/>
          </p:cNvCxnSpPr>
          <p:nvPr/>
        </p:nvCxnSpPr>
        <p:spPr>
          <a:xfrm rot="10800000">
            <a:off x="2275774" y="3917517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3" name="Google Shape;1113;p34"/>
          <p:cNvCxnSpPr>
            <a:stCxn id="1091" idx="5"/>
            <a:endCxn id="1093" idx="0"/>
          </p:cNvCxnSpPr>
          <p:nvPr/>
        </p:nvCxnSpPr>
        <p:spPr>
          <a:xfrm>
            <a:off x="2487845" y="3829713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4" name="Google Shape;1114;p34"/>
          <p:cNvCxnSpPr>
            <a:stCxn id="1089" idx="5"/>
          </p:cNvCxnSpPr>
          <p:nvPr/>
        </p:nvCxnSpPr>
        <p:spPr>
          <a:xfrm>
            <a:off x="4550397" y="2859100"/>
            <a:ext cx="1382400" cy="1052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5" name="Google Shape;1115;p34"/>
          <p:cNvCxnSpPr>
            <a:stCxn id="1092" idx="0"/>
            <a:endCxn id="1089" idx="6"/>
          </p:cNvCxnSpPr>
          <p:nvPr/>
        </p:nvCxnSpPr>
        <p:spPr>
          <a:xfrm rot="10800000">
            <a:off x="4638241" y="2647163"/>
            <a:ext cx="2520300" cy="1796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6" name="Google Shape;1116;p34"/>
          <p:cNvCxnSpPr>
            <a:stCxn id="1089" idx="1"/>
          </p:cNvCxnSpPr>
          <p:nvPr/>
        </p:nvCxnSpPr>
        <p:spPr>
          <a:xfrm rot="10800000">
            <a:off x="3581310" y="1588813"/>
            <a:ext cx="545100" cy="846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7" name="Google Shape;1117;p34"/>
          <p:cNvCxnSpPr>
            <a:stCxn id="1092" idx="5"/>
            <a:endCxn id="1095" idx="1"/>
          </p:cNvCxnSpPr>
          <p:nvPr/>
        </p:nvCxnSpPr>
        <p:spPr>
          <a:xfrm>
            <a:off x="7370534" y="4955360"/>
            <a:ext cx="898500" cy="133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8" name="Google Shape;1118;p34"/>
          <p:cNvCxnSpPr>
            <a:stCxn id="1095" idx="0"/>
            <a:endCxn id="1092" idx="6"/>
          </p:cNvCxnSpPr>
          <p:nvPr/>
        </p:nvCxnSpPr>
        <p:spPr>
          <a:xfrm rot="10800000">
            <a:off x="7458458" y="4743314"/>
            <a:ext cx="1022700" cy="1459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19" name="Google Shape;1119;p34"/>
          <p:cNvCxnSpPr>
            <a:stCxn id="1092" idx="3"/>
            <a:endCxn id="1094" idx="0"/>
          </p:cNvCxnSpPr>
          <p:nvPr/>
        </p:nvCxnSpPr>
        <p:spPr>
          <a:xfrm flipH="1">
            <a:off x="6202247" y="4955360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0" name="Google Shape;1120;p34"/>
          <p:cNvCxnSpPr>
            <a:stCxn id="1094" idx="7"/>
            <a:endCxn id="1092" idx="4"/>
          </p:cNvCxnSpPr>
          <p:nvPr/>
        </p:nvCxnSpPr>
        <p:spPr>
          <a:xfrm rot="10800000" flipH="1">
            <a:off x="6414258" y="5043223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1" name="Google Shape;1121;p34"/>
          <p:cNvCxnSpPr>
            <a:stCxn id="1102" idx="1"/>
          </p:cNvCxnSpPr>
          <p:nvPr/>
        </p:nvCxnSpPr>
        <p:spPr>
          <a:xfrm rot="10800000">
            <a:off x="8943158" y="2927144"/>
            <a:ext cx="1060800" cy="472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2" name="Google Shape;1122;p34"/>
          <p:cNvCxnSpPr>
            <a:stCxn id="1102" idx="3"/>
            <a:endCxn id="1106" idx="0"/>
          </p:cNvCxnSpPr>
          <p:nvPr/>
        </p:nvCxnSpPr>
        <p:spPr>
          <a:xfrm flipH="1">
            <a:off x="9290858" y="3823631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3" name="Google Shape;1123;p34"/>
          <p:cNvCxnSpPr>
            <a:stCxn id="1106" idx="7"/>
            <a:endCxn id="1102" idx="4"/>
          </p:cNvCxnSpPr>
          <p:nvPr/>
        </p:nvCxnSpPr>
        <p:spPr>
          <a:xfrm rot="10800000" flipH="1">
            <a:off x="9502929" y="3911580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4" name="Google Shape;1124;p34"/>
          <p:cNvCxnSpPr>
            <a:stCxn id="1107" idx="1"/>
            <a:endCxn id="1102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25" name="Google Shape;1125;p34"/>
          <p:cNvCxnSpPr>
            <a:stCxn id="1102" idx="6"/>
            <a:endCxn id="1107" idx="0"/>
          </p:cNvCxnSpPr>
          <p:nvPr/>
        </p:nvCxnSpPr>
        <p:spPr>
          <a:xfrm>
            <a:off x="10515755" y="3611638"/>
            <a:ext cx="630600" cy="728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239CB69-76D9-4E41-8281-138285AEA201}" type="datetime1">
              <a:rPr lang="en-US" smtClean="0"/>
              <a:t>1/18/2026</a:t>
            </a:fld>
            <a:endParaRPr/>
          </a:p>
        </p:txBody>
      </p:sp>
      <p:sp>
        <p:nvSpPr>
          <p:cNvPr id="1131" name="Google Shape;1131;p3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32" name="Google Shape;1132;p3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1133" name="Google Shape;1133;p3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1134" name="Google Shape;1134;p35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35"/>
          <p:cNvSpPr/>
          <p:nvPr/>
        </p:nvSpPr>
        <p:spPr>
          <a:xfrm>
            <a:off x="238593" y="4732571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35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5"/>
          <p:cNvSpPr/>
          <p:nvPr/>
        </p:nvSpPr>
        <p:spPr>
          <a:xfrm>
            <a:off x="6858737" y="444356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5"/>
          <p:cNvSpPr/>
          <p:nvPr/>
        </p:nvSpPr>
        <p:spPr>
          <a:xfrm>
            <a:off x="2901064" y="496940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35"/>
          <p:cNvSpPr/>
          <p:nvPr/>
        </p:nvSpPr>
        <p:spPr>
          <a:xfrm>
            <a:off x="5902461" y="620281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35"/>
          <p:cNvSpPr/>
          <p:nvPr/>
        </p:nvSpPr>
        <p:spPr>
          <a:xfrm>
            <a:off x="8181354" y="62028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1" name="Google Shape;1141;p35"/>
          <p:cNvCxnSpPr>
            <a:stCxn id="1142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42" name="Google Shape;1142;p35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35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4" name="Google Shape;1144;p35"/>
          <p:cNvGrpSpPr/>
          <p:nvPr/>
        </p:nvGrpSpPr>
        <p:grpSpPr>
          <a:xfrm>
            <a:off x="9049978" y="2100951"/>
            <a:ext cx="1166007" cy="1210786"/>
            <a:chOff x="3285752" y="1227909"/>
            <a:chExt cx="1166007" cy="1210786"/>
          </a:xfrm>
        </p:grpSpPr>
        <p:cxnSp>
          <p:nvCxnSpPr>
            <p:cNvPr id="1145" name="Google Shape;1145;p35"/>
            <p:cNvCxnSpPr>
              <a:stCxn id="1146" idx="3"/>
              <a:endCxn id="1147" idx="0"/>
            </p:cNvCxnSpPr>
            <p:nvPr/>
          </p:nvCxnSpPr>
          <p:spPr>
            <a:xfrm>
              <a:off x="3885359" y="1490695"/>
              <a:ext cx="566400" cy="948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46" name="Google Shape;1146;p35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8" name="Google Shape;1148;p35"/>
          <p:cNvGrpSpPr/>
          <p:nvPr/>
        </p:nvGrpSpPr>
        <p:grpSpPr>
          <a:xfrm>
            <a:off x="6132226" y="2062614"/>
            <a:ext cx="1238204" cy="2468692"/>
            <a:chOff x="3285752" y="1227909"/>
            <a:chExt cx="1238204" cy="2398771"/>
          </a:xfrm>
        </p:grpSpPr>
        <p:cxnSp>
          <p:nvCxnSpPr>
            <p:cNvPr id="1149" name="Google Shape;1149;p35"/>
            <p:cNvCxnSpPr>
              <a:stCxn id="1150" idx="2"/>
              <a:endCxn id="1137" idx="7"/>
            </p:cNvCxnSpPr>
            <p:nvPr/>
          </p:nvCxnSpPr>
          <p:spPr>
            <a:xfrm>
              <a:off x="3585556" y="1753480"/>
              <a:ext cx="938400" cy="1873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50" name="Google Shape;1150;p35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7" name="Google Shape;1147;p35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5"/>
          <p:cNvSpPr/>
          <p:nvPr/>
        </p:nvSpPr>
        <p:spPr>
          <a:xfrm>
            <a:off x="8991132" y="448737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5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3" name="Google Shape;1153;p35"/>
          <p:cNvCxnSpPr>
            <a:stCxn id="1134" idx="2"/>
            <a:endCxn id="1136" idx="7"/>
          </p:cNvCxnSpPr>
          <p:nvPr/>
        </p:nvCxnSpPr>
        <p:spPr>
          <a:xfrm flipH="1">
            <a:off x="2487900" y="2647106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4" name="Google Shape;1154;p35"/>
          <p:cNvCxnSpPr>
            <a:stCxn id="1136" idx="6"/>
            <a:endCxn id="1134" idx="3"/>
          </p:cNvCxnSpPr>
          <p:nvPr/>
        </p:nvCxnSpPr>
        <p:spPr>
          <a:xfrm rot="10800000" flipH="1">
            <a:off x="2575655" y="2859020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5" name="Google Shape;1155;p35"/>
          <p:cNvCxnSpPr>
            <a:stCxn id="1136" idx="2"/>
          </p:cNvCxnSpPr>
          <p:nvPr/>
        </p:nvCxnSpPr>
        <p:spPr>
          <a:xfrm flipH="1">
            <a:off x="659048" y="3617720"/>
            <a:ext cx="1317000" cy="122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6" name="Google Shape;1156;p35"/>
          <p:cNvCxnSpPr>
            <a:stCxn id="1135" idx="6"/>
            <a:endCxn id="1136" idx="3"/>
          </p:cNvCxnSpPr>
          <p:nvPr/>
        </p:nvCxnSpPr>
        <p:spPr>
          <a:xfrm rot="10800000" flipH="1">
            <a:off x="838200" y="3829675"/>
            <a:ext cx="1225800" cy="120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7" name="Google Shape;1157;p35"/>
          <p:cNvCxnSpPr>
            <a:stCxn id="1138" idx="1"/>
            <a:endCxn id="1136" idx="4"/>
          </p:cNvCxnSpPr>
          <p:nvPr/>
        </p:nvCxnSpPr>
        <p:spPr>
          <a:xfrm rot="10800000">
            <a:off x="2275774" y="3917517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8" name="Google Shape;1158;p35"/>
          <p:cNvCxnSpPr>
            <a:stCxn id="1136" idx="5"/>
            <a:endCxn id="1138" idx="0"/>
          </p:cNvCxnSpPr>
          <p:nvPr/>
        </p:nvCxnSpPr>
        <p:spPr>
          <a:xfrm>
            <a:off x="2487845" y="3829713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59" name="Google Shape;1159;p35"/>
          <p:cNvCxnSpPr>
            <a:stCxn id="1134" idx="5"/>
            <a:endCxn id="1147" idx="2"/>
          </p:cNvCxnSpPr>
          <p:nvPr/>
        </p:nvCxnSpPr>
        <p:spPr>
          <a:xfrm>
            <a:off x="4550397" y="2859100"/>
            <a:ext cx="5365800" cy="752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0" name="Google Shape;1160;p35"/>
          <p:cNvCxnSpPr>
            <a:stCxn id="1137" idx="0"/>
            <a:endCxn id="1134" idx="4"/>
          </p:cNvCxnSpPr>
          <p:nvPr/>
        </p:nvCxnSpPr>
        <p:spPr>
          <a:xfrm rot="10800000">
            <a:off x="4338541" y="2946863"/>
            <a:ext cx="2820000" cy="1496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1" name="Google Shape;1161;p35"/>
          <p:cNvCxnSpPr>
            <a:stCxn id="1134" idx="1"/>
          </p:cNvCxnSpPr>
          <p:nvPr/>
        </p:nvCxnSpPr>
        <p:spPr>
          <a:xfrm rot="10800000">
            <a:off x="3581310" y="1588813"/>
            <a:ext cx="545100" cy="846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2" name="Google Shape;1162;p35"/>
          <p:cNvCxnSpPr>
            <a:stCxn id="1137" idx="5"/>
            <a:endCxn id="1140" idx="1"/>
          </p:cNvCxnSpPr>
          <p:nvPr/>
        </p:nvCxnSpPr>
        <p:spPr>
          <a:xfrm>
            <a:off x="7370534" y="4955360"/>
            <a:ext cx="898500" cy="133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3" name="Google Shape;1163;p35"/>
          <p:cNvCxnSpPr>
            <a:stCxn id="1140" idx="0"/>
            <a:endCxn id="1137" idx="6"/>
          </p:cNvCxnSpPr>
          <p:nvPr/>
        </p:nvCxnSpPr>
        <p:spPr>
          <a:xfrm rot="10800000">
            <a:off x="7458458" y="4743314"/>
            <a:ext cx="1022700" cy="1459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4" name="Google Shape;1164;p35"/>
          <p:cNvCxnSpPr>
            <a:stCxn id="1137" idx="3"/>
            <a:endCxn id="1139" idx="0"/>
          </p:cNvCxnSpPr>
          <p:nvPr/>
        </p:nvCxnSpPr>
        <p:spPr>
          <a:xfrm flipH="1">
            <a:off x="6202247" y="4955360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5" name="Google Shape;1165;p35"/>
          <p:cNvCxnSpPr>
            <a:stCxn id="1139" idx="7"/>
            <a:endCxn id="1137" idx="4"/>
          </p:cNvCxnSpPr>
          <p:nvPr/>
        </p:nvCxnSpPr>
        <p:spPr>
          <a:xfrm rot="10800000" flipH="1">
            <a:off x="6414258" y="5043223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6" name="Google Shape;1166;p35"/>
          <p:cNvCxnSpPr>
            <a:stCxn id="1147" idx="1"/>
          </p:cNvCxnSpPr>
          <p:nvPr/>
        </p:nvCxnSpPr>
        <p:spPr>
          <a:xfrm rot="10800000">
            <a:off x="8943158" y="2927144"/>
            <a:ext cx="1060800" cy="472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7" name="Google Shape;1167;p35"/>
          <p:cNvCxnSpPr>
            <a:stCxn id="1147" idx="3"/>
            <a:endCxn id="1151" idx="0"/>
          </p:cNvCxnSpPr>
          <p:nvPr/>
        </p:nvCxnSpPr>
        <p:spPr>
          <a:xfrm flipH="1">
            <a:off x="9290858" y="3823631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8" name="Google Shape;1168;p35"/>
          <p:cNvCxnSpPr>
            <a:stCxn id="1151" idx="7"/>
            <a:endCxn id="1147" idx="4"/>
          </p:cNvCxnSpPr>
          <p:nvPr/>
        </p:nvCxnSpPr>
        <p:spPr>
          <a:xfrm rot="10800000" flipH="1">
            <a:off x="9502929" y="3911580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69" name="Google Shape;1169;p35"/>
          <p:cNvCxnSpPr>
            <a:stCxn id="1152" idx="1"/>
            <a:endCxn id="1147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0" name="Google Shape;1170;p35"/>
          <p:cNvCxnSpPr>
            <a:stCxn id="1147" idx="6"/>
            <a:endCxn id="1152" idx="0"/>
          </p:cNvCxnSpPr>
          <p:nvPr/>
        </p:nvCxnSpPr>
        <p:spPr>
          <a:xfrm>
            <a:off x="10515755" y="3611638"/>
            <a:ext cx="630600" cy="728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6943F43-26BB-40DC-9E1F-B3068AD1C89A}" type="datetime1">
              <a:rPr lang="en-US" smtClean="0"/>
              <a:t>1/18/2026</a:t>
            </a:fld>
            <a:endParaRPr/>
          </a:p>
        </p:txBody>
      </p:sp>
      <p:sp>
        <p:nvSpPr>
          <p:cNvPr id="1176" name="Google Shape;1176;p3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77" name="Google Shape;1177;p3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1178" name="Google Shape;1178;p3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Transplant</a:t>
            </a:r>
            <a:endParaRPr/>
          </a:p>
        </p:txBody>
      </p:sp>
      <p:sp>
        <p:nvSpPr>
          <p:cNvPr id="1179" name="Google Shape;1179;p36"/>
          <p:cNvSpPr/>
          <p:nvPr/>
        </p:nvSpPr>
        <p:spPr>
          <a:xfrm>
            <a:off x="4038600" y="234730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6"/>
          <p:cNvSpPr/>
          <p:nvPr/>
        </p:nvSpPr>
        <p:spPr>
          <a:xfrm>
            <a:off x="238593" y="4732571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6"/>
          <p:cNvSpPr/>
          <p:nvPr/>
        </p:nvSpPr>
        <p:spPr>
          <a:xfrm>
            <a:off x="1976048" y="3317916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6"/>
          <p:cNvSpPr/>
          <p:nvPr/>
        </p:nvSpPr>
        <p:spPr>
          <a:xfrm>
            <a:off x="6858737" y="444356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6"/>
          <p:cNvSpPr/>
          <p:nvPr/>
        </p:nvSpPr>
        <p:spPr>
          <a:xfrm>
            <a:off x="2901064" y="4969407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6"/>
          <p:cNvSpPr/>
          <p:nvPr/>
        </p:nvSpPr>
        <p:spPr>
          <a:xfrm>
            <a:off x="5902461" y="6202813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6"/>
          <p:cNvSpPr/>
          <p:nvPr/>
        </p:nvSpPr>
        <p:spPr>
          <a:xfrm>
            <a:off x="8181354" y="620281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6" name="Google Shape;1186;p36"/>
          <p:cNvCxnSpPr>
            <a:stCxn id="1187" idx="1"/>
          </p:cNvCxnSpPr>
          <p:nvPr/>
        </p:nvCxnSpPr>
        <p:spPr>
          <a:xfrm flipH="1">
            <a:off x="4338369" y="1916285"/>
            <a:ext cx="688800" cy="431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87" name="Google Shape;1187;p36"/>
          <p:cNvSpPr txBox="1"/>
          <p:nvPr/>
        </p:nvSpPr>
        <p:spPr>
          <a:xfrm>
            <a:off x="5027169" y="1731619"/>
            <a:ext cx="625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6"/>
          <p:cNvSpPr/>
          <p:nvPr/>
        </p:nvSpPr>
        <p:spPr>
          <a:xfrm>
            <a:off x="6990302" y="942250"/>
            <a:ext cx="504503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3: u is a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9" name="Google Shape;1189;p36"/>
          <p:cNvGrpSpPr/>
          <p:nvPr/>
        </p:nvGrpSpPr>
        <p:grpSpPr>
          <a:xfrm>
            <a:off x="9049978" y="2100951"/>
            <a:ext cx="1166007" cy="1210786"/>
            <a:chOff x="3285752" y="1227909"/>
            <a:chExt cx="1166007" cy="1210786"/>
          </a:xfrm>
        </p:grpSpPr>
        <p:cxnSp>
          <p:nvCxnSpPr>
            <p:cNvPr id="1190" name="Google Shape;1190;p36"/>
            <p:cNvCxnSpPr>
              <a:stCxn id="1191" idx="3"/>
              <a:endCxn id="1192" idx="0"/>
            </p:cNvCxnSpPr>
            <p:nvPr/>
          </p:nvCxnSpPr>
          <p:spPr>
            <a:xfrm>
              <a:off x="3885359" y="1490695"/>
              <a:ext cx="566400" cy="9480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91" name="Google Shape;1191;p36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3" name="Google Shape;1193;p36"/>
          <p:cNvGrpSpPr/>
          <p:nvPr/>
        </p:nvGrpSpPr>
        <p:grpSpPr>
          <a:xfrm>
            <a:off x="6132226" y="2062614"/>
            <a:ext cx="1238204" cy="2468692"/>
            <a:chOff x="3285752" y="1227909"/>
            <a:chExt cx="1238204" cy="2398771"/>
          </a:xfrm>
        </p:grpSpPr>
        <p:cxnSp>
          <p:nvCxnSpPr>
            <p:cNvPr id="1194" name="Google Shape;1194;p36"/>
            <p:cNvCxnSpPr>
              <a:stCxn id="1195" idx="2"/>
              <a:endCxn id="1182" idx="7"/>
            </p:cNvCxnSpPr>
            <p:nvPr/>
          </p:nvCxnSpPr>
          <p:spPr>
            <a:xfrm>
              <a:off x="3585556" y="1753480"/>
              <a:ext cx="938400" cy="18732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195" name="Google Shape;1195;p36"/>
            <p:cNvSpPr/>
            <p:nvPr/>
          </p:nvSpPr>
          <p:spPr>
            <a:xfrm>
              <a:off x="3285752" y="1227909"/>
              <a:ext cx="599607" cy="52557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2" name="Google Shape;1192;p36"/>
          <p:cNvSpPr/>
          <p:nvPr/>
        </p:nvSpPr>
        <p:spPr>
          <a:xfrm>
            <a:off x="9916148" y="3311834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6"/>
          <p:cNvSpPr/>
          <p:nvPr/>
        </p:nvSpPr>
        <p:spPr>
          <a:xfrm>
            <a:off x="8991132" y="4487370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6"/>
          <p:cNvSpPr/>
          <p:nvPr/>
        </p:nvSpPr>
        <p:spPr>
          <a:xfrm>
            <a:off x="10846474" y="4340032"/>
            <a:ext cx="599607" cy="599607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8" name="Google Shape;1198;p36"/>
          <p:cNvCxnSpPr>
            <a:stCxn id="1179" idx="2"/>
            <a:endCxn id="1181" idx="7"/>
          </p:cNvCxnSpPr>
          <p:nvPr/>
        </p:nvCxnSpPr>
        <p:spPr>
          <a:xfrm flipH="1">
            <a:off x="2487900" y="2647106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9" name="Google Shape;1199;p36"/>
          <p:cNvCxnSpPr>
            <a:stCxn id="1181" idx="6"/>
            <a:endCxn id="1179" idx="3"/>
          </p:cNvCxnSpPr>
          <p:nvPr/>
        </p:nvCxnSpPr>
        <p:spPr>
          <a:xfrm rot="10800000" flipH="1">
            <a:off x="2575655" y="2859020"/>
            <a:ext cx="1550700" cy="758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0" name="Google Shape;1200;p36"/>
          <p:cNvCxnSpPr>
            <a:stCxn id="1181" idx="2"/>
          </p:cNvCxnSpPr>
          <p:nvPr/>
        </p:nvCxnSpPr>
        <p:spPr>
          <a:xfrm flipH="1">
            <a:off x="659048" y="3617720"/>
            <a:ext cx="1317000" cy="1223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1" name="Google Shape;1201;p36"/>
          <p:cNvCxnSpPr>
            <a:stCxn id="1180" idx="6"/>
            <a:endCxn id="1181" idx="3"/>
          </p:cNvCxnSpPr>
          <p:nvPr/>
        </p:nvCxnSpPr>
        <p:spPr>
          <a:xfrm rot="10800000" flipH="1">
            <a:off x="838200" y="3829675"/>
            <a:ext cx="1225800" cy="120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2" name="Google Shape;1202;p36"/>
          <p:cNvCxnSpPr>
            <a:stCxn id="1183" idx="1"/>
            <a:endCxn id="1181" idx="4"/>
          </p:cNvCxnSpPr>
          <p:nvPr/>
        </p:nvCxnSpPr>
        <p:spPr>
          <a:xfrm rot="10800000">
            <a:off x="2275774" y="3917517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3" name="Google Shape;1203;p36"/>
          <p:cNvCxnSpPr>
            <a:stCxn id="1181" idx="5"/>
            <a:endCxn id="1183" idx="0"/>
          </p:cNvCxnSpPr>
          <p:nvPr/>
        </p:nvCxnSpPr>
        <p:spPr>
          <a:xfrm>
            <a:off x="2487845" y="3829713"/>
            <a:ext cx="713100" cy="1139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4" name="Google Shape;1204;p36"/>
          <p:cNvCxnSpPr>
            <a:stCxn id="1179" idx="5"/>
            <a:endCxn id="1192" idx="2"/>
          </p:cNvCxnSpPr>
          <p:nvPr/>
        </p:nvCxnSpPr>
        <p:spPr>
          <a:xfrm>
            <a:off x="4550397" y="2859100"/>
            <a:ext cx="5365800" cy="752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5" name="Google Shape;1205;p36"/>
          <p:cNvCxnSpPr>
            <a:stCxn id="1182" idx="0"/>
            <a:endCxn id="1179" idx="6"/>
          </p:cNvCxnSpPr>
          <p:nvPr/>
        </p:nvCxnSpPr>
        <p:spPr>
          <a:xfrm rot="10800000">
            <a:off x="4638241" y="2647163"/>
            <a:ext cx="2520300" cy="1796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6" name="Google Shape;1206;p36"/>
          <p:cNvCxnSpPr>
            <a:stCxn id="1179" idx="1"/>
          </p:cNvCxnSpPr>
          <p:nvPr/>
        </p:nvCxnSpPr>
        <p:spPr>
          <a:xfrm rot="10800000">
            <a:off x="3581310" y="1588813"/>
            <a:ext cx="545100" cy="846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7" name="Google Shape;1207;p36"/>
          <p:cNvCxnSpPr>
            <a:stCxn id="1182" idx="5"/>
            <a:endCxn id="1185" idx="1"/>
          </p:cNvCxnSpPr>
          <p:nvPr/>
        </p:nvCxnSpPr>
        <p:spPr>
          <a:xfrm>
            <a:off x="7370534" y="4955360"/>
            <a:ext cx="898500" cy="1335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8" name="Google Shape;1208;p36"/>
          <p:cNvCxnSpPr>
            <a:stCxn id="1185" idx="0"/>
            <a:endCxn id="1182" idx="6"/>
          </p:cNvCxnSpPr>
          <p:nvPr/>
        </p:nvCxnSpPr>
        <p:spPr>
          <a:xfrm rot="10800000">
            <a:off x="7458458" y="4743314"/>
            <a:ext cx="1022700" cy="1459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9" name="Google Shape;1209;p36"/>
          <p:cNvCxnSpPr>
            <a:stCxn id="1182" idx="3"/>
            <a:endCxn id="1184" idx="0"/>
          </p:cNvCxnSpPr>
          <p:nvPr/>
        </p:nvCxnSpPr>
        <p:spPr>
          <a:xfrm flipH="1">
            <a:off x="6202247" y="4955360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0" name="Google Shape;1210;p36"/>
          <p:cNvCxnSpPr>
            <a:stCxn id="1184" idx="7"/>
            <a:endCxn id="1182" idx="4"/>
          </p:cNvCxnSpPr>
          <p:nvPr/>
        </p:nvCxnSpPr>
        <p:spPr>
          <a:xfrm rot="10800000" flipH="1">
            <a:off x="6414258" y="5043223"/>
            <a:ext cx="744300" cy="124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1" name="Google Shape;1211;p36"/>
          <p:cNvCxnSpPr>
            <a:stCxn id="1192" idx="1"/>
            <a:endCxn id="1179" idx="6"/>
          </p:cNvCxnSpPr>
          <p:nvPr/>
        </p:nvCxnSpPr>
        <p:spPr>
          <a:xfrm rot="10800000">
            <a:off x="4638158" y="2647244"/>
            <a:ext cx="5365800" cy="752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2" name="Google Shape;1212;p36"/>
          <p:cNvCxnSpPr>
            <a:stCxn id="1192" idx="3"/>
            <a:endCxn id="1196" idx="0"/>
          </p:cNvCxnSpPr>
          <p:nvPr/>
        </p:nvCxnSpPr>
        <p:spPr>
          <a:xfrm flipH="1">
            <a:off x="9290858" y="3823631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3" name="Google Shape;1213;p36"/>
          <p:cNvCxnSpPr>
            <a:stCxn id="1196" idx="7"/>
            <a:endCxn id="1192" idx="4"/>
          </p:cNvCxnSpPr>
          <p:nvPr/>
        </p:nvCxnSpPr>
        <p:spPr>
          <a:xfrm rot="10800000" flipH="1">
            <a:off x="9502929" y="3911580"/>
            <a:ext cx="713100" cy="66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4" name="Google Shape;1214;p36"/>
          <p:cNvCxnSpPr>
            <a:stCxn id="1197" idx="1"/>
            <a:endCxn id="1192" idx="5"/>
          </p:cNvCxnSpPr>
          <p:nvPr/>
        </p:nvCxnSpPr>
        <p:spPr>
          <a:xfrm rot="10800000">
            <a:off x="10427884" y="3823642"/>
            <a:ext cx="506400" cy="60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5" name="Google Shape;1215;p36"/>
          <p:cNvCxnSpPr>
            <a:stCxn id="1192" idx="6"/>
            <a:endCxn id="1197" idx="0"/>
          </p:cNvCxnSpPr>
          <p:nvPr/>
        </p:nvCxnSpPr>
        <p:spPr>
          <a:xfrm>
            <a:off x="10515755" y="3611638"/>
            <a:ext cx="630600" cy="728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3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221" name="Google Shape;1221;p3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2DFA9526-31CB-4C9F-BDB7-1237D1CC715D}" type="datetime1">
              <a:rPr lang="en-US" smtClean="0"/>
              <a:t>1/18/2026</a:t>
            </a:fld>
            <a:endParaRPr/>
          </a:p>
        </p:txBody>
      </p:sp>
      <p:sp>
        <p:nvSpPr>
          <p:cNvPr id="1222" name="Google Shape;1222;p3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23" name="Google Shape;1223;p3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1224" name="Google Shape;1224;p3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Write the Pseudocode for Transplant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3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230" name="Google Shape;1230;p3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801E37A1-2057-4AE4-808A-E3989386E7B5}" type="datetime1">
              <a:rPr lang="en-US" smtClean="0"/>
              <a:t>1/18/2026</a:t>
            </a:fld>
            <a:endParaRPr/>
          </a:p>
        </p:txBody>
      </p:sp>
      <p:sp>
        <p:nvSpPr>
          <p:cNvPr id="1231" name="Google Shape;1231;p3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32" name="Google Shape;1232;p3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1233" name="Google Shape;1233;p3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Write the Pseudocode for Transplant</a:t>
            </a:r>
            <a:endParaRPr/>
          </a:p>
        </p:txBody>
      </p:sp>
      <p:pic>
        <p:nvPicPr>
          <p:cNvPr id="1234" name="Google Shape;123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2527" y="1553391"/>
            <a:ext cx="3800475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3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Case 1: Node z (</a:t>
            </a:r>
            <a:r>
              <a:rPr lang="en-US" b="1"/>
              <a:t>node to be deleted</a:t>
            </a:r>
            <a:r>
              <a:rPr lang="en-US"/>
              <a:t>) has </a:t>
            </a:r>
            <a:r>
              <a:rPr lang="en-US" u="sng"/>
              <a:t>no left child</a:t>
            </a:r>
            <a:endParaRPr/>
          </a:p>
        </p:txBody>
      </p:sp>
      <p:sp>
        <p:nvSpPr>
          <p:cNvPr id="1240" name="Google Shape;1240;p3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D2543BAD-BCC5-494C-BF27-57C5A93E9477}" type="datetime1">
              <a:rPr lang="en-US" smtClean="0"/>
              <a:t>1/18/2026</a:t>
            </a:fld>
            <a:endParaRPr/>
          </a:p>
        </p:txBody>
      </p:sp>
      <p:sp>
        <p:nvSpPr>
          <p:cNvPr id="1241" name="Google Shape;1241;p3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42" name="Google Shape;1242;p3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1243" name="Google Shape;1243;p3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pic>
        <p:nvPicPr>
          <p:cNvPr id="1244" name="Google Shape;124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5769" y="2712384"/>
            <a:ext cx="7280462" cy="253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39"/>
          <p:cNvSpPr/>
          <p:nvPr/>
        </p:nvSpPr>
        <p:spPr>
          <a:xfrm>
            <a:off x="5862918" y="2712384"/>
            <a:ext cx="3133164" cy="21688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4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Case 1: Node z (</a:t>
            </a:r>
            <a:r>
              <a:rPr lang="en-US" b="1"/>
              <a:t>node to be deleted</a:t>
            </a:r>
            <a:r>
              <a:rPr lang="en-US"/>
              <a:t>) has </a:t>
            </a:r>
            <a:r>
              <a:rPr lang="en-US" u="sng"/>
              <a:t>no left child</a:t>
            </a:r>
            <a:endParaRPr/>
          </a:p>
        </p:txBody>
      </p:sp>
      <p:sp>
        <p:nvSpPr>
          <p:cNvPr id="1251" name="Google Shape;1251;p4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662DEF11-7DA3-44E1-A77A-DAAE6B75AC68}" type="datetime1">
              <a:rPr lang="en-US" smtClean="0"/>
              <a:t>1/18/2026</a:t>
            </a:fld>
            <a:endParaRPr/>
          </a:p>
        </p:txBody>
      </p:sp>
      <p:sp>
        <p:nvSpPr>
          <p:cNvPr id="1252" name="Google Shape;1252;p4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53" name="Google Shape;1253;p4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1254" name="Google Shape;1254;p4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255" name="Google Shape;1255;p40"/>
          <p:cNvSpPr/>
          <p:nvPr/>
        </p:nvSpPr>
        <p:spPr>
          <a:xfrm>
            <a:off x="3736235" y="3609602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40"/>
          <p:cNvSpPr/>
          <p:nvPr/>
        </p:nvSpPr>
        <p:spPr>
          <a:xfrm>
            <a:off x="4549415" y="446124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7" name="Google Shape;1257;p40"/>
          <p:cNvCxnSpPr>
            <a:stCxn id="1255" idx="5"/>
            <a:endCxn id="1256" idx="1"/>
          </p:cNvCxnSpPr>
          <p:nvPr/>
        </p:nvCxnSpPr>
        <p:spPr>
          <a:xfrm>
            <a:off x="4252404" y="4125771"/>
            <a:ext cx="385500" cy="4239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58" name="Google Shape;1258;p40"/>
          <p:cNvCxnSpPr>
            <a:stCxn id="1259" idx="0"/>
            <a:endCxn id="1255" idx="3"/>
          </p:cNvCxnSpPr>
          <p:nvPr/>
        </p:nvCxnSpPr>
        <p:spPr>
          <a:xfrm rot="10800000" flipH="1">
            <a:off x="3353102" y="4125867"/>
            <a:ext cx="471600" cy="422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60" name="Google Shape;1260;p40"/>
          <p:cNvCxnSpPr/>
          <p:nvPr/>
        </p:nvCxnSpPr>
        <p:spPr>
          <a:xfrm rot="10800000">
            <a:off x="4072024" y="2892986"/>
            <a:ext cx="0" cy="71661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61" name="Google Shape;1261;p40"/>
          <p:cNvSpPr/>
          <p:nvPr/>
        </p:nvSpPr>
        <p:spPr>
          <a:xfrm>
            <a:off x="5452416" y="3609602"/>
            <a:ext cx="506118" cy="3765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40"/>
          <p:cNvSpPr/>
          <p:nvPr/>
        </p:nvSpPr>
        <p:spPr>
          <a:xfrm>
            <a:off x="3100043" y="4548267"/>
            <a:ext cx="506118" cy="43069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2" name="Google Shape;1262;p40"/>
          <p:cNvCxnSpPr>
            <a:stCxn id="1256" idx="5"/>
          </p:cNvCxnSpPr>
          <p:nvPr/>
        </p:nvCxnSpPr>
        <p:spPr>
          <a:xfrm>
            <a:off x="5065584" y="4977418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63" name="Google Shape;1263;p40"/>
          <p:cNvCxnSpPr>
            <a:stCxn id="1256" idx="3"/>
          </p:cNvCxnSpPr>
          <p:nvPr/>
        </p:nvCxnSpPr>
        <p:spPr>
          <a:xfrm flipH="1">
            <a:off x="4209576" y="4977418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64" name="Google Shape;1264;p40"/>
          <p:cNvSpPr/>
          <p:nvPr/>
        </p:nvSpPr>
        <p:spPr>
          <a:xfrm>
            <a:off x="7173261" y="3697303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5" name="Google Shape;1265;p40"/>
          <p:cNvCxnSpPr/>
          <p:nvPr/>
        </p:nvCxnSpPr>
        <p:spPr>
          <a:xfrm rot="10800000">
            <a:off x="7475626" y="2967139"/>
            <a:ext cx="0" cy="71661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66" name="Google Shape;1266;p40"/>
          <p:cNvCxnSpPr>
            <a:stCxn id="1264" idx="5"/>
          </p:cNvCxnSpPr>
          <p:nvPr/>
        </p:nvCxnSpPr>
        <p:spPr>
          <a:xfrm>
            <a:off x="7689430" y="4213472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67" name="Google Shape;1267;p40"/>
          <p:cNvCxnSpPr>
            <a:stCxn id="1264" idx="3"/>
          </p:cNvCxnSpPr>
          <p:nvPr/>
        </p:nvCxnSpPr>
        <p:spPr>
          <a:xfrm flipH="1">
            <a:off x="6833422" y="4213472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68" name="Google Shape;1268;p40"/>
          <p:cNvSpPr txBox="1"/>
          <p:nvPr/>
        </p:nvSpPr>
        <p:spPr>
          <a:xfrm>
            <a:off x="2209800" y="5746664"/>
            <a:ext cx="771243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simple transplant operation can get the task done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Transplat (z,z.right)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4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Case 2: Node z (</a:t>
            </a:r>
            <a:r>
              <a:rPr lang="en-US" b="1"/>
              <a:t>node to be deleted</a:t>
            </a:r>
            <a:r>
              <a:rPr lang="en-US"/>
              <a:t>) has </a:t>
            </a:r>
            <a:r>
              <a:rPr lang="en-US" u="sng"/>
              <a:t>no right child</a:t>
            </a:r>
            <a:endParaRPr/>
          </a:p>
        </p:txBody>
      </p:sp>
      <p:sp>
        <p:nvSpPr>
          <p:cNvPr id="1274" name="Google Shape;1274;p4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10288E92-F37E-4C2A-87E6-9340234B796C}" type="datetime1">
              <a:rPr lang="en-US" smtClean="0"/>
              <a:t>1/18/2026</a:t>
            </a:fld>
            <a:endParaRPr/>
          </a:p>
        </p:txBody>
      </p:sp>
      <p:sp>
        <p:nvSpPr>
          <p:cNvPr id="1275" name="Google Shape;1275;p4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76" name="Google Shape;1276;p4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1277" name="Google Shape;1277;p4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278" name="Google Shape;1278;p41"/>
          <p:cNvSpPr/>
          <p:nvPr/>
        </p:nvSpPr>
        <p:spPr>
          <a:xfrm>
            <a:off x="4379819" y="295069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41"/>
          <p:cNvSpPr/>
          <p:nvPr/>
        </p:nvSpPr>
        <p:spPr>
          <a:xfrm>
            <a:off x="3194741" y="386632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0" name="Google Shape;1280;p41"/>
          <p:cNvCxnSpPr>
            <a:stCxn id="1278" idx="3"/>
            <a:endCxn id="1279" idx="1"/>
          </p:cNvCxnSpPr>
          <p:nvPr/>
        </p:nvCxnSpPr>
        <p:spPr>
          <a:xfrm flipH="1">
            <a:off x="3283380" y="3466866"/>
            <a:ext cx="1185000" cy="488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1" name="Google Shape;1281;p41"/>
          <p:cNvCxnSpPr>
            <a:stCxn id="1282" idx="0"/>
            <a:endCxn id="1278" idx="5"/>
          </p:cNvCxnSpPr>
          <p:nvPr/>
        </p:nvCxnSpPr>
        <p:spPr>
          <a:xfrm rot="10800000">
            <a:off x="4896052" y="3466847"/>
            <a:ext cx="828600" cy="435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3" name="Google Shape;1283;p41"/>
          <p:cNvCxnSpPr/>
          <p:nvPr/>
        </p:nvCxnSpPr>
        <p:spPr>
          <a:xfrm rot="10800000">
            <a:off x="4715608" y="2234081"/>
            <a:ext cx="0" cy="71661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4" name="Google Shape;1284;p41"/>
          <p:cNvSpPr/>
          <p:nvPr/>
        </p:nvSpPr>
        <p:spPr>
          <a:xfrm>
            <a:off x="6096000" y="2950697"/>
            <a:ext cx="506118" cy="3765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41"/>
          <p:cNvSpPr/>
          <p:nvPr/>
        </p:nvSpPr>
        <p:spPr>
          <a:xfrm>
            <a:off x="5471593" y="3902447"/>
            <a:ext cx="506118" cy="43069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5" name="Google Shape;1285;p41"/>
          <p:cNvCxnSpPr>
            <a:stCxn id="1279" idx="5"/>
          </p:cNvCxnSpPr>
          <p:nvPr/>
        </p:nvCxnSpPr>
        <p:spPr>
          <a:xfrm>
            <a:off x="3710910" y="4382498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6" name="Google Shape;1286;p41"/>
          <p:cNvCxnSpPr>
            <a:stCxn id="1279" idx="3"/>
          </p:cNvCxnSpPr>
          <p:nvPr/>
        </p:nvCxnSpPr>
        <p:spPr>
          <a:xfrm flipH="1">
            <a:off x="2854902" y="4382498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87" name="Google Shape;1287;p41"/>
          <p:cNvSpPr/>
          <p:nvPr/>
        </p:nvSpPr>
        <p:spPr>
          <a:xfrm>
            <a:off x="7816845" y="3038398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8" name="Google Shape;1288;p41"/>
          <p:cNvCxnSpPr/>
          <p:nvPr/>
        </p:nvCxnSpPr>
        <p:spPr>
          <a:xfrm rot="10800000">
            <a:off x="8119210" y="2308234"/>
            <a:ext cx="0" cy="716617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9" name="Google Shape;1289;p41"/>
          <p:cNvCxnSpPr>
            <a:stCxn id="1287" idx="5"/>
          </p:cNvCxnSpPr>
          <p:nvPr/>
        </p:nvCxnSpPr>
        <p:spPr>
          <a:xfrm>
            <a:off x="8333014" y="3554567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90" name="Google Shape;1290;p41"/>
          <p:cNvCxnSpPr>
            <a:stCxn id="1287" idx="3"/>
          </p:cNvCxnSpPr>
          <p:nvPr/>
        </p:nvCxnSpPr>
        <p:spPr>
          <a:xfrm flipH="1">
            <a:off x="7477006" y="3554567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1" name="Google Shape;1291;p41"/>
          <p:cNvSpPr txBox="1"/>
          <p:nvPr/>
        </p:nvSpPr>
        <p:spPr>
          <a:xfrm>
            <a:off x="2121495" y="5112064"/>
            <a:ext cx="771243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simple transplant operation can get the task done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Transplat (z,z.left)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42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</a:t>
            </a:r>
            <a:r>
              <a:rPr lang="en-US" sz="1600" b="1"/>
              <a:t>not the immediate child</a:t>
            </a:r>
            <a:endParaRPr/>
          </a:p>
        </p:txBody>
      </p:sp>
      <p:sp>
        <p:nvSpPr>
          <p:cNvPr id="1297" name="Google Shape;1297;p4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F73C7F59-D2CB-4102-82D4-DD36A95263D5}" type="datetime1">
              <a:rPr lang="en-US" smtClean="0"/>
              <a:t>1/18/2026</a:t>
            </a:fld>
            <a:endParaRPr/>
          </a:p>
        </p:txBody>
      </p:sp>
      <p:sp>
        <p:nvSpPr>
          <p:cNvPr id="1298" name="Google Shape;1298;p4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99" name="Google Shape;1299;p4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1300" name="Google Shape;1300;p4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301" name="Google Shape;1301;p42"/>
          <p:cNvSpPr/>
          <p:nvPr/>
        </p:nvSpPr>
        <p:spPr>
          <a:xfrm>
            <a:off x="4373920" y="280628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2"/>
          <p:cNvSpPr/>
          <p:nvPr/>
        </p:nvSpPr>
        <p:spPr>
          <a:xfrm>
            <a:off x="3427268" y="346686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42"/>
          <p:cNvCxnSpPr>
            <a:stCxn id="1301" idx="3"/>
            <a:endCxn id="1302" idx="7"/>
          </p:cNvCxnSpPr>
          <p:nvPr/>
        </p:nvCxnSpPr>
        <p:spPr>
          <a:xfrm flipH="1">
            <a:off x="3943481" y="3322458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04" name="Google Shape;1304;p42"/>
          <p:cNvCxnSpPr>
            <a:stCxn id="1305" idx="0"/>
            <a:endCxn id="1301" idx="5"/>
          </p:cNvCxnSpPr>
          <p:nvPr/>
        </p:nvCxnSpPr>
        <p:spPr>
          <a:xfrm rot="10800000">
            <a:off x="4890071" y="3322327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06" name="Google Shape;1306;p42"/>
          <p:cNvCxnSpPr>
            <a:stCxn id="1301" idx="0"/>
          </p:cNvCxnSpPr>
          <p:nvPr/>
        </p:nvCxnSpPr>
        <p:spPr>
          <a:xfrm rot="10800000">
            <a:off x="4676285" y="2145689"/>
            <a:ext cx="0" cy="6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07" name="Google Shape;1307;p42"/>
          <p:cNvCxnSpPr>
            <a:stCxn id="1302" idx="5"/>
          </p:cNvCxnSpPr>
          <p:nvPr/>
        </p:nvCxnSpPr>
        <p:spPr>
          <a:xfrm>
            <a:off x="3943437" y="3983035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08" name="Google Shape;1308;p42"/>
          <p:cNvCxnSpPr>
            <a:stCxn id="1302" idx="3"/>
          </p:cNvCxnSpPr>
          <p:nvPr/>
        </p:nvCxnSpPr>
        <p:spPr>
          <a:xfrm flipH="1">
            <a:off x="3087429" y="398303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5" name="Google Shape;1305;p42"/>
          <p:cNvSpPr/>
          <p:nvPr/>
        </p:nvSpPr>
        <p:spPr>
          <a:xfrm>
            <a:off x="5592706" y="35554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9" name="Google Shape;1309;p42"/>
          <p:cNvCxnSpPr>
            <a:stCxn id="1305" idx="5"/>
          </p:cNvCxnSpPr>
          <p:nvPr/>
        </p:nvCxnSpPr>
        <p:spPr>
          <a:xfrm>
            <a:off x="6108875" y="4071596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0" name="Google Shape;1310;p42"/>
          <p:cNvCxnSpPr>
            <a:stCxn id="1305" idx="3"/>
          </p:cNvCxnSpPr>
          <p:nvPr/>
        </p:nvCxnSpPr>
        <p:spPr>
          <a:xfrm flipH="1">
            <a:off x="5252867" y="407159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1" name="Google Shape;1311;p42"/>
          <p:cNvSpPr/>
          <p:nvPr/>
        </p:nvSpPr>
        <p:spPr>
          <a:xfrm>
            <a:off x="4786599" y="443209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2" name="Google Shape;1312;p42"/>
          <p:cNvCxnSpPr>
            <a:stCxn id="1311" idx="3"/>
          </p:cNvCxnSpPr>
          <p:nvPr/>
        </p:nvCxnSpPr>
        <p:spPr>
          <a:xfrm flipH="1">
            <a:off x="4446760" y="494826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3" name="Google Shape;1313;p42"/>
          <p:cNvCxnSpPr>
            <a:stCxn id="1311" idx="5"/>
            <a:endCxn id="1314" idx="1"/>
          </p:cNvCxnSpPr>
          <p:nvPr/>
        </p:nvCxnSpPr>
        <p:spPr>
          <a:xfrm>
            <a:off x="5302768" y="4948266"/>
            <a:ext cx="391500" cy="330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4" name="Google Shape;1314;p42"/>
          <p:cNvSpPr/>
          <p:nvPr/>
        </p:nvSpPr>
        <p:spPr>
          <a:xfrm>
            <a:off x="5605844" y="518965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5" name="Google Shape;1315;p42"/>
          <p:cNvCxnSpPr>
            <a:stCxn id="1314" idx="3"/>
          </p:cNvCxnSpPr>
          <p:nvPr/>
        </p:nvCxnSpPr>
        <p:spPr>
          <a:xfrm flipH="1">
            <a:off x="5226105" y="5705823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6" name="Google Shape;1316;p42"/>
          <p:cNvCxnSpPr/>
          <p:nvPr/>
        </p:nvCxnSpPr>
        <p:spPr>
          <a:xfrm>
            <a:off x="6210575" y="5669453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43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not the immediate child</a:t>
            </a:r>
            <a:endParaRPr/>
          </a:p>
        </p:txBody>
      </p:sp>
      <p:sp>
        <p:nvSpPr>
          <p:cNvPr id="1322" name="Google Shape;1322;p4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6D450C80-52F9-4475-87EB-CB616405ECDB}" type="datetime1">
              <a:rPr lang="en-US" smtClean="0"/>
              <a:t>1/18/2026</a:t>
            </a:fld>
            <a:endParaRPr/>
          </a:p>
        </p:txBody>
      </p:sp>
      <p:sp>
        <p:nvSpPr>
          <p:cNvPr id="1323" name="Google Shape;1323;p4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24" name="Google Shape;1324;p4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1325" name="Google Shape;1325;p4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326" name="Google Shape;1326;p43"/>
          <p:cNvSpPr/>
          <p:nvPr/>
        </p:nvSpPr>
        <p:spPr>
          <a:xfrm>
            <a:off x="4373920" y="280628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43"/>
          <p:cNvSpPr/>
          <p:nvPr/>
        </p:nvSpPr>
        <p:spPr>
          <a:xfrm>
            <a:off x="3427268" y="346686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8" name="Google Shape;1328;p43"/>
          <p:cNvCxnSpPr>
            <a:stCxn id="1326" idx="3"/>
            <a:endCxn id="1327" idx="7"/>
          </p:cNvCxnSpPr>
          <p:nvPr/>
        </p:nvCxnSpPr>
        <p:spPr>
          <a:xfrm flipH="1">
            <a:off x="3943481" y="3322458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9" name="Google Shape;1329;p43"/>
          <p:cNvCxnSpPr>
            <a:stCxn id="1330" idx="0"/>
            <a:endCxn id="1326" idx="5"/>
          </p:cNvCxnSpPr>
          <p:nvPr/>
        </p:nvCxnSpPr>
        <p:spPr>
          <a:xfrm rot="10800000">
            <a:off x="4890071" y="3322327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1" name="Google Shape;1331;p43"/>
          <p:cNvCxnSpPr>
            <a:stCxn id="1326" idx="0"/>
          </p:cNvCxnSpPr>
          <p:nvPr/>
        </p:nvCxnSpPr>
        <p:spPr>
          <a:xfrm rot="10800000">
            <a:off x="4676285" y="2145689"/>
            <a:ext cx="0" cy="6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2" name="Google Shape;1332;p43"/>
          <p:cNvCxnSpPr>
            <a:stCxn id="1327" idx="5"/>
          </p:cNvCxnSpPr>
          <p:nvPr/>
        </p:nvCxnSpPr>
        <p:spPr>
          <a:xfrm>
            <a:off x="3943437" y="3983035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3" name="Google Shape;1333;p43"/>
          <p:cNvCxnSpPr>
            <a:stCxn id="1327" idx="3"/>
          </p:cNvCxnSpPr>
          <p:nvPr/>
        </p:nvCxnSpPr>
        <p:spPr>
          <a:xfrm flipH="1">
            <a:off x="3087429" y="398303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0" name="Google Shape;1330;p43"/>
          <p:cNvSpPr/>
          <p:nvPr/>
        </p:nvSpPr>
        <p:spPr>
          <a:xfrm>
            <a:off x="5592706" y="35554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4" name="Google Shape;1334;p43"/>
          <p:cNvCxnSpPr>
            <a:stCxn id="1330" idx="5"/>
          </p:cNvCxnSpPr>
          <p:nvPr/>
        </p:nvCxnSpPr>
        <p:spPr>
          <a:xfrm>
            <a:off x="6108875" y="4071596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5" name="Google Shape;1335;p43"/>
          <p:cNvCxnSpPr>
            <a:stCxn id="1330" idx="3"/>
          </p:cNvCxnSpPr>
          <p:nvPr/>
        </p:nvCxnSpPr>
        <p:spPr>
          <a:xfrm flipH="1">
            <a:off x="5252867" y="407159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6" name="Google Shape;1336;p43"/>
          <p:cNvSpPr/>
          <p:nvPr/>
        </p:nvSpPr>
        <p:spPr>
          <a:xfrm>
            <a:off x="4786599" y="443209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7" name="Google Shape;1337;p43"/>
          <p:cNvCxnSpPr>
            <a:stCxn id="1336" idx="3"/>
          </p:cNvCxnSpPr>
          <p:nvPr/>
        </p:nvCxnSpPr>
        <p:spPr>
          <a:xfrm flipH="1">
            <a:off x="4446760" y="494826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8" name="Google Shape;1338;p43"/>
          <p:cNvCxnSpPr>
            <a:stCxn id="1336" idx="5"/>
            <a:endCxn id="1339" idx="1"/>
          </p:cNvCxnSpPr>
          <p:nvPr/>
        </p:nvCxnSpPr>
        <p:spPr>
          <a:xfrm>
            <a:off x="5302768" y="4948266"/>
            <a:ext cx="391500" cy="330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9" name="Google Shape;1339;p43"/>
          <p:cNvSpPr/>
          <p:nvPr/>
        </p:nvSpPr>
        <p:spPr>
          <a:xfrm>
            <a:off x="5605844" y="518965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0" name="Google Shape;1340;p43"/>
          <p:cNvCxnSpPr>
            <a:stCxn id="1339" idx="3"/>
          </p:cNvCxnSpPr>
          <p:nvPr/>
        </p:nvCxnSpPr>
        <p:spPr>
          <a:xfrm flipH="1">
            <a:off x="5226105" y="5705823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41" name="Google Shape;1341;p43"/>
          <p:cNvCxnSpPr/>
          <p:nvPr/>
        </p:nvCxnSpPr>
        <p:spPr>
          <a:xfrm>
            <a:off x="6210575" y="5669453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2" name="Google Shape;1342;p43"/>
          <p:cNvSpPr/>
          <p:nvPr/>
        </p:nvSpPr>
        <p:spPr>
          <a:xfrm>
            <a:off x="4502098" y="4387508"/>
            <a:ext cx="1130225" cy="757557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43"/>
          <p:cNvSpPr txBox="1"/>
          <p:nvPr/>
        </p:nvSpPr>
        <p:spPr>
          <a:xfrm>
            <a:off x="4157275" y="4705650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43"/>
          <p:cNvSpPr txBox="1"/>
          <p:nvPr/>
        </p:nvSpPr>
        <p:spPr>
          <a:xfrm>
            <a:off x="4032000" y="2482913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4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not the immediate child</a:t>
            </a:r>
            <a:endParaRPr/>
          </a:p>
        </p:txBody>
      </p:sp>
      <p:sp>
        <p:nvSpPr>
          <p:cNvPr id="1350" name="Google Shape;1350;p4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D62A383-5695-4BAF-BA4A-C9A5747B88F6}" type="datetime1">
              <a:rPr lang="en-US" smtClean="0"/>
              <a:t>1/18/2026</a:t>
            </a:fld>
            <a:endParaRPr/>
          </a:p>
        </p:txBody>
      </p:sp>
      <p:sp>
        <p:nvSpPr>
          <p:cNvPr id="1351" name="Google Shape;1351;p4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52" name="Google Shape;1352;p4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1353" name="Google Shape;1353;p4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354" name="Google Shape;1354;p44"/>
          <p:cNvSpPr/>
          <p:nvPr/>
        </p:nvSpPr>
        <p:spPr>
          <a:xfrm>
            <a:off x="4373920" y="280628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44"/>
          <p:cNvSpPr/>
          <p:nvPr/>
        </p:nvSpPr>
        <p:spPr>
          <a:xfrm>
            <a:off x="3427268" y="346686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6" name="Google Shape;1356;p44"/>
          <p:cNvCxnSpPr>
            <a:stCxn id="1354" idx="3"/>
            <a:endCxn id="1355" idx="7"/>
          </p:cNvCxnSpPr>
          <p:nvPr/>
        </p:nvCxnSpPr>
        <p:spPr>
          <a:xfrm flipH="1">
            <a:off x="3943481" y="3322458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57" name="Google Shape;1357;p44"/>
          <p:cNvCxnSpPr>
            <a:stCxn id="1358" idx="0"/>
            <a:endCxn id="1354" idx="5"/>
          </p:cNvCxnSpPr>
          <p:nvPr/>
        </p:nvCxnSpPr>
        <p:spPr>
          <a:xfrm rot="10800000">
            <a:off x="4890071" y="3322327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59" name="Google Shape;1359;p44"/>
          <p:cNvCxnSpPr>
            <a:stCxn id="1354" idx="0"/>
          </p:cNvCxnSpPr>
          <p:nvPr/>
        </p:nvCxnSpPr>
        <p:spPr>
          <a:xfrm rot="10800000">
            <a:off x="4676285" y="2145689"/>
            <a:ext cx="0" cy="6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0" name="Google Shape;1360;p44"/>
          <p:cNvCxnSpPr>
            <a:stCxn id="1355" idx="5"/>
          </p:cNvCxnSpPr>
          <p:nvPr/>
        </p:nvCxnSpPr>
        <p:spPr>
          <a:xfrm>
            <a:off x="3943437" y="3983035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1" name="Google Shape;1361;p44"/>
          <p:cNvCxnSpPr>
            <a:stCxn id="1355" idx="3"/>
          </p:cNvCxnSpPr>
          <p:nvPr/>
        </p:nvCxnSpPr>
        <p:spPr>
          <a:xfrm flipH="1">
            <a:off x="3087429" y="398303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8" name="Google Shape;1358;p44"/>
          <p:cNvSpPr/>
          <p:nvPr/>
        </p:nvSpPr>
        <p:spPr>
          <a:xfrm>
            <a:off x="5592706" y="35554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2" name="Google Shape;1362;p44"/>
          <p:cNvCxnSpPr>
            <a:stCxn id="1358" idx="5"/>
          </p:cNvCxnSpPr>
          <p:nvPr/>
        </p:nvCxnSpPr>
        <p:spPr>
          <a:xfrm>
            <a:off x="6108875" y="4071596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3" name="Google Shape;1363;p44"/>
          <p:cNvCxnSpPr>
            <a:stCxn id="1358" idx="3"/>
          </p:cNvCxnSpPr>
          <p:nvPr/>
        </p:nvCxnSpPr>
        <p:spPr>
          <a:xfrm flipH="1">
            <a:off x="5252867" y="407159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4" name="Google Shape;1364;p44"/>
          <p:cNvSpPr/>
          <p:nvPr/>
        </p:nvSpPr>
        <p:spPr>
          <a:xfrm>
            <a:off x="4786599" y="443209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5" name="Google Shape;1365;p44"/>
          <p:cNvCxnSpPr>
            <a:stCxn id="1364" idx="3"/>
          </p:cNvCxnSpPr>
          <p:nvPr/>
        </p:nvCxnSpPr>
        <p:spPr>
          <a:xfrm flipH="1">
            <a:off x="4446760" y="494826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6" name="Google Shape;1366;p44"/>
          <p:cNvCxnSpPr>
            <a:stCxn id="1364" idx="5"/>
            <a:endCxn id="1367" idx="1"/>
          </p:cNvCxnSpPr>
          <p:nvPr/>
        </p:nvCxnSpPr>
        <p:spPr>
          <a:xfrm>
            <a:off x="5302768" y="4948266"/>
            <a:ext cx="391500" cy="330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67" name="Google Shape;1367;p44"/>
          <p:cNvSpPr/>
          <p:nvPr/>
        </p:nvSpPr>
        <p:spPr>
          <a:xfrm>
            <a:off x="5605844" y="518965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8" name="Google Shape;1368;p44"/>
          <p:cNvCxnSpPr>
            <a:stCxn id="1367" idx="3"/>
          </p:cNvCxnSpPr>
          <p:nvPr/>
        </p:nvCxnSpPr>
        <p:spPr>
          <a:xfrm flipH="1">
            <a:off x="5226105" y="5705823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9" name="Google Shape;1369;p44"/>
          <p:cNvCxnSpPr/>
          <p:nvPr/>
        </p:nvCxnSpPr>
        <p:spPr>
          <a:xfrm>
            <a:off x="6210575" y="5669453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0" name="Google Shape;1370;p44"/>
          <p:cNvSpPr/>
          <p:nvPr/>
        </p:nvSpPr>
        <p:spPr>
          <a:xfrm>
            <a:off x="4502098" y="4387508"/>
            <a:ext cx="1130225" cy="757557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44"/>
          <p:cNvSpPr txBox="1"/>
          <p:nvPr/>
        </p:nvSpPr>
        <p:spPr>
          <a:xfrm>
            <a:off x="7213352" y="2887799"/>
            <a:ext cx="566669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 the minimum node be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y with its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44"/>
          <p:cNvSpPr txBox="1"/>
          <p:nvPr/>
        </p:nvSpPr>
        <p:spPr>
          <a:xfrm>
            <a:off x="4157275" y="4705650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44"/>
          <p:cNvSpPr txBox="1"/>
          <p:nvPr/>
        </p:nvSpPr>
        <p:spPr>
          <a:xfrm>
            <a:off x="4032000" y="2482913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45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not the immediate child</a:t>
            </a:r>
            <a:endParaRPr/>
          </a:p>
        </p:txBody>
      </p:sp>
      <p:sp>
        <p:nvSpPr>
          <p:cNvPr id="1379" name="Google Shape;1379;p4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F8BA8EB5-351E-45C0-9653-E9A8A69F54DF}" type="datetime1">
              <a:rPr lang="en-US" smtClean="0"/>
              <a:t>1/18/2026</a:t>
            </a:fld>
            <a:endParaRPr/>
          </a:p>
        </p:txBody>
      </p:sp>
      <p:sp>
        <p:nvSpPr>
          <p:cNvPr id="1380" name="Google Shape;1380;p4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381" name="Google Shape;1381;p4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1382" name="Google Shape;1382;p4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383" name="Google Shape;1383;p45"/>
          <p:cNvSpPr/>
          <p:nvPr/>
        </p:nvSpPr>
        <p:spPr>
          <a:xfrm>
            <a:off x="4373920" y="280628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5"/>
          <p:cNvSpPr/>
          <p:nvPr/>
        </p:nvSpPr>
        <p:spPr>
          <a:xfrm>
            <a:off x="3427268" y="346686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5" name="Google Shape;1385;p45"/>
          <p:cNvCxnSpPr>
            <a:stCxn id="1383" idx="3"/>
            <a:endCxn id="1384" idx="7"/>
          </p:cNvCxnSpPr>
          <p:nvPr/>
        </p:nvCxnSpPr>
        <p:spPr>
          <a:xfrm flipH="1">
            <a:off x="3943481" y="3322458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6" name="Google Shape;1386;p45"/>
          <p:cNvCxnSpPr>
            <a:stCxn id="1387" idx="0"/>
            <a:endCxn id="1383" idx="5"/>
          </p:cNvCxnSpPr>
          <p:nvPr/>
        </p:nvCxnSpPr>
        <p:spPr>
          <a:xfrm rot="10800000">
            <a:off x="4890071" y="3322327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8" name="Google Shape;1388;p45"/>
          <p:cNvCxnSpPr>
            <a:stCxn id="1383" idx="0"/>
          </p:cNvCxnSpPr>
          <p:nvPr/>
        </p:nvCxnSpPr>
        <p:spPr>
          <a:xfrm rot="10800000">
            <a:off x="4676285" y="2145689"/>
            <a:ext cx="0" cy="6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9" name="Google Shape;1389;p45"/>
          <p:cNvCxnSpPr>
            <a:stCxn id="1384" idx="5"/>
          </p:cNvCxnSpPr>
          <p:nvPr/>
        </p:nvCxnSpPr>
        <p:spPr>
          <a:xfrm>
            <a:off x="3943437" y="3983035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0" name="Google Shape;1390;p45"/>
          <p:cNvCxnSpPr>
            <a:stCxn id="1384" idx="3"/>
          </p:cNvCxnSpPr>
          <p:nvPr/>
        </p:nvCxnSpPr>
        <p:spPr>
          <a:xfrm flipH="1">
            <a:off x="3087429" y="398303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87" name="Google Shape;1387;p45"/>
          <p:cNvSpPr/>
          <p:nvPr/>
        </p:nvSpPr>
        <p:spPr>
          <a:xfrm>
            <a:off x="5592706" y="35554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1" name="Google Shape;1391;p45"/>
          <p:cNvCxnSpPr>
            <a:stCxn id="1387" idx="5"/>
          </p:cNvCxnSpPr>
          <p:nvPr/>
        </p:nvCxnSpPr>
        <p:spPr>
          <a:xfrm>
            <a:off x="6108875" y="4071596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2" name="Google Shape;1392;p45"/>
          <p:cNvCxnSpPr>
            <a:stCxn id="1387" idx="3"/>
          </p:cNvCxnSpPr>
          <p:nvPr/>
        </p:nvCxnSpPr>
        <p:spPr>
          <a:xfrm flipH="1">
            <a:off x="5252867" y="407159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3" name="Google Shape;1393;p45"/>
          <p:cNvSpPr/>
          <p:nvPr/>
        </p:nvSpPr>
        <p:spPr>
          <a:xfrm>
            <a:off x="3213464" y="495395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4" name="Google Shape;1394;p45"/>
          <p:cNvCxnSpPr>
            <a:stCxn id="1393" idx="3"/>
          </p:cNvCxnSpPr>
          <p:nvPr/>
        </p:nvCxnSpPr>
        <p:spPr>
          <a:xfrm flipH="1">
            <a:off x="2873625" y="547012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5" name="Google Shape;1395;p45"/>
          <p:cNvCxnSpPr>
            <a:stCxn id="1393" idx="5"/>
          </p:cNvCxnSpPr>
          <p:nvPr/>
        </p:nvCxnSpPr>
        <p:spPr>
          <a:xfrm>
            <a:off x="3729633" y="5470125"/>
            <a:ext cx="391500" cy="330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6" name="Google Shape;1396;p45"/>
          <p:cNvSpPr/>
          <p:nvPr/>
        </p:nvSpPr>
        <p:spPr>
          <a:xfrm>
            <a:off x="4864162" y="447606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7" name="Google Shape;1397;p45"/>
          <p:cNvCxnSpPr>
            <a:stCxn id="1396" idx="3"/>
          </p:cNvCxnSpPr>
          <p:nvPr/>
        </p:nvCxnSpPr>
        <p:spPr>
          <a:xfrm flipH="1">
            <a:off x="4484423" y="4992238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98" name="Google Shape;1398;p45"/>
          <p:cNvCxnSpPr/>
          <p:nvPr/>
        </p:nvCxnSpPr>
        <p:spPr>
          <a:xfrm>
            <a:off x="5468893" y="4955868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9" name="Google Shape;1399;p45"/>
          <p:cNvSpPr txBox="1"/>
          <p:nvPr/>
        </p:nvSpPr>
        <p:spPr>
          <a:xfrm>
            <a:off x="7213352" y="2887799"/>
            <a:ext cx="566669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 the minimum node be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y with its right child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5"/>
          <p:cNvSpPr/>
          <p:nvPr/>
        </p:nvSpPr>
        <p:spPr>
          <a:xfrm>
            <a:off x="2850199" y="4833262"/>
            <a:ext cx="1130225" cy="757557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45"/>
          <p:cNvSpPr txBox="1"/>
          <p:nvPr/>
        </p:nvSpPr>
        <p:spPr>
          <a:xfrm>
            <a:off x="2449775" y="4833250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45"/>
          <p:cNvSpPr txBox="1"/>
          <p:nvPr/>
        </p:nvSpPr>
        <p:spPr>
          <a:xfrm>
            <a:off x="4032000" y="2482913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46"/>
          <p:cNvSpPr txBox="1">
            <a:spLocks noGrp="1"/>
          </p:cNvSpPr>
          <p:nvPr>
            <p:ph type="body" idx="1"/>
          </p:nvPr>
        </p:nvSpPr>
        <p:spPr>
          <a:xfrm>
            <a:off x="782200" y="954741"/>
            <a:ext cx="10515600" cy="52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not the immediate child</a:t>
            </a:r>
            <a:endParaRPr/>
          </a:p>
        </p:txBody>
      </p:sp>
      <p:sp>
        <p:nvSpPr>
          <p:cNvPr id="1408" name="Google Shape;1408;p4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563998D-11E9-4BB2-BDB3-41D2F04C67DB}" type="datetime1">
              <a:rPr lang="en-US" smtClean="0"/>
              <a:t>1/18/2026</a:t>
            </a:fld>
            <a:endParaRPr/>
          </a:p>
        </p:txBody>
      </p:sp>
      <p:sp>
        <p:nvSpPr>
          <p:cNvPr id="1409" name="Google Shape;1409;p4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10" name="Google Shape;1410;p4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1411" name="Google Shape;1411;p4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412" name="Google Shape;1412;p46"/>
          <p:cNvSpPr/>
          <p:nvPr/>
        </p:nvSpPr>
        <p:spPr>
          <a:xfrm>
            <a:off x="4373920" y="280628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46"/>
          <p:cNvSpPr/>
          <p:nvPr/>
        </p:nvSpPr>
        <p:spPr>
          <a:xfrm>
            <a:off x="3427268" y="346686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4" name="Google Shape;1414;p46"/>
          <p:cNvCxnSpPr>
            <a:stCxn id="1412" idx="3"/>
            <a:endCxn id="1413" idx="7"/>
          </p:cNvCxnSpPr>
          <p:nvPr/>
        </p:nvCxnSpPr>
        <p:spPr>
          <a:xfrm flipH="1">
            <a:off x="3943481" y="3322458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5" name="Google Shape;1415;p46"/>
          <p:cNvCxnSpPr>
            <a:stCxn id="1416" idx="0"/>
            <a:endCxn id="1412" idx="5"/>
          </p:cNvCxnSpPr>
          <p:nvPr/>
        </p:nvCxnSpPr>
        <p:spPr>
          <a:xfrm rot="10800000">
            <a:off x="4890071" y="3322327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7" name="Google Shape;1417;p46"/>
          <p:cNvCxnSpPr>
            <a:stCxn id="1412" idx="0"/>
          </p:cNvCxnSpPr>
          <p:nvPr/>
        </p:nvCxnSpPr>
        <p:spPr>
          <a:xfrm rot="10800000">
            <a:off x="4676285" y="2145689"/>
            <a:ext cx="0" cy="6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8" name="Google Shape;1418;p46"/>
          <p:cNvCxnSpPr>
            <a:stCxn id="1413" idx="5"/>
          </p:cNvCxnSpPr>
          <p:nvPr/>
        </p:nvCxnSpPr>
        <p:spPr>
          <a:xfrm>
            <a:off x="3943437" y="3983035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9" name="Google Shape;1419;p46"/>
          <p:cNvCxnSpPr>
            <a:stCxn id="1413" idx="3"/>
          </p:cNvCxnSpPr>
          <p:nvPr/>
        </p:nvCxnSpPr>
        <p:spPr>
          <a:xfrm flipH="1">
            <a:off x="3087429" y="398303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6" name="Google Shape;1416;p46"/>
          <p:cNvSpPr/>
          <p:nvPr/>
        </p:nvSpPr>
        <p:spPr>
          <a:xfrm>
            <a:off x="5592706" y="35554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0" name="Google Shape;1420;p46"/>
          <p:cNvCxnSpPr>
            <a:stCxn id="1416" idx="5"/>
          </p:cNvCxnSpPr>
          <p:nvPr/>
        </p:nvCxnSpPr>
        <p:spPr>
          <a:xfrm>
            <a:off x="6108875" y="4071596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21" name="Google Shape;1421;p46"/>
          <p:cNvCxnSpPr>
            <a:stCxn id="1416" idx="3"/>
          </p:cNvCxnSpPr>
          <p:nvPr/>
        </p:nvCxnSpPr>
        <p:spPr>
          <a:xfrm flipH="1">
            <a:off x="5252867" y="407159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2" name="Google Shape;1422;p46"/>
          <p:cNvSpPr/>
          <p:nvPr/>
        </p:nvSpPr>
        <p:spPr>
          <a:xfrm>
            <a:off x="3213464" y="495395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3" name="Google Shape;1423;p46"/>
          <p:cNvCxnSpPr>
            <a:stCxn id="1422" idx="3"/>
          </p:cNvCxnSpPr>
          <p:nvPr/>
        </p:nvCxnSpPr>
        <p:spPr>
          <a:xfrm flipH="1">
            <a:off x="2873625" y="547012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24" name="Google Shape;1424;p46"/>
          <p:cNvCxnSpPr>
            <a:stCxn id="1422" idx="5"/>
          </p:cNvCxnSpPr>
          <p:nvPr/>
        </p:nvCxnSpPr>
        <p:spPr>
          <a:xfrm>
            <a:off x="3729633" y="5470125"/>
            <a:ext cx="391500" cy="330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5" name="Google Shape;1425;p46"/>
          <p:cNvSpPr/>
          <p:nvPr/>
        </p:nvSpPr>
        <p:spPr>
          <a:xfrm>
            <a:off x="4864162" y="447606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6" name="Google Shape;1426;p46"/>
          <p:cNvCxnSpPr>
            <a:stCxn id="1425" idx="3"/>
          </p:cNvCxnSpPr>
          <p:nvPr/>
        </p:nvCxnSpPr>
        <p:spPr>
          <a:xfrm flipH="1">
            <a:off x="4484423" y="4992238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27" name="Google Shape;1427;p46"/>
          <p:cNvCxnSpPr/>
          <p:nvPr/>
        </p:nvCxnSpPr>
        <p:spPr>
          <a:xfrm>
            <a:off x="5468893" y="4955868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8" name="Google Shape;1428;p46"/>
          <p:cNvSpPr txBox="1"/>
          <p:nvPr/>
        </p:nvSpPr>
        <p:spPr>
          <a:xfrm>
            <a:off x="7213352" y="2887799"/>
            <a:ext cx="5666693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 the minimum node be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y with its right child.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z by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46"/>
          <p:cNvSpPr/>
          <p:nvPr/>
        </p:nvSpPr>
        <p:spPr>
          <a:xfrm>
            <a:off x="2934922" y="4887856"/>
            <a:ext cx="1130225" cy="757557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46"/>
          <p:cNvSpPr txBox="1"/>
          <p:nvPr/>
        </p:nvSpPr>
        <p:spPr>
          <a:xfrm>
            <a:off x="2415925" y="4703675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46"/>
          <p:cNvSpPr txBox="1"/>
          <p:nvPr/>
        </p:nvSpPr>
        <p:spPr>
          <a:xfrm>
            <a:off x="4032000" y="2482913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47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not the immediate child</a:t>
            </a:r>
            <a:endParaRPr/>
          </a:p>
        </p:txBody>
      </p:sp>
      <p:sp>
        <p:nvSpPr>
          <p:cNvPr id="1437" name="Google Shape;1437;p4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875EA93-6533-43CF-BEFA-52A3A981CE96}" type="datetime1">
              <a:rPr lang="en-US" smtClean="0"/>
              <a:t>1/18/2026</a:t>
            </a:fld>
            <a:endParaRPr/>
          </a:p>
        </p:txBody>
      </p:sp>
      <p:sp>
        <p:nvSpPr>
          <p:cNvPr id="1438" name="Google Shape;1438;p4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39" name="Google Shape;1439;p4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1440" name="Google Shape;1440;p4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441" name="Google Shape;1441;p47"/>
          <p:cNvSpPr/>
          <p:nvPr/>
        </p:nvSpPr>
        <p:spPr>
          <a:xfrm>
            <a:off x="4439002" y="394394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47"/>
          <p:cNvSpPr/>
          <p:nvPr/>
        </p:nvSpPr>
        <p:spPr>
          <a:xfrm>
            <a:off x="3492350" y="460452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3" name="Google Shape;1443;p47"/>
          <p:cNvCxnSpPr>
            <a:stCxn id="1441" idx="3"/>
            <a:endCxn id="1442" idx="7"/>
          </p:cNvCxnSpPr>
          <p:nvPr/>
        </p:nvCxnSpPr>
        <p:spPr>
          <a:xfrm flipH="1">
            <a:off x="4008563" y="4460116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4" name="Google Shape;1444;p47"/>
          <p:cNvCxnSpPr>
            <a:stCxn id="1445" idx="0"/>
            <a:endCxn id="1441" idx="5"/>
          </p:cNvCxnSpPr>
          <p:nvPr/>
        </p:nvCxnSpPr>
        <p:spPr>
          <a:xfrm rot="10800000">
            <a:off x="4955153" y="4459985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6" name="Google Shape;1446;p47"/>
          <p:cNvCxnSpPr>
            <a:stCxn id="1447" idx="0"/>
          </p:cNvCxnSpPr>
          <p:nvPr/>
        </p:nvCxnSpPr>
        <p:spPr>
          <a:xfrm rot="10800000">
            <a:off x="4814231" y="2230739"/>
            <a:ext cx="0" cy="4635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8" name="Google Shape;1448;p47"/>
          <p:cNvCxnSpPr>
            <a:stCxn id="1442" idx="5"/>
          </p:cNvCxnSpPr>
          <p:nvPr/>
        </p:nvCxnSpPr>
        <p:spPr>
          <a:xfrm>
            <a:off x="4008519" y="5120693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9" name="Google Shape;1449;p47"/>
          <p:cNvCxnSpPr>
            <a:stCxn id="1442" idx="3"/>
          </p:cNvCxnSpPr>
          <p:nvPr/>
        </p:nvCxnSpPr>
        <p:spPr>
          <a:xfrm flipH="1">
            <a:off x="3152511" y="512069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5" name="Google Shape;1445;p47"/>
          <p:cNvSpPr/>
          <p:nvPr/>
        </p:nvSpPr>
        <p:spPr>
          <a:xfrm>
            <a:off x="5657788" y="4693085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0" name="Google Shape;1450;p47"/>
          <p:cNvCxnSpPr>
            <a:stCxn id="1445" idx="5"/>
          </p:cNvCxnSpPr>
          <p:nvPr/>
        </p:nvCxnSpPr>
        <p:spPr>
          <a:xfrm>
            <a:off x="6173957" y="5209254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1" name="Google Shape;1451;p47"/>
          <p:cNvCxnSpPr>
            <a:stCxn id="1445" idx="3"/>
          </p:cNvCxnSpPr>
          <p:nvPr/>
        </p:nvCxnSpPr>
        <p:spPr>
          <a:xfrm flipH="1">
            <a:off x="5317949" y="5209254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7" name="Google Shape;1447;p47"/>
          <p:cNvSpPr/>
          <p:nvPr/>
        </p:nvSpPr>
        <p:spPr>
          <a:xfrm>
            <a:off x="4511866" y="269423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2" name="Google Shape;1452;p47"/>
          <p:cNvCxnSpPr>
            <a:stCxn id="1447" idx="2"/>
          </p:cNvCxnSpPr>
          <p:nvPr/>
        </p:nvCxnSpPr>
        <p:spPr>
          <a:xfrm flipH="1">
            <a:off x="4080466" y="2996604"/>
            <a:ext cx="431400" cy="3303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3" name="Google Shape;1453;p47"/>
          <p:cNvCxnSpPr>
            <a:stCxn id="1447" idx="6"/>
          </p:cNvCxnSpPr>
          <p:nvPr/>
        </p:nvCxnSpPr>
        <p:spPr>
          <a:xfrm>
            <a:off x="5116596" y="2996604"/>
            <a:ext cx="458700" cy="393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54" name="Google Shape;1454;p47"/>
          <p:cNvSpPr/>
          <p:nvPr/>
        </p:nvSpPr>
        <p:spPr>
          <a:xfrm>
            <a:off x="4929244" y="56137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5" name="Google Shape;1455;p47"/>
          <p:cNvCxnSpPr>
            <a:stCxn id="1454" idx="3"/>
          </p:cNvCxnSpPr>
          <p:nvPr/>
        </p:nvCxnSpPr>
        <p:spPr>
          <a:xfrm flipH="1">
            <a:off x="4549505" y="6129896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6" name="Google Shape;1456;p47"/>
          <p:cNvCxnSpPr/>
          <p:nvPr/>
        </p:nvCxnSpPr>
        <p:spPr>
          <a:xfrm>
            <a:off x="5533975" y="6093526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57" name="Google Shape;1457;p47"/>
          <p:cNvSpPr txBox="1"/>
          <p:nvPr/>
        </p:nvSpPr>
        <p:spPr>
          <a:xfrm>
            <a:off x="7213352" y="2887799"/>
            <a:ext cx="566669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 the minimum node be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y with its right child.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z by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Make the parent child connections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both the sides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47"/>
          <p:cNvSpPr txBox="1"/>
          <p:nvPr/>
        </p:nvSpPr>
        <p:spPr>
          <a:xfrm>
            <a:off x="4008575" y="2504000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47"/>
          <p:cNvSpPr txBox="1"/>
          <p:nvPr/>
        </p:nvSpPr>
        <p:spPr>
          <a:xfrm>
            <a:off x="5086450" y="3837413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48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not the immediate child</a:t>
            </a:r>
            <a:endParaRPr/>
          </a:p>
        </p:txBody>
      </p:sp>
      <p:sp>
        <p:nvSpPr>
          <p:cNvPr id="1465" name="Google Shape;1465;p4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808347CA-476B-492A-B7F0-DE02012A263C}" type="datetime1">
              <a:rPr lang="en-US" smtClean="0"/>
              <a:t>1/18/2026</a:t>
            </a:fld>
            <a:endParaRPr/>
          </a:p>
        </p:txBody>
      </p:sp>
      <p:sp>
        <p:nvSpPr>
          <p:cNvPr id="1466" name="Google Shape;1466;p4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67" name="Google Shape;1467;p4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1468" name="Google Shape;1468;p4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469" name="Google Shape;1469;p48"/>
          <p:cNvSpPr/>
          <p:nvPr/>
        </p:nvSpPr>
        <p:spPr>
          <a:xfrm>
            <a:off x="4439002" y="394394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48"/>
          <p:cNvSpPr/>
          <p:nvPr/>
        </p:nvSpPr>
        <p:spPr>
          <a:xfrm>
            <a:off x="3492350" y="460452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1" name="Google Shape;1471;p48"/>
          <p:cNvCxnSpPr>
            <a:stCxn id="1469" idx="3"/>
            <a:endCxn id="1470" idx="7"/>
          </p:cNvCxnSpPr>
          <p:nvPr/>
        </p:nvCxnSpPr>
        <p:spPr>
          <a:xfrm flipH="1">
            <a:off x="4008563" y="4460116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72" name="Google Shape;1472;p48"/>
          <p:cNvCxnSpPr>
            <a:stCxn id="1473" idx="0"/>
            <a:endCxn id="1469" idx="5"/>
          </p:cNvCxnSpPr>
          <p:nvPr/>
        </p:nvCxnSpPr>
        <p:spPr>
          <a:xfrm rot="10800000">
            <a:off x="4955153" y="4459985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74" name="Google Shape;1474;p48"/>
          <p:cNvCxnSpPr>
            <a:stCxn id="1475" idx="0"/>
          </p:cNvCxnSpPr>
          <p:nvPr/>
        </p:nvCxnSpPr>
        <p:spPr>
          <a:xfrm rot="10800000">
            <a:off x="4814231" y="2230739"/>
            <a:ext cx="0" cy="4635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76" name="Google Shape;1476;p48"/>
          <p:cNvCxnSpPr>
            <a:stCxn id="1470" idx="5"/>
          </p:cNvCxnSpPr>
          <p:nvPr/>
        </p:nvCxnSpPr>
        <p:spPr>
          <a:xfrm>
            <a:off x="4008519" y="5120693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77" name="Google Shape;1477;p48"/>
          <p:cNvCxnSpPr>
            <a:stCxn id="1470" idx="3"/>
          </p:cNvCxnSpPr>
          <p:nvPr/>
        </p:nvCxnSpPr>
        <p:spPr>
          <a:xfrm flipH="1">
            <a:off x="3152511" y="512069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73" name="Google Shape;1473;p48"/>
          <p:cNvSpPr/>
          <p:nvPr/>
        </p:nvSpPr>
        <p:spPr>
          <a:xfrm>
            <a:off x="5657788" y="4693085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8" name="Google Shape;1478;p48"/>
          <p:cNvCxnSpPr>
            <a:stCxn id="1473" idx="5"/>
          </p:cNvCxnSpPr>
          <p:nvPr/>
        </p:nvCxnSpPr>
        <p:spPr>
          <a:xfrm>
            <a:off x="6173957" y="5209254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79" name="Google Shape;1479;p48"/>
          <p:cNvCxnSpPr>
            <a:stCxn id="1473" idx="3"/>
          </p:cNvCxnSpPr>
          <p:nvPr/>
        </p:nvCxnSpPr>
        <p:spPr>
          <a:xfrm flipH="1">
            <a:off x="5317949" y="5209254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75" name="Google Shape;1475;p48"/>
          <p:cNvSpPr/>
          <p:nvPr/>
        </p:nvSpPr>
        <p:spPr>
          <a:xfrm>
            <a:off x="4511866" y="269423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0" name="Google Shape;1480;p48"/>
          <p:cNvCxnSpPr>
            <a:stCxn id="1475" idx="2"/>
            <a:endCxn id="1470" idx="0"/>
          </p:cNvCxnSpPr>
          <p:nvPr/>
        </p:nvCxnSpPr>
        <p:spPr>
          <a:xfrm flipH="1">
            <a:off x="3794566" y="2996604"/>
            <a:ext cx="717300" cy="1608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81" name="Google Shape;1481;p48"/>
          <p:cNvCxnSpPr>
            <a:stCxn id="1475" idx="6"/>
            <a:endCxn id="1473" idx="0"/>
          </p:cNvCxnSpPr>
          <p:nvPr/>
        </p:nvCxnSpPr>
        <p:spPr>
          <a:xfrm>
            <a:off x="5116596" y="2996604"/>
            <a:ext cx="843600" cy="16965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82" name="Google Shape;1482;p48"/>
          <p:cNvSpPr/>
          <p:nvPr/>
        </p:nvSpPr>
        <p:spPr>
          <a:xfrm>
            <a:off x="4929244" y="56137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3" name="Google Shape;1483;p48"/>
          <p:cNvCxnSpPr>
            <a:stCxn id="1482" idx="3"/>
          </p:cNvCxnSpPr>
          <p:nvPr/>
        </p:nvCxnSpPr>
        <p:spPr>
          <a:xfrm flipH="1">
            <a:off x="4549505" y="6129896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84" name="Google Shape;1484;p48"/>
          <p:cNvCxnSpPr/>
          <p:nvPr/>
        </p:nvCxnSpPr>
        <p:spPr>
          <a:xfrm>
            <a:off x="5533975" y="6093526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85" name="Google Shape;1485;p48"/>
          <p:cNvSpPr txBox="1"/>
          <p:nvPr/>
        </p:nvSpPr>
        <p:spPr>
          <a:xfrm>
            <a:off x="7213352" y="2887799"/>
            <a:ext cx="566669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 the minimum node be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y with its right child.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z by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Make the parent child connections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both the sides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49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not the immediate child</a:t>
            </a:r>
            <a:endParaRPr/>
          </a:p>
        </p:txBody>
      </p:sp>
      <p:sp>
        <p:nvSpPr>
          <p:cNvPr id="1491" name="Google Shape;1491;p4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D1F7F08E-9F42-44AD-8053-956C42E7AC7D}" type="datetime1">
              <a:rPr lang="en-US" smtClean="0"/>
              <a:t>1/18/2026</a:t>
            </a:fld>
            <a:endParaRPr/>
          </a:p>
        </p:txBody>
      </p:sp>
      <p:sp>
        <p:nvSpPr>
          <p:cNvPr id="1492" name="Google Shape;1492;p4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93" name="Google Shape;1493;p4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1494" name="Google Shape;1494;p4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495" name="Google Shape;1495;p49"/>
          <p:cNvSpPr/>
          <p:nvPr/>
        </p:nvSpPr>
        <p:spPr>
          <a:xfrm>
            <a:off x="431778" y="319583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49"/>
          <p:cNvSpPr/>
          <p:nvPr/>
        </p:nvSpPr>
        <p:spPr>
          <a:xfrm>
            <a:off x="3492350" y="460452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7" name="Google Shape;1497;p49"/>
          <p:cNvCxnSpPr>
            <a:stCxn id="1495" idx="3"/>
            <a:endCxn id="1496" idx="7"/>
          </p:cNvCxnSpPr>
          <p:nvPr/>
        </p:nvCxnSpPr>
        <p:spPr>
          <a:xfrm>
            <a:off x="520339" y="3712003"/>
            <a:ext cx="3488100" cy="981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8" name="Google Shape;1498;p49"/>
          <p:cNvCxnSpPr>
            <a:stCxn id="1499" idx="0"/>
            <a:endCxn id="1495" idx="5"/>
          </p:cNvCxnSpPr>
          <p:nvPr/>
        </p:nvCxnSpPr>
        <p:spPr>
          <a:xfrm rot="10800000">
            <a:off x="948053" y="3712085"/>
            <a:ext cx="5012100" cy="981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0" name="Google Shape;1500;p49"/>
          <p:cNvCxnSpPr>
            <a:stCxn id="1501" idx="0"/>
          </p:cNvCxnSpPr>
          <p:nvPr/>
        </p:nvCxnSpPr>
        <p:spPr>
          <a:xfrm rot="10800000">
            <a:off x="4814231" y="2230739"/>
            <a:ext cx="0" cy="4635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2" name="Google Shape;1502;p49"/>
          <p:cNvCxnSpPr>
            <a:stCxn id="1496" idx="5"/>
          </p:cNvCxnSpPr>
          <p:nvPr/>
        </p:nvCxnSpPr>
        <p:spPr>
          <a:xfrm>
            <a:off x="4008519" y="5120693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3" name="Google Shape;1503;p49"/>
          <p:cNvCxnSpPr>
            <a:stCxn id="1496" idx="3"/>
          </p:cNvCxnSpPr>
          <p:nvPr/>
        </p:nvCxnSpPr>
        <p:spPr>
          <a:xfrm flipH="1">
            <a:off x="3152511" y="512069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9" name="Google Shape;1499;p49"/>
          <p:cNvSpPr/>
          <p:nvPr/>
        </p:nvSpPr>
        <p:spPr>
          <a:xfrm>
            <a:off x="5657788" y="4693085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4" name="Google Shape;1504;p49"/>
          <p:cNvCxnSpPr>
            <a:stCxn id="1499" idx="5"/>
          </p:cNvCxnSpPr>
          <p:nvPr/>
        </p:nvCxnSpPr>
        <p:spPr>
          <a:xfrm>
            <a:off x="6173957" y="5209254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5" name="Google Shape;1505;p49"/>
          <p:cNvCxnSpPr>
            <a:stCxn id="1499" idx="3"/>
          </p:cNvCxnSpPr>
          <p:nvPr/>
        </p:nvCxnSpPr>
        <p:spPr>
          <a:xfrm flipH="1">
            <a:off x="5317949" y="5209254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1" name="Google Shape;1501;p49"/>
          <p:cNvSpPr/>
          <p:nvPr/>
        </p:nvSpPr>
        <p:spPr>
          <a:xfrm>
            <a:off x="4511866" y="269423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6" name="Google Shape;1506;p49"/>
          <p:cNvCxnSpPr>
            <a:stCxn id="1501" idx="2"/>
            <a:endCxn id="1496" idx="0"/>
          </p:cNvCxnSpPr>
          <p:nvPr/>
        </p:nvCxnSpPr>
        <p:spPr>
          <a:xfrm flipH="1">
            <a:off x="3794566" y="2996604"/>
            <a:ext cx="717300" cy="1608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7" name="Google Shape;1507;p49"/>
          <p:cNvCxnSpPr>
            <a:stCxn id="1501" idx="6"/>
            <a:endCxn id="1499" idx="0"/>
          </p:cNvCxnSpPr>
          <p:nvPr/>
        </p:nvCxnSpPr>
        <p:spPr>
          <a:xfrm>
            <a:off x="5116596" y="2996604"/>
            <a:ext cx="843600" cy="16965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8" name="Google Shape;1508;p49"/>
          <p:cNvSpPr/>
          <p:nvPr/>
        </p:nvSpPr>
        <p:spPr>
          <a:xfrm>
            <a:off x="4929244" y="56137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9" name="Google Shape;1509;p49"/>
          <p:cNvCxnSpPr>
            <a:stCxn id="1508" idx="3"/>
          </p:cNvCxnSpPr>
          <p:nvPr/>
        </p:nvCxnSpPr>
        <p:spPr>
          <a:xfrm flipH="1">
            <a:off x="4549505" y="6129896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10" name="Google Shape;1510;p49"/>
          <p:cNvCxnSpPr/>
          <p:nvPr/>
        </p:nvCxnSpPr>
        <p:spPr>
          <a:xfrm>
            <a:off x="5533975" y="6093526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1" name="Google Shape;1511;p49"/>
          <p:cNvSpPr txBox="1"/>
          <p:nvPr/>
        </p:nvSpPr>
        <p:spPr>
          <a:xfrm>
            <a:off x="7213352" y="2887799"/>
            <a:ext cx="566669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 the minimum node be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y with its right child.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z by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Make the parent child connections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both the sides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50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3: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is not the immediate child</a:t>
            </a:r>
            <a:endParaRPr/>
          </a:p>
        </p:txBody>
      </p:sp>
      <p:sp>
        <p:nvSpPr>
          <p:cNvPr id="1517" name="Google Shape;1517;p5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443ABD0-D76A-4E37-937B-CDACD72899C4}" type="datetime1">
              <a:rPr lang="en-US" smtClean="0"/>
              <a:t>1/18/2026</a:t>
            </a:fld>
            <a:endParaRPr/>
          </a:p>
        </p:txBody>
      </p:sp>
      <p:sp>
        <p:nvSpPr>
          <p:cNvPr id="1518" name="Google Shape;1518;p5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19" name="Google Shape;1519;p5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1520" name="Google Shape;1520;p5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521" name="Google Shape;1521;p50"/>
          <p:cNvSpPr/>
          <p:nvPr/>
        </p:nvSpPr>
        <p:spPr>
          <a:xfrm>
            <a:off x="3492350" y="460452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2" name="Google Shape;1522;p50"/>
          <p:cNvCxnSpPr>
            <a:stCxn id="1523" idx="0"/>
          </p:cNvCxnSpPr>
          <p:nvPr/>
        </p:nvCxnSpPr>
        <p:spPr>
          <a:xfrm rot="10800000">
            <a:off x="4814231" y="2230739"/>
            <a:ext cx="0" cy="4635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24" name="Google Shape;1524;p50"/>
          <p:cNvCxnSpPr>
            <a:stCxn id="1521" idx="5"/>
          </p:cNvCxnSpPr>
          <p:nvPr/>
        </p:nvCxnSpPr>
        <p:spPr>
          <a:xfrm>
            <a:off x="4008519" y="5120693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25" name="Google Shape;1525;p50"/>
          <p:cNvCxnSpPr>
            <a:stCxn id="1521" idx="3"/>
          </p:cNvCxnSpPr>
          <p:nvPr/>
        </p:nvCxnSpPr>
        <p:spPr>
          <a:xfrm flipH="1">
            <a:off x="3152511" y="512069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6" name="Google Shape;1526;p50"/>
          <p:cNvSpPr/>
          <p:nvPr/>
        </p:nvSpPr>
        <p:spPr>
          <a:xfrm>
            <a:off x="5657788" y="4693085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7" name="Google Shape;1527;p50"/>
          <p:cNvCxnSpPr>
            <a:stCxn id="1526" idx="5"/>
          </p:cNvCxnSpPr>
          <p:nvPr/>
        </p:nvCxnSpPr>
        <p:spPr>
          <a:xfrm>
            <a:off x="6173957" y="5209254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28" name="Google Shape;1528;p50"/>
          <p:cNvCxnSpPr>
            <a:stCxn id="1526" idx="3"/>
          </p:cNvCxnSpPr>
          <p:nvPr/>
        </p:nvCxnSpPr>
        <p:spPr>
          <a:xfrm flipH="1">
            <a:off x="5317949" y="5209254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3" name="Google Shape;1523;p50"/>
          <p:cNvSpPr/>
          <p:nvPr/>
        </p:nvSpPr>
        <p:spPr>
          <a:xfrm>
            <a:off x="4511866" y="269423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9" name="Google Shape;1529;p50"/>
          <p:cNvCxnSpPr>
            <a:stCxn id="1523" idx="2"/>
            <a:endCxn id="1521" idx="0"/>
          </p:cNvCxnSpPr>
          <p:nvPr/>
        </p:nvCxnSpPr>
        <p:spPr>
          <a:xfrm flipH="1">
            <a:off x="3794566" y="2996604"/>
            <a:ext cx="717300" cy="16080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30" name="Google Shape;1530;p50"/>
          <p:cNvCxnSpPr>
            <a:stCxn id="1523" idx="6"/>
            <a:endCxn id="1526" idx="0"/>
          </p:cNvCxnSpPr>
          <p:nvPr/>
        </p:nvCxnSpPr>
        <p:spPr>
          <a:xfrm>
            <a:off x="5116596" y="2996604"/>
            <a:ext cx="843600" cy="16965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31" name="Google Shape;1531;p50"/>
          <p:cNvSpPr/>
          <p:nvPr/>
        </p:nvSpPr>
        <p:spPr>
          <a:xfrm>
            <a:off x="4929244" y="56137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2" name="Google Shape;1532;p50"/>
          <p:cNvCxnSpPr>
            <a:stCxn id="1531" idx="3"/>
          </p:cNvCxnSpPr>
          <p:nvPr/>
        </p:nvCxnSpPr>
        <p:spPr>
          <a:xfrm flipH="1">
            <a:off x="4549505" y="6129896"/>
            <a:ext cx="468300" cy="3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33" name="Google Shape;1533;p50"/>
          <p:cNvCxnSpPr/>
          <p:nvPr/>
        </p:nvCxnSpPr>
        <p:spPr>
          <a:xfrm>
            <a:off x="5533975" y="6093526"/>
            <a:ext cx="472613" cy="390831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34" name="Google Shape;1534;p50"/>
          <p:cNvSpPr txBox="1"/>
          <p:nvPr/>
        </p:nvSpPr>
        <p:spPr>
          <a:xfrm>
            <a:off x="7213352" y="2887799"/>
            <a:ext cx="566669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 the minimum node be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y with its right child.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Transplant z by 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Make the parent child connections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 both the sides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51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4: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</a:t>
            </a:r>
            <a:r>
              <a:rPr lang="en-US" sz="1600" b="1"/>
              <a:t>is the immediate child</a:t>
            </a:r>
            <a:endParaRPr/>
          </a:p>
        </p:txBody>
      </p:sp>
      <p:sp>
        <p:nvSpPr>
          <p:cNvPr id="1540" name="Google Shape;1540;p5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A1181932-4E9D-4EFA-B67E-976858D4E1DE}" type="datetime1">
              <a:rPr lang="en-US" smtClean="0"/>
              <a:t>1/18/2026</a:t>
            </a:fld>
            <a:endParaRPr/>
          </a:p>
        </p:txBody>
      </p:sp>
      <p:sp>
        <p:nvSpPr>
          <p:cNvPr id="1541" name="Google Shape;1541;p5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42" name="Google Shape;1542;p5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1543" name="Google Shape;1543;p5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544" name="Google Shape;1544;p51"/>
          <p:cNvSpPr/>
          <p:nvPr/>
        </p:nvSpPr>
        <p:spPr>
          <a:xfrm>
            <a:off x="4373920" y="280628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51"/>
          <p:cNvSpPr/>
          <p:nvPr/>
        </p:nvSpPr>
        <p:spPr>
          <a:xfrm>
            <a:off x="3427268" y="346686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6" name="Google Shape;1546;p51"/>
          <p:cNvCxnSpPr>
            <a:stCxn id="1544" idx="3"/>
            <a:endCxn id="1545" idx="7"/>
          </p:cNvCxnSpPr>
          <p:nvPr/>
        </p:nvCxnSpPr>
        <p:spPr>
          <a:xfrm flipH="1">
            <a:off x="3943481" y="3322458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47" name="Google Shape;1547;p51"/>
          <p:cNvCxnSpPr>
            <a:stCxn id="1548" idx="0"/>
            <a:endCxn id="1544" idx="5"/>
          </p:cNvCxnSpPr>
          <p:nvPr/>
        </p:nvCxnSpPr>
        <p:spPr>
          <a:xfrm rot="10800000">
            <a:off x="4890071" y="3322327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49" name="Google Shape;1549;p51"/>
          <p:cNvCxnSpPr>
            <a:stCxn id="1544" idx="0"/>
          </p:cNvCxnSpPr>
          <p:nvPr/>
        </p:nvCxnSpPr>
        <p:spPr>
          <a:xfrm rot="10800000">
            <a:off x="4676285" y="2145689"/>
            <a:ext cx="0" cy="6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50" name="Google Shape;1550;p51"/>
          <p:cNvCxnSpPr>
            <a:stCxn id="1545" idx="5"/>
          </p:cNvCxnSpPr>
          <p:nvPr/>
        </p:nvCxnSpPr>
        <p:spPr>
          <a:xfrm>
            <a:off x="3943437" y="3983035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51" name="Google Shape;1551;p51"/>
          <p:cNvCxnSpPr>
            <a:stCxn id="1545" idx="3"/>
          </p:cNvCxnSpPr>
          <p:nvPr/>
        </p:nvCxnSpPr>
        <p:spPr>
          <a:xfrm flipH="1">
            <a:off x="3087429" y="398303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48" name="Google Shape;1548;p51"/>
          <p:cNvSpPr/>
          <p:nvPr/>
        </p:nvSpPr>
        <p:spPr>
          <a:xfrm>
            <a:off x="5592706" y="35554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2" name="Google Shape;1552;p51"/>
          <p:cNvCxnSpPr>
            <a:stCxn id="1548" idx="5"/>
          </p:cNvCxnSpPr>
          <p:nvPr/>
        </p:nvCxnSpPr>
        <p:spPr>
          <a:xfrm>
            <a:off x="6108875" y="4071596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53" name="Google Shape;1553;p51"/>
          <p:cNvCxnSpPr>
            <a:stCxn id="1548" idx="3"/>
          </p:cNvCxnSpPr>
          <p:nvPr/>
        </p:nvCxnSpPr>
        <p:spPr>
          <a:xfrm flipH="1">
            <a:off x="5252867" y="407159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54" name="Google Shape;1554;p51"/>
          <p:cNvSpPr/>
          <p:nvPr/>
        </p:nvSpPr>
        <p:spPr>
          <a:xfrm>
            <a:off x="6287954" y="447969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5" name="Google Shape;1555;p51"/>
          <p:cNvCxnSpPr>
            <a:stCxn id="1554" idx="3"/>
          </p:cNvCxnSpPr>
          <p:nvPr/>
        </p:nvCxnSpPr>
        <p:spPr>
          <a:xfrm flipH="1">
            <a:off x="5948115" y="499586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56" name="Google Shape;1556;p51"/>
          <p:cNvCxnSpPr>
            <a:stCxn id="1554" idx="5"/>
          </p:cNvCxnSpPr>
          <p:nvPr/>
        </p:nvCxnSpPr>
        <p:spPr>
          <a:xfrm>
            <a:off x="6804123" y="499586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57" name="Google Shape;1557;p51"/>
          <p:cNvSpPr/>
          <p:nvPr/>
        </p:nvSpPr>
        <p:spPr>
          <a:xfrm>
            <a:off x="4946223" y="4476069"/>
            <a:ext cx="506118" cy="43069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2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4: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</a:t>
            </a:r>
            <a:r>
              <a:rPr lang="en-US" sz="1600" b="1"/>
              <a:t>is the immediate child</a:t>
            </a:r>
            <a:endParaRPr/>
          </a:p>
        </p:txBody>
      </p:sp>
      <p:sp>
        <p:nvSpPr>
          <p:cNvPr id="1563" name="Google Shape;1563;p5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A97EABC0-93C3-4512-9856-AA27C8D10859}" type="datetime1">
              <a:rPr lang="en-US" smtClean="0"/>
              <a:t>1/18/2026</a:t>
            </a:fld>
            <a:endParaRPr/>
          </a:p>
        </p:txBody>
      </p:sp>
      <p:sp>
        <p:nvSpPr>
          <p:cNvPr id="1564" name="Google Shape;1564;p5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65" name="Google Shape;1565;p5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1566" name="Google Shape;1566;p5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567" name="Google Shape;1567;p52"/>
          <p:cNvSpPr/>
          <p:nvPr/>
        </p:nvSpPr>
        <p:spPr>
          <a:xfrm>
            <a:off x="4373920" y="280628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52"/>
          <p:cNvSpPr/>
          <p:nvPr/>
        </p:nvSpPr>
        <p:spPr>
          <a:xfrm>
            <a:off x="3427268" y="346686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9" name="Google Shape;1569;p52"/>
          <p:cNvCxnSpPr>
            <a:stCxn id="1567" idx="3"/>
            <a:endCxn id="1568" idx="7"/>
          </p:cNvCxnSpPr>
          <p:nvPr/>
        </p:nvCxnSpPr>
        <p:spPr>
          <a:xfrm flipH="1">
            <a:off x="3943481" y="3322458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0" name="Google Shape;1570;p52"/>
          <p:cNvCxnSpPr>
            <a:stCxn id="1571" idx="0"/>
            <a:endCxn id="1567" idx="5"/>
          </p:cNvCxnSpPr>
          <p:nvPr/>
        </p:nvCxnSpPr>
        <p:spPr>
          <a:xfrm rot="10800000">
            <a:off x="4890071" y="3322327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2" name="Google Shape;1572;p52"/>
          <p:cNvCxnSpPr>
            <a:stCxn id="1567" idx="0"/>
          </p:cNvCxnSpPr>
          <p:nvPr/>
        </p:nvCxnSpPr>
        <p:spPr>
          <a:xfrm rot="10800000">
            <a:off x="4676285" y="2145689"/>
            <a:ext cx="0" cy="6606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3" name="Google Shape;1573;p52"/>
          <p:cNvCxnSpPr>
            <a:stCxn id="1568" idx="5"/>
          </p:cNvCxnSpPr>
          <p:nvPr/>
        </p:nvCxnSpPr>
        <p:spPr>
          <a:xfrm>
            <a:off x="3943437" y="3983035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4" name="Google Shape;1574;p52"/>
          <p:cNvCxnSpPr>
            <a:stCxn id="1568" idx="3"/>
          </p:cNvCxnSpPr>
          <p:nvPr/>
        </p:nvCxnSpPr>
        <p:spPr>
          <a:xfrm flipH="1">
            <a:off x="3087429" y="398303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1" name="Google Shape;1571;p52"/>
          <p:cNvSpPr/>
          <p:nvPr/>
        </p:nvSpPr>
        <p:spPr>
          <a:xfrm>
            <a:off x="5592706" y="355542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5" name="Google Shape;1575;p52"/>
          <p:cNvCxnSpPr>
            <a:stCxn id="1571" idx="5"/>
          </p:cNvCxnSpPr>
          <p:nvPr/>
        </p:nvCxnSpPr>
        <p:spPr>
          <a:xfrm>
            <a:off x="6108875" y="4071596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6" name="Google Shape;1576;p52"/>
          <p:cNvCxnSpPr>
            <a:stCxn id="1571" idx="3"/>
          </p:cNvCxnSpPr>
          <p:nvPr/>
        </p:nvCxnSpPr>
        <p:spPr>
          <a:xfrm flipH="1">
            <a:off x="5252867" y="407159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7" name="Google Shape;1577;p52"/>
          <p:cNvSpPr/>
          <p:nvPr/>
        </p:nvSpPr>
        <p:spPr>
          <a:xfrm>
            <a:off x="6287954" y="447969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8" name="Google Shape;1578;p52"/>
          <p:cNvCxnSpPr>
            <a:stCxn id="1577" idx="3"/>
          </p:cNvCxnSpPr>
          <p:nvPr/>
        </p:nvCxnSpPr>
        <p:spPr>
          <a:xfrm flipH="1">
            <a:off x="5948115" y="499586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79" name="Google Shape;1579;p52"/>
          <p:cNvCxnSpPr>
            <a:stCxn id="1577" idx="5"/>
          </p:cNvCxnSpPr>
          <p:nvPr/>
        </p:nvCxnSpPr>
        <p:spPr>
          <a:xfrm>
            <a:off x="6804123" y="499586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80" name="Google Shape;1580;p52"/>
          <p:cNvSpPr/>
          <p:nvPr/>
        </p:nvSpPr>
        <p:spPr>
          <a:xfrm>
            <a:off x="4946223" y="4476069"/>
            <a:ext cx="506118" cy="43069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52"/>
          <p:cNvSpPr/>
          <p:nvPr/>
        </p:nvSpPr>
        <p:spPr>
          <a:xfrm>
            <a:off x="5341413" y="3477768"/>
            <a:ext cx="1130225" cy="757557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52"/>
          <p:cNvSpPr txBox="1"/>
          <p:nvPr/>
        </p:nvSpPr>
        <p:spPr>
          <a:xfrm>
            <a:off x="5768950" y="2975525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52"/>
          <p:cNvSpPr txBox="1"/>
          <p:nvPr/>
        </p:nvSpPr>
        <p:spPr>
          <a:xfrm>
            <a:off x="4032000" y="2482913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53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4: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</a:t>
            </a:r>
            <a:r>
              <a:rPr lang="en-US" sz="1600" b="1"/>
              <a:t>is the immediate child</a:t>
            </a:r>
            <a:endParaRPr/>
          </a:p>
        </p:txBody>
      </p:sp>
      <p:sp>
        <p:nvSpPr>
          <p:cNvPr id="1589" name="Google Shape;1589;p5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5545CFB1-970A-4C1A-9FD8-7AFDD08512F8}" type="datetime1">
              <a:rPr lang="en-US" smtClean="0"/>
              <a:t>1/18/2026</a:t>
            </a:fld>
            <a:endParaRPr/>
          </a:p>
        </p:txBody>
      </p:sp>
      <p:sp>
        <p:nvSpPr>
          <p:cNvPr id="1590" name="Google Shape;1590;p5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91" name="Google Shape;1591;p53"/>
          <p:cNvSpPr txBox="1">
            <a:spLocks noGrp="1"/>
          </p:cNvSpPr>
          <p:nvPr>
            <p:ph type="sldNum" idx="12"/>
          </p:nvPr>
        </p:nvSpPr>
        <p:spPr>
          <a:xfrm>
            <a:off x="8610600" y="64172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1592" name="Google Shape;1592;p5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593" name="Google Shape;1593;p53"/>
          <p:cNvSpPr/>
          <p:nvPr/>
        </p:nvSpPr>
        <p:spPr>
          <a:xfrm>
            <a:off x="4347025" y="3784881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53"/>
          <p:cNvSpPr/>
          <p:nvPr/>
        </p:nvSpPr>
        <p:spPr>
          <a:xfrm>
            <a:off x="3400373" y="4445458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5" name="Google Shape;1595;p53"/>
          <p:cNvCxnSpPr>
            <a:stCxn id="1593" idx="3"/>
            <a:endCxn id="1594" idx="7"/>
          </p:cNvCxnSpPr>
          <p:nvPr/>
        </p:nvCxnSpPr>
        <p:spPr>
          <a:xfrm flipH="1">
            <a:off x="3916586" y="4301050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96" name="Google Shape;1596;p53"/>
          <p:cNvCxnSpPr>
            <a:stCxn id="1597" idx="0"/>
            <a:endCxn id="1593" idx="5"/>
          </p:cNvCxnSpPr>
          <p:nvPr/>
        </p:nvCxnSpPr>
        <p:spPr>
          <a:xfrm rot="10800000">
            <a:off x="4863176" y="4300919"/>
            <a:ext cx="1005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98" name="Google Shape;1598;p53"/>
          <p:cNvCxnSpPr/>
          <p:nvPr/>
        </p:nvCxnSpPr>
        <p:spPr>
          <a:xfrm rot="10800000">
            <a:off x="4676284" y="2290490"/>
            <a:ext cx="0" cy="66067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99" name="Google Shape;1599;p53"/>
          <p:cNvCxnSpPr>
            <a:stCxn id="1594" idx="5"/>
          </p:cNvCxnSpPr>
          <p:nvPr/>
        </p:nvCxnSpPr>
        <p:spPr>
          <a:xfrm>
            <a:off x="3916542" y="4961627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00" name="Google Shape;1600;p53"/>
          <p:cNvCxnSpPr>
            <a:stCxn id="1594" idx="3"/>
          </p:cNvCxnSpPr>
          <p:nvPr/>
        </p:nvCxnSpPr>
        <p:spPr>
          <a:xfrm flipH="1">
            <a:off x="3060534" y="4961627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97" name="Google Shape;1597;p53"/>
          <p:cNvSpPr/>
          <p:nvPr/>
        </p:nvSpPr>
        <p:spPr>
          <a:xfrm>
            <a:off x="5565811" y="453401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1" name="Google Shape;1601;p53"/>
          <p:cNvCxnSpPr>
            <a:stCxn id="1597" idx="5"/>
          </p:cNvCxnSpPr>
          <p:nvPr/>
        </p:nvCxnSpPr>
        <p:spPr>
          <a:xfrm>
            <a:off x="6081980" y="5050188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02" name="Google Shape;1602;p53"/>
          <p:cNvCxnSpPr>
            <a:stCxn id="1597" idx="3"/>
          </p:cNvCxnSpPr>
          <p:nvPr/>
        </p:nvCxnSpPr>
        <p:spPr>
          <a:xfrm flipH="1">
            <a:off x="5225972" y="5050188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03" name="Google Shape;1603;p53"/>
          <p:cNvSpPr/>
          <p:nvPr/>
        </p:nvSpPr>
        <p:spPr>
          <a:xfrm>
            <a:off x="6261059" y="5458286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4" name="Google Shape;1604;p53"/>
          <p:cNvCxnSpPr>
            <a:stCxn id="1603" idx="3"/>
          </p:cNvCxnSpPr>
          <p:nvPr/>
        </p:nvCxnSpPr>
        <p:spPr>
          <a:xfrm flipH="1">
            <a:off x="5921220" y="597445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05" name="Google Shape;1605;p53"/>
          <p:cNvCxnSpPr>
            <a:stCxn id="1603" idx="5"/>
          </p:cNvCxnSpPr>
          <p:nvPr/>
        </p:nvCxnSpPr>
        <p:spPr>
          <a:xfrm>
            <a:off x="6777228" y="5974455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06" name="Google Shape;1606;p53"/>
          <p:cNvSpPr/>
          <p:nvPr/>
        </p:nvSpPr>
        <p:spPr>
          <a:xfrm>
            <a:off x="4919328" y="5454661"/>
            <a:ext cx="506118" cy="43069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53"/>
          <p:cNvSpPr/>
          <p:nvPr/>
        </p:nvSpPr>
        <p:spPr>
          <a:xfrm>
            <a:off x="5314518" y="4445458"/>
            <a:ext cx="1130225" cy="757557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53"/>
          <p:cNvSpPr txBox="1"/>
          <p:nvPr/>
        </p:nvSpPr>
        <p:spPr>
          <a:xfrm>
            <a:off x="5836500" y="3869125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53"/>
          <p:cNvSpPr txBox="1"/>
          <p:nvPr/>
        </p:nvSpPr>
        <p:spPr>
          <a:xfrm>
            <a:off x="4157275" y="3376513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54"/>
          <p:cNvSpPr txBox="1">
            <a:spLocks noGrp="1"/>
          </p:cNvSpPr>
          <p:nvPr>
            <p:ph type="body" idx="1"/>
          </p:nvPr>
        </p:nvSpPr>
        <p:spPr>
          <a:xfrm>
            <a:off x="740225" y="973879"/>
            <a:ext cx="10515600" cy="52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4: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</a:t>
            </a:r>
            <a:r>
              <a:rPr lang="en-US" sz="1600" b="1"/>
              <a:t>is the immediate child</a:t>
            </a:r>
            <a:endParaRPr/>
          </a:p>
        </p:txBody>
      </p:sp>
      <p:sp>
        <p:nvSpPr>
          <p:cNvPr id="1615" name="Google Shape;1615;p5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D90E2C73-04CB-432C-906B-A1E0EF96D537}" type="datetime1">
              <a:rPr lang="en-US" smtClean="0"/>
              <a:t>1/18/2026</a:t>
            </a:fld>
            <a:endParaRPr/>
          </a:p>
        </p:txBody>
      </p:sp>
      <p:sp>
        <p:nvSpPr>
          <p:cNvPr id="1616" name="Google Shape;1616;p5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17" name="Google Shape;1617;p54"/>
          <p:cNvSpPr txBox="1">
            <a:spLocks noGrp="1"/>
          </p:cNvSpPr>
          <p:nvPr>
            <p:ph type="sldNum" idx="12"/>
          </p:nvPr>
        </p:nvSpPr>
        <p:spPr>
          <a:xfrm>
            <a:off x="8610600" y="64172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sp>
        <p:nvSpPr>
          <p:cNvPr id="1618" name="Google Shape;1618;p5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619" name="Google Shape;1619;p54"/>
          <p:cNvSpPr/>
          <p:nvPr/>
        </p:nvSpPr>
        <p:spPr>
          <a:xfrm>
            <a:off x="3770283" y="4638720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54"/>
          <p:cNvSpPr/>
          <p:nvPr/>
        </p:nvSpPr>
        <p:spPr>
          <a:xfrm>
            <a:off x="2823631" y="5299297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1" name="Google Shape;1621;p54"/>
          <p:cNvCxnSpPr>
            <a:stCxn id="1619" idx="3"/>
            <a:endCxn id="1620" idx="7"/>
          </p:cNvCxnSpPr>
          <p:nvPr/>
        </p:nvCxnSpPr>
        <p:spPr>
          <a:xfrm flipH="1">
            <a:off x="3339844" y="5154889"/>
            <a:ext cx="519000" cy="233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22" name="Google Shape;1622;p54"/>
          <p:cNvCxnSpPr>
            <a:endCxn id="1619" idx="5"/>
          </p:cNvCxnSpPr>
          <p:nvPr/>
        </p:nvCxnSpPr>
        <p:spPr>
          <a:xfrm rot="10800000">
            <a:off x="4286452" y="5154889"/>
            <a:ext cx="761700" cy="9702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23" name="Google Shape;1623;p54"/>
          <p:cNvCxnSpPr/>
          <p:nvPr/>
        </p:nvCxnSpPr>
        <p:spPr>
          <a:xfrm rot="10800000">
            <a:off x="4676284" y="2290490"/>
            <a:ext cx="0" cy="66067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24" name="Google Shape;1624;p54"/>
          <p:cNvCxnSpPr>
            <a:stCxn id="1620" idx="5"/>
          </p:cNvCxnSpPr>
          <p:nvPr/>
        </p:nvCxnSpPr>
        <p:spPr>
          <a:xfrm>
            <a:off x="3339800" y="5815466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25" name="Google Shape;1625;p54"/>
          <p:cNvCxnSpPr>
            <a:stCxn id="1620" idx="3"/>
          </p:cNvCxnSpPr>
          <p:nvPr/>
        </p:nvCxnSpPr>
        <p:spPr>
          <a:xfrm flipH="1">
            <a:off x="2483792" y="5815466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26" name="Google Shape;1626;p54"/>
          <p:cNvSpPr/>
          <p:nvPr/>
        </p:nvSpPr>
        <p:spPr>
          <a:xfrm>
            <a:off x="4425527" y="295116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7" name="Google Shape;1627;p54"/>
          <p:cNvCxnSpPr>
            <a:stCxn id="1626" idx="5"/>
          </p:cNvCxnSpPr>
          <p:nvPr/>
        </p:nvCxnSpPr>
        <p:spPr>
          <a:xfrm>
            <a:off x="4941696" y="3467333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28" name="Google Shape;1628;p54"/>
          <p:cNvCxnSpPr>
            <a:stCxn id="1626" idx="3"/>
          </p:cNvCxnSpPr>
          <p:nvPr/>
        </p:nvCxnSpPr>
        <p:spPr>
          <a:xfrm flipH="1">
            <a:off x="4085688" y="3467333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29" name="Google Shape;1629;p54"/>
          <p:cNvSpPr/>
          <p:nvPr/>
        </p:nvSpPr>
        <p:spPr>
          <a:xfrm>
            <a:off x="5120775" y="3875431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0" name="Google Shape;1630;p54"/>
          <p:cNvCxnSpPr>
            <a:stCxn id="1629" idx="3"/>
          </p:cNvCxnSpPr>
          <p:nvPr/>
        </p:nvCxnSpPr>
        <p:spPr>
          <a:xfrm flipH="1">
            <a:off x="4780936" y="4391600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31" name="Google Shape;1631;p54"/>
          <p:cNvCxnSpPr>
            <a:stCxn id="1629" idx="5"/>
          </p:cNvCxnSpPr>
          <p:nvPr/>
        </p:nvCxnSpPr>
        <p:spPr>
          <a:xfrm>
            <a:off x="5636944" y="4391600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2" name="Google Shape;1632;p54"/>
          <p:cNvSpPr/>
          <p:nvPr/>
        </p:nvSpPr>
        <p:spPr>
          <a:xfrm>
            <a:off x="3779044" y="3871806"/>
            <a:ext cx="506118" cy="43069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54"/>
          <p:cNvSpPr txBox="1"/>
          <p:nvPr/>
        </p:nvSpPr>
        <p:spPr>
          <a:xfrm>
            <a:off x="4735625" y="2499550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54"/>
          <p:cNvSpPr txBox="1"/>
          <p:nvPr/>
        </p:nvSpPr>
        <p:spPr>
          <a:xfrm>
            <a:off x="3339850" y="4482388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5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4: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</a:t>
            </a:r>
            <a:r>
              <a:rPr lang="en-US" sz="1600" b="1"/>
              <a:t>is the immediate child</a:t>
            </a:r>
            <a:endParaRPr/>
          </a:p>
        </p:txBody>
      </p:sp>
      <p:sp>
        <p:nvSpPr>
          <p:cNvPr id="1640" name="Google Shape;1640;p5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E5659D4A-01B7-4FBC-96E8-DF92D4127409}" type="datetime1">
              <a:rPr lang="en-US" smtClean="0"/>
              <a:t>1/18/2026</a:t>
            </a:fld>
            <a:endParaRPr/>
          </a:p>
        </p:txBody>
      </p:sp>
      <p:sp>
        <p:nvSpPr>
          <p:cNvPr id="1641" name="Google Shape;1641;p5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42" name="Google Shape;1642;p55"/>
          <p:cNvSpPr txBox="1">
            <a:spLocks noGrp="1"/>
          </p:cNvSpPr>
          <p:nvPr>
            <p:ph type="sldNum" idx="12"/>
          </p:nvPr>
        </p:nvSpPr>
        <p:spPr>
          <a:xfrm>
            <a:off x="8610600" y="64172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sp>
        <p:nvSpPr>
          <p:cNvPr id="1643" name="Google Shape;1643;p5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644" name="Google Shape;1644;p55"/>
          <p:cNvSpPr/>
          <p:nvPr/>
        </p:nvSpPr>
        <p:spPr>
          <a:xfrm>
            <a:off x="3770283" y="4638720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55"/>
          <p:cNvSpPr/>
          <p:nvPr/>
        </p:nvSpPr>
        <p:spPr>
          <a:xfrm>
            <a:off x="2308496" y="455015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6" name="Google Shape;1646;p55"/>
          <p:cNvCxnSpPr>
            <a:stCxn id="1647" idx="3"/>
            <a:endCxn id="1645" idx="0"/>
          </p:cNvCxnSpPr>
          <p:nvPr/>
        </p:nvCxnSpPr>
        <p:spPr>
          <a:xfrm flipH="1">
            <a:off x="2610888" y="3467333"/>
            <a:ext cx="1903200" cy="10827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48" name="Google Shape;1648;p55"/>
          <p:cNvCxnSpPr>
            <a:endCxn id="1644" idx="5"/>
          </p:cNvCxnSpPr>
          <p:nvPr/>
        </p:nvCxnSpPr>
        <p:spPr>
          <a:xfrm rot="10800000">
            <a:off x="4286452" y="5154889"/>
            <a:ext cx="761700" cy="9702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49" name="Google Shape;1649;p55"/>
          <p:cNvCxnSpPr/>
          <p:nvPr/>
        </p:nvCxnSpPr>
        <p:spPr>
          <a:xfrm rot="10800000">
            <a:off x="4676284" y="2290490"/>
            <a:ext cx="0" cy="66067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50" name="Google Shape;1650;p55"/>
          <p:cNvCxnSpPr>
            <a:stCxn id="1645" idx="5"/>
          </p:cNvCxnSpPr>
          <p:nvPr/>
        </p:nvCxnSpPr>
        <p:spPr>
          <a:xfrm>
            <a:off x="2824665" y="5066328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51" name="Google Shape;1651;p55"/>
          <p:cNvCxnSpPr>
            <a:stCxn id="1645" idx="3"/>
          </p:cNvCxnSpPr>
          <p:nvPr/>
        </p:nvCxnSpPr>
        <p:spPr>
          <a:xfrm flipH="1">
            <a:off x="1968657" y="5066328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7" name="Google Shape;1647;p55"/>
          <p:cNvSpPr/>
          <p:nvPr/>
        </p:nvSpPr>
        <p:spPr>
          <a:xfrm>
            <a:off x="4425527" y="295116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2" name="Google Shape;1652;p55"/>
          <p:cNvCxnSpPr>
            <a:stCxn id="1647" idx="5"/>
          </p:cNvCxnSpPr>
          <p:nvPr/>
        </p:nvCxnSpPr>
        <p:spPr>
          <a:xfrm>
            <a:off x="4941696" y="3467333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53" name="Google Shape;1653;p55"/>
          <p:cNvSpPr/>
          <p:nvPr/>
        </p:nvSpPr>
        <p:spPr>
          <a:xfrm>
            <a:off x="5120775" y="3875431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4" name="Google Shape;1654;p55"/>
          <p:cNvCxnSpPr>
            <a:stCxn id="1653" idx="3"/>
          </p:cNvCxnSpPr>
          <p:nvPr/>
        </p:nvCxnSpPr>
        <p:spPr>
          <a:xfrm flipH="1">
            <a:off x="4780936" y="4391600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55" name="Google Shape;1655;p55"/>
          <p:cNvCxnSpPr>
            <a:stCxn id="1653" idx="5"/>
          </p:cNvCxnSpPr>
          <p:nvPr/>
        </p:nvCxnSpPr>
        <p:spPr>
          <a:xfrm>
            <a:off x="5636944" y="4391600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56" name="Google Shape;1656;p55"/>
          <p:cNvSpPr txBox="1"/>
          <p:nvPr/>
        </p:nvSpPr>
        <p:spPr>
          <a:xfrm>
            <a:off x="4735625" y="2499550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55"/>
          <p:cNvSpPr txBox="1"/>
          <p:nvPr/>
        </p:nvSpPr>
        <p:spPr>
          <a:xfrm>
            <a:off x="3675750" y="4347488"/>
            <a:ext cx="51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56"/>
          <p:cNvSpPr txBox="1">
            <a:spLocks noGrp="1"/>
          </p:cNvSpPr>
          <p:nvPr>
            <p:ph type="body" idx="1"/>
          </p:nvPr>
        </p:nvSpPr>
        <p:spPr>
          <a:xfrm>
            <a:off x="838200" y="954741"/>
            <a:ext cx="10515600" cy="5222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Let us observe the following four cases: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350"/>
              <a:buFont typeface="Arial"/>
              <a:buChar char="●"/>
            </a:pPr>
            <a:r>
              <a:rPr lang="en-US" sz="1800"/>
              <a:t>Case 4: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Node z (</a:t>
            </a:r>
            <a:r>
              <a:rPr lang="en-US" sz="1600" b="1"/>
              <a:t>node to be deleted</a:t>
            </a:r>
            <a:r>
              <a:rPr lang="en-US" sz="1600"/>
              <a:t>) has </a:t>
            </a:r>
            <a:r>
              <a:rPr lang="en-US" sz="1600" u="sng"/>
              <a:t>both children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●"/>
            </a:pPr>
            <a:r>
              <a:rPr lang="en-US" sz="1600"/>
              <a:t>We need to find the minimum child on the right sub tree and the minimum value </a:t>
            </a:r>
            <a:r>
              <a:rPr lang="en-US" sz="1600" b="1"/>
              <a:t>is the immediate child</a:t>
            </a:r>
            <a:endParaRPr/>
          </a:p>
        </p:txBody>
      </p:sp>
      <p:sp>
        <p:nvSpPr>
          <p:cNvPr id="1663" name="Google Shape;1663;p5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A19476C2-24C5-4C59-B158-E4C6612FB740}" type="datetime1">
              <a:rPr lang="en-US" smtClean="0"/>
              <a:t>1/18/2026</a:t>
            </a:fld>
            <a:endParaRPr/>
          </a:p>
        </p:txBody>
      </p:sp>
      <p:sp>
        <p:nvSpPr>
          <p:cNvPr id="1664" name="Google Shape;1664;p5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65" name="Google Shape;1665;p56"/>
          <p:cNvSpPr txBox="1">
            <a:spLocks noGrp="1"/>
          </p:cNvSpPr>
          <p:nvPr>
            <p:ph type="sldNum" idx="12"/>
          </p:nvPr>
        </p:nvSpPr>
        <p:spPr>
          <a:xfrm>
            <a:off x="8610600" y="64172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sp>
        <p:nvSpPr>
          <p:cNvPr id="1666" name="Google Shape;1666;p5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Deletion</a:t>
            </a:r>
            <a:endParaRPr/>
          </a:p>
        </p:txBody>
      </p:sp>
      <p:sp>
        <p:nvSpPr>
          <p:cNvPr id="1667" name="Google Shape;1667;p56"/>
          <p:cNvSpPr/>
          <p:nvPr/>
        </p:nvSpPr>
        <p:spPr>
          <a:xfrm>
            <a:off x="2308496" y="4550159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8" name="Google Shape;1668;p56"/>
          <p:cNvCxnSpPr>
            <a:stCxn id="1669" idx="3"/>
            <a:endCxn id="1667" idx="0"/>
          </p:cNvCxnSpPr>
          <p:nvPr/>
        </p:nvCxnSpPr>
        <p:spPr>
          <a:xfrm flipH="1">
            <a:off x="2610888" y="3467333"/>
            <a:ext cx="1903200" cy="10827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70" name="Google Shape;1670;p56"/>
          <p:cNvCxnSpPr/>
          <p:nvPr/>
        </p:nvCxnSpPr>
        <p:spPr>
          <a:xfrm rot="10800000">
            <a:off x="4676284" y="2290490"/>
            <a:ext cx="0" cy="660674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71" name="Google Shape;1671;p56"/>
          <p:cNvCxnSpPr>
            <a:stCxn id="1667" idx="5"/>
          </p:cNvCxnSpPr>
          <p:nvPr/>
        </p:nvCxnSpPr>
        <p:spPr>
          <a:xfrm>
            <a:off x="2824665" y="5066328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72" name="Google Shape;1672;p56"/>
          <p:cNvCxnSpPr>
            <a:stCxn id="1667" idx="3"/>
          </p:cNvCxnSpPr>
          <p:nvPr/>
        </p:nvCxnSpPr>
        <p:spPr>
          <a:xfrm flipH="1">
            <a:off x="1968657" y="5066328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9" name="Google Shape;1669;p56"/>
          <p:cNvSpPr/>
          <p:nvPr/>
        </p:nvSpPr>
        <p:spPr>
          <a:xfrm>
            <a:off x="4425527" y="2951164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3" name="Google Shape;1673;p56"/>
          <p:cNvCxnSpPr>
            <a:stCxn id="1669" idx="5"/>
          </p:cNvCxnSpPr>
          <p:nvPr/>
        </p:nvCxnSpPr>
        <p:spPr>
          <a:xfrm>
            <a:off x="4941696" y="3467333"/>
            <a:ext cx="430500" cy="4491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4" name="Google Shape;1674;p56"/>
          <p:cNvSpPr/>
          <p:nvPr/>
        </p:nvSpPr>
        <p:spPr>
          <a:xfrm>
            <a:off x="5120775" y="3875431"/>
            <a:ext cx="604730" cy="6047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5" name="Google Shape;1675;p56"/>
          <p:cNvCxnSpPr>
            <a:stCxn id="1674" idx="3"/>
          </p:cNvCxnSpPr>
          <p:nvPr/>
        </p:nvCxnSpPr>
        <p:spPr>
          <a:xfrm flipH="1">
            <a:off x="4780936" y="4391600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76" name="Google Shape;1676;p56"/>
          <p:cNvCxnSpPr>
            <a:stCxn id="1674" idx="5"/>
          </p:cNvCxnSpPr>
          <p:nvPr/>
        </p:nvCxnSpPr>
        <p:spPr>
          <a:xfrm>
            <a:off x="5636944" y="4391600"/>
            <a:ext cx="428400" cy="404400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5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682" name="Google Shape;1682;p5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6472076F-42A1-4768-A95B-94C7E6313E8C}" type="datetime1">
              <a:rPr lang="en-US" smtClean="0"/>
              <a:t>1/18/2026</a:t>
            </a:fld>
            <a:endParaRPr/>
          </a:p>
        </p:txBody>
      </p:sp>
      <p:sp>
        <p:nvSpPr>
          <p:cNvPr id="1683" name="Google Shape;1683;p5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84" name="Google Shape;1684;p5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sp>
        <p:nvSpPr>
          <p:cNvPr id="1685" name="Google Shape;1685;p5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write the pseudocode for delete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5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691" name="Google Shape;1691;p5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C17BC850-C0AD-4871-AB3E-22992E73C4E1}" type="datetime1">
              <a:rPr lang="en-US" smtClean="0"/>
              <a:t>1/18/2026</a:t>
            </a:fld>
            <a:endParaRPr/>
          </a:p>
        </p:txBody>
      </p:sp>
      <p:sp>
        <p:nvSpPr>
          <p:cNvPr id="1692" name="Google Shape;1692;p5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93" name="Google Shape;1693;p5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sp>
        <p:nvSpPr>
          <p:cNvPr id="1694" name="Google Shape;1694;p5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write the pseudocode for delete</a:t>
            </a:r>
            <a:endParaRPr/>
          </a:p>
        </p:txBody>
      </p:sp>
      <p:pic>
        <p:nvPicPr>
          <p:cNvPr id="1695" name="Google Shape;169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4566" y="1385864"/>
            <a:ext cx="5225710" cy="4949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5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time required for each of the operations is O(h).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Because all the operations require pointers to climb down.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SEARCH – climbs down the height 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MINIMUM – climbs down the height 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MAXIMUM – climbs down the height 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PREDECESSOR – calls MAXIMUM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SUCCESSOR– calls MINUMUM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INSERT – climbs down the height h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DELETE – requires a call to MINIMUM – h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What is the value of h?</a:t>
            </a:r>
            <a:endParaRPr/>
          </a:p>
          <a:p>
            <a:pPr marL="342900" marR="0" lvl="0" indent="-2095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endParaRPr/>
          </a:p>
        </p:txBody>
      </p:sp>
      <p:sp>
        <p:nvSpPr>
          <p:cNvPr id="1701" name="Google Shape;1701;p5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733DB780-67D3-4395-9B2A-9BD9881662F0}" type="datetime1">
              <a:rPr lang="en-US" smtClean="0"/>
              <a:t>1/18/2026</a:t>
            </a:fld>
            <a:endParaRPr/>
          </a:p>
        </p:txBody>
      </p:sp>
      <p:sp>
        <p:nvSpPr>
          <p:cNvPr id="1702" name="Google Shape;1702;p5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03" name="Google Shape;1703;p5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sp>
        <p:nvSpPr>
          <p:cNvPr id="1704" name="Google Shape;1704;p5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6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above equation is applicable only if the tree is balanced.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check it out.</a:t>
            </a:r>
            <a:endParaRPr/>
          </a:p>
        </p:txBody>
      </p:sp>
      <p:sp>
        <p:nvSpPr>
          <p:cNvPr id="1710" name="Google Shape;1710;p6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D7ED738C-7E97-48BE-A526-A17DB2EB3D6C}" type="datetime1">
              <a:rPr lang="en-US" smtClean="0"/>
              <a:t>1/18/2026</a:t>
            </a:fld>
            <a:endParaRPr/>
          </a:p>
        </p:txBody>
      </p:sp>
      <p:sp>
        <p:nvSpPr>
          <p:cNvPr id="1711" name="Google Shape;1711;p6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12" name="Google Shape;1712;p6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sp>
        <p:nvSpPr>
          <p:cNvPr id="1713" name="Google Shape;1713;p6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h=O(logn)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6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719" name="Google Shape;1719;p6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720" name="Google Shape;1720;p6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F69492A5-AEE5-431C-BEB3-EFAEF83F415E}" type="datetime1">
              <a:rPr lang="en-US" smtClean="0"/>
              <a:t>1/18/2026</a:t>
            </a:fld>
            <a:endParaRPr/>
          </a:p>
        </p:txBody>
      </p:sp>
      <p:sp>
        <p:nvSpPr>
          <p:cNvPr id="1721" name="Google Shape;1721;p6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22" name="Google Shape;1722;p6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3088</Words>
  <Application>Microsoft Office PowerPoint</Application>
  <PresentationFormat>Widescreen</PresentationFormat>
  <Paragraphs>911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Times New Roman</vt:lpstr>
      <vt:lpstr>Tahoma</vt:lpstr>
      <vt:lpstr>Calibri</vt:lpstr>
      <vt:lpstr>Arial</vt:lpstr>
      <vt:lpstr>Office Theme</vt:lpstr>
      <vt:lpstr>Binary Search Tree II</vt:lpstr>
      <vt:lpstr>Binary Search Tree</vt:lpstr>
      <vt:lpstr>Insert Function</vt:lpstr>
      <vt:lpstr>Insert Function</vt:lpstr>
      <vt:lpstr>Insert Function</vt:lpstr>
      <vt:lpstr>Insert Function</vt:lpstr>
      <vt:lpstr>Insert Function</vt:lpstr>
      <vt:lpstr>Insert Function</vt:lpstr>
      <vt:lpstr>Insert Function</vt:lpstr>
      <vt:lpstr>Insert Function</vt:lpstr>
      <vt:lpstr>Insert Function</vt:lpstr>
      <vt:lpstr>Insert Function</vt:lpstr>
      <vt:lpstr>Insert Function (Empty Tree)</vt:lpstr>
      <vt:lpstr>Insert Function (Empty Tree)</vt:lpstr>
      <vt:lpstr>Insert Function (Empty Tree)</vt:lpstr>
      <vt:lpstr>Let us Write the Pseudocode</vt:lpstr>
      <vt:lpstr>Let us Write the Pseudocode</vt:lpstr>
      <vt:lpstr>Deletion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Transplant</vt:lpstr>
      <vt:lpstr>Write the Pseudocode for Transplant</vt:lpstr>
      <vt:lpstr>Write the Pseudocode for Transplant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Deletion</vt:lpstr>
      <vt:lpstr>Let us write the pseudocode for delete</vt:lpstr>
      <vt:lpstr>Let us write the pseudocode for delete</vt:lpstr>
      <vt:lpstr>Time Complexity</vt:lpstr>
      <vt:lpstr>h=O(logn)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Asif Abrar</cp:lastModifiedBy>
  <cp:revision>2</cp:revision>
  <dcterms:created xsi:type="dcterms:W3CDTF">2023-03-19T03:25:32Z</dcterms:created>
  <dcterms:modified xsi:type="dcterms:W3CDTF">2026-01-17T18:48:06Z</dcterms:modified>
</cp:coreProperties>
</file>