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309" r:id="rId2"/>
    <p:sldId id="310" r:id="rId3"/>
    <p:sldId id="311" r:id="rId4"/>
    <p:sldId id="312" r:id="rId5"/>
    <p:sldId id="314" r:id="rId6"/>
    <p:sldId id="313" r:id="rId7"/>
    <p:sldId id="316" r:id="rId8"/>
    <p:sldId id="315" r:id="rId9"/>
    <p:sldId id="317" r:id="rId10"/>
    <p:sldId id="319" r:id="rId11"/>
    <p:sldId id="318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4" r:id="rId36"/>
    <p:sldId id="347" r:id="rId37"/>
    <p:sldId id="346" r:id="rId38"/>
    <p:sldId id="345" r:id="rId39"/>
    <p:sldId id="348" r:id="rId40"/>
    <p:sldId id="349" r:id="rId41"/>
    <p:sldId id="365" r:id="rId42"/>
    <p:sldId id="350" r:id="rId43"/>
    <p:sldId id="351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27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F0000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9F5A4-1736-4EB5-8F26-58C9E8689D0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A6B17-9D39-45B6-94B3-CF01C2A4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9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Successor – immediate larger node</a:t>
            </a:r>
          </a:p>
          <a:p>
            <a:r>
              <a:rPr lang="en-US" dirty="0"/>
              <a:t>Predecessor – immediate smaller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A6B17-9D39-45B6-94B3-CF01C2A4BC6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25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Successor – immediate larger node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A6B17-9D39-45B6-94B3-CF01C2A4BC6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07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A6B17-9D39-45B6-94B3-CF01C2A4BC6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79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5400" b="1" dirty="0">
                <a:solidFill>
                  <a:schemeClr val="accent2"/>
                </a:solidFill>
                <a:latin typeface="Times New Roman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None/>
              <a:def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5617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CB13450-FCEE-470A-9012-82FC71143F9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6017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8017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871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27909"/>
            <a:ext cx="10515600" cy="4949054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B9F93B0-825D-4241-B0F7-4156D297E54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noFill/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136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5400" b="1" cap="all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lang="en-US" sz="3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35B0CC4-DFA3-4D16-9BEC-C0A4953C8C3E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098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347537"/>
            <a:ext cx="5181600" cy="482942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347537"/>
            <a:ext cx="5181600" cy="482942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5557408-DB16-42C3-A334-A10BA9A1C12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3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417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529BE9E2-9415-42E9-B294-EFA058A9528F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40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5E76B-36FC-4368-98DF-104FDE537D5C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5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5B80-5C01-4046-BC6F-A2C19092D525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4362-93B5-4FEC-8993-3B4BAA92B464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2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417E-6976-4265-90ED-BDF8B611A7E2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4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6425-61BF-4939-9B36-0A5C991A906B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1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B644-3066-4EAB-A604-89EC2A0D0A3F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CC251-E6F9-4414-A7D4-856E89203A5B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 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6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3D36-C704-4A9E-A7BF-1BD5FF9F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40463-5ED1-401B-9AF7-7D11BAFC8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48DB5-BE11-479D-A986-8222EE27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EE1B-9040-486F-9E2B-B2B051D3199D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FC430-76A6-42D7-A2E4-67E98BBD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DE66-5431-4AF2-9733-D3268AA5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6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A5763D-AAC2-4896-929F-2AEA07501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Previously we performed only insertion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76F41-21C9-4FB6-B27C-B119DA954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4E4A-9EA6-45EE-9B41-DC9936F01CDF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9BDF8-2011-4D63-B8A0-FE98DC41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35435-C715-4F8C-AA0A-9A6E8EA8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5551827-EDD6-4D80-83AE-7F921C3D8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This From DM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298FB2-635B-40E5-9B08-9993357B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190" y="2309567"/>
            <a:ext cx="5174334" cy="321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9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0C483D-9D6D-464B-8BA7-49A02D06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search tree (BST) is a node-based </a:t>
            </a:r>
            <a:r>
              <a:rPr lang="en-US" b="1" dirty="0"/>
              <a:t>binary</a:t>
            </a:r>
            <a:r>
              <a:rPr lang="en-US" dirty="0"/>
              <a:t> tree  data structure which has the following properties:</a:t>
            </a:r>
          </a:p>
          <a:p>
            <a:r>
              <a:rPr lang="en-US" dirty="0"/>
              <a:t>The left subtree of a node contains only nodes with </a:t>
            </a:r>
            <a:r>
              <a:rPr lang="en-US" b="1" dirty="0"/>
              <a:t>keys (values) less </a:t>
            </a:r>
            <a:r>
              <a:rPr lang="en-US" dirty="0"/>
              <a:t>than the node's key. </a:t>
            </a:r>
          </a:p>
          <a:p>
            <a:r>
              <a:rPr lang="en-US" dirty="0"/>
              <a:t>The right subtree of a node contains only nodes with </a:t>
            </a:r>
            <a:r>
              <a:rPr lang="en-US" b="1" dirty="0"/>
              <a:t>keys</a:t>
            </a:r>
            <a:r>
              <a:rPr lang="en-US" dirty="0"/>
              <a:t> </a:t>
            </a:r>
            <a:r>
              <a:rPr lang="en-US" b="1" dirty="0"/>
              <a:t>greater</a:t>
            </a:r>
            <a:r>
              <a:rPr lang="en-US" dirty="0"/>
              <a:t> </a:t>
            </a:r>
            <a:r>
              <a:rPr lang="en-US" b="1" dirty="0"/>
              <a:t>than</a:t>
            </a:r>
            <a:r>
              <a:rPr lang="en-US" dirty="0"/>
              <a:t> </a:t>
            </a:r>
            <a:r>
              <a:rPr lang="en-US" b="1" dirty="0"/>
              <a:t>or</a:t>
            </a:r>
            <a:r>
              <a:rPr lang="en-US" dirty="0"/>
              <a:t> </a:t>
            </a:r>
            <a:r>
              <a:rPr lang="en-US" b="1" dirty="0"/>
              <a:t>equal</a:t>
            </a:r>
            <a:r>
              <a:rPr lang="en-US" dirty="0"/>
              <a:t> to the node's key. </a:t>
            </a:r>
          </a:p>
          <a:p>
            <a:r>
              <a:rPr lang="en-US" dirty="0"/>
              <a:t>Both the </a:t>
            </a:r>
            <a:r>
              <a:rPr lang="en-US" b="1" dirty="0"/>
              <a:t>left</a:t>
            </a:r>
            <a:r>
              <a:rPr lang="en-US" dirty="0"/>
              <a:t> and </a:t>
            </a:r>
            <a:r>
              <a:rPr lang="en-US" b="1" dirty="0"/>
              <a:t>right</a:t>
            </a:r>
            <a:r>
              <a:rPr lang="en-US" dirty="0"/>
              <a:t> </a:t>
            </a:r>
            <a:r>
              <a:rPr lang="en-US" b="1" dirty="0"/>
              <a:t>subtrees</a:t>
            </a:r>
            <a:r>
              <a:rPr lang="en-US" dirty="0"/>
              <a:t> must also be </a:t>
            </a:r>
            <a:r>
              <a:rPr lang="en-US" b="1" dirty="0"/>
              <a:t>binary</a:t>
            </a:r>
            <a:r>
              <a:rPr lang="en-US" dirty="0"/>
              <a:t> </a:t>
            </a:r>
            <a:r>
              <a:rPr lang="en-US" b="1" dirty="0"/>
              <a:t>search</a:t>
            </a:r>
            <a:r>
              <a:rPr lang="en-US" dirty="0"/>
              <a:t> </a:t>
            </a:r>
            <a:r>
              <a:rPr lang="en-US" b="1" dirty="0"/>
              <a:t>trees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ADFED-BCE6-4A7A-813C-A92F8834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66D1-3B24-466D-9CAE-7F3EF8E9EE7E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13903-CBFC-4FD6-916E-D609DED5D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D901B-3A67-4B4F-B4C6-59E0BFF0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4FC0D4-9FBD-4843-B053-72C9D1F5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- Intro</a:t>
            </a:r>
          </a:p>
        </p:txBody>
      </p:sp>
    </p:spTree>
    <p:extLst>
      <p:ext uri="{BB962C8B-B14F-4D97-AF65-F5344CB8AC3E}">
        <p14:creationId xmlns:p14="http://schemas.microsoft.com/office/powerpoint/2010/main" val="181328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721B1-00A2-4C68-8183-ACC43F0D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 Terms and complexity</a:t>
            </a:r>
          </a:p>
          <a:p>
            <a:r>
              <a:rPr lang="en-US" dirty="0"/>
              <a:t>It is a </a:t>
            </a:r>
            <a:r>
              <a:rPr lang="en-US" b="1" dirty="0"/>
              <a:t>binary</a:t>
            </a:r>
            <a:r>
              <a:rPr lang="en-US" dirty="0"/>
              <a:t> tree represented by a </a:t>
            </a:r>
            <a:r>
              <a:rPr lang="en-US" b="1" dirty="0"/>
              <a:t>linked</a:t>
            </a:r>
            <a:r>
              <a:rPr lang="en-US" dirty="0"/>
              <a:t> data structure </a:t>
            </a:r>
          </a:p>
          <a:p>
            <a:r>
              <a:rPr lang="en-US" dirty="0"/>
              <a:t>It combines the advantage of an array - the ability to do a </a:t>
            </a:r>
            <a:r>
              <a:rPr lang="en-US" b="1" dirty="0"/>
              <a:t>binary search </a:t>
            </a:r>
            <a:r>
              <a:rPr lang="en-US" dirty="0"/>
              <a:t>with the advantage of a </a:t>
            </a:r>
            <a:r>
              <a:rPr lang="en-US" b="1" dirty="0"/>
              <a:t>linked list  </a:t>
            </a:r>
            <a:r>
              <a:rPr lang="en-US" dirty="0"/>
              <a:t>its dynamic size </a:t>
            </a:r>
          </a:p>
          <a:p>
            <a:r>
              <a:rPr lang="en-US" dirty="0"/>
              <a:t>The efficiency of all of the operations is O(h) = </a:t>
            </a:r>
            <a:r>
              <a:rPr lang="en-US" b="1" dirty="0"/>
              <a:t>O(log n)</a:t>
            </a:r>
            <a:r>
              <a:rPr lang="en-US" dirty="0"/>
              <a:t>, only if the tree is reasonably height-balanced </a:t>
            </a:r>
          </a:p>
          <a:p>
            <a:r>
              <a:rPr lang="en-US" dirty="0"/>
              <a:t>Each node contains at least the following </a:t>
            </a:r>
            <a:r>
              <a:rPr lang="en-US" b="1" dirty="0"/>
              <a:t>fields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key: an identifying field </a:t>
            </a:r>
          </a:p>
          <a:p>
            <a:pPr lvl="1"/>
            <a:r>
              <a:rPr lang="en-US" dirty="0"/>
              <a:t>left: pointer to a left child (may be NIL) </a:t>
            </a:r>
          </a:p>
          <a:p>
            <a:pPr lvl="1"/>
            <a:r>
              <a:rPr lang="en-US" dirty="0"/>
              <a:t>right: pointer to a right child (may be NIL) </a:t>
            </a:r>
          </a:p>
          <a:p>
            <a:pPr lvl="1"/>
            <a:r>
              <a:rPr lang="en-US" dirty="0"/>
              <a:t>p: pointer to the parent node (NIL for root)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22366-AE63-4A94-BE32-F5E8B9DA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19E1-F960-402B-8EC0-3A6E758DA2A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70EC6-12ED-45E3-9626-144D0B8F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1233-9E67-490C-BD01-23023C85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2A2E0A4-D38D-4F36-BEBF-4981C486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Things To Keep In Mind</a:t>
            </a:r>
          </a:p>
        </p:txBody>
      </p:sp>
    </p:spTree>
    <p:extLst>
      <p:ext uri="{BB962C8B-B14F-4D97-AF65-F5344CB8AC3E}">
        <p14:creationId xmlns:p14="http://schemas.microsoft.com/office/powerpoint/2010/main" val="4043411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4721B1-00A2-4C68-8183-ACC43F0D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Binary Search Property</a:t>
            </a:r>
          </a:p>
          <a:p>
            <a:pPr marL="0" indent="0">
              <a:buNone/>
            </a:pPr>
            <a:r>
              <a:rPr lang="en-US" dirty="0"/>
              <a:t>For any node x</a:t>
            </a:r>
          </a:p>
          <a:p>
            <a:r>
              <a:rPr lang="en-US" dirty="0"/>
              <a:t>key [y] &lt; key [x] if y in left subtree of x </a:t>
            </a:r>
          </a:p>
          <a:p>
            <a:r>
              <a:rPr lang="en-US" dirty="0"/>
              <a:t>key [y] ≥ key [x] if y in right subtree of x</a:t>
            </a:r>
            <a:endParaRPr lang="en-US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22366-AE63-4A94-BE32-F5E8B9DA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EBCA6-6449-4916-A0F8-AC7DCB2874D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70EC6-12ED-45E3-9626-144D0B8F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41233-9E67-490C-BD01-23023C85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2A2E0A4-D38D-4F36-BEBF-4981C486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Things To Keep In Mind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D178EA-79A1-457D-8535-C815FF34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266" y="3273867"/>
            <a:ext cx="5174334" cy="321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72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AC8FE0-5F26-41E5-80ED-03343D12D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search tree data structure supports many dynamic-set operations, including </a:t>
            </a:r>
          </a:p>
          <a:p>
            <a:pPr lvl="1"/>
            <a:r>
              <a:rPr lang="en-US" dirty="0"/>
              <a:t>SEARCH</a:t>
            </a:r>
          </a:p>
          <a:p>
            <a:pPr lvl="1"/>
            <a:r>
              <a:rPr lang="en-US" dirty="0"/>
              <a:t>MINIMUM</a:t>
            </a:r>
          </a:p>
          <a:p>
            <a:pPr lvl="1"/>
            <a:r>
              <a:rPr lang="en-US" dirty="0"/>
              <a:t>MAXIMUM</a:t>
            </a:r>
          </a:p>
          <a:p>
            <a:pPr lvl="1"/>
            <a:r>
              <a:rPr lang="en-US" dirty="0"/>
              <a:t>PREDECESSOR</a:t>
            </a:r>
          </a:p>
          <a:p>
            <a:pPr lvl="1"/>
            <a:r>
              <a:rPr lang="en-US" dirty="0"/>
              <a:t>SUCCESSOR</a:t>
            </a:r>
          </a:p>
          <a:p>
            <a:pPr lvl="1"/>
            <a:r>
              <a:rPr lang="en-US" dirty="0"/>
              <a:t>INSERT</a:t>
            </a:r>
          </a:p>
          <a:p>
            <a:pPr lvl="1"/>
            <a:r>
              <a:rPr lang="en-US" dirty="0"/>
              <a:t>DELETE.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A4B2EC-CED6-4CB1-B252-0C2E4C690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1F88-0884-40D5-A9E8-171E39D206E4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024AC-DE76-4176-B0E9-25DF52AA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CC892-46E0-4BCA-8733-F395B6E1F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E34049-F033-4C96-831D-5DFC29DE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 Operations</a:t>
            </a:r>
          </a:p>
        </p:txBody>
      </p:sp>
    </p:spTree>
    <p:extLst>
      <p:ext uri="{BB962C8B-B14F-4D97-AF65-F5344CB8AC3E}">
        <p14:creationId xmlns:p14="http://schemas.microsoft.com/office/powerpoint/2010/main" val="252520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B57A-FE57-4D49-9B9B-A3C5ADDAFD2A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85A614-1575-4B00-8D5A-8B22AC60049F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284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D65FC-B5D9-4B3F-8A4E-9E84D804E068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5027198" y="1758473"/>
            <a:ext cx="2129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(root,9)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81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C4E7-F339-4375-84B5-2D478E4EE070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5002548" y="1862379"/>
            <a:ext cx="2129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(root,9)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3931E61-E412-4B94-BBA2-E43A20660A36}"/>
              </a:ext>
            </a:extLst>
          </p:cNvPr>
          <p:cNvSpPr/>
          <p:nvPr/>
        </p:nvSpPr>
        <p:spPr>
          <a:xfrm>
            <a:off x="550730" y="2331170"/>
            <a:ext cx="23554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9B2542F8-2F7E-40D5-889F-606529C644F5}"/>
              </a:ext>
            </a:extLst>
          </p:cNvPr>
          <p:cNvSpPr/>
          <p:nvPr/>
        </p:nvSpPr>
        <p:spPr>
          <a:xfrm rot="19977843">
            <a:off x="2683890" y="2596975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16A6D4-A832-416D-9D51-17244BB1D76C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3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4EA30-95D3-4FEB-AE19-FED8C062CABC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5002548" y="1862379"/>
            <a:ext cx="2129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(root,9)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3931E61-E412-4B94-BBA2-E43A20660A36}"/>
              </a:ext>
            </a:extLst>
          </p:cNvPr>
          <p:cNvSpPr/>
          <p:nvPr/>
        </p:nvSpPr>
        <p:spPr>
          <a:xfrm>
            <a:off x="550730" y="2331170"/>
            <a:ext cx="23554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9B2542F8-2F7E-40D5-889F-606529C644F5}"/>
              </a:ext>
            </a:extLst>
          </p:cNvPr>
          <p:cNvSpPr/>
          <p:nvPr/>
        </p:nvSpPr>
        <p:spPr>
          <a:xfrm rot="19977843">
            <a:off x="2640522" y="255289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C0A689-E5AB-463D-A3B8-67E872E7EF6E}"/>
              </a:ext>
            </a:extLst>
          </p:cNvPr>
          <p:cNvSpPr/>
          <p:nvPr/>
        </p:nvSpPr>
        <p:spPr>
          <a:xfrm>
            <a:off x="2997421" y="3268002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8BC639A4-F3D1-4018-B782-B9AED7C34005}"/>
              </a:ext>
            </a:extLst>
          </p:cNvPr>
          <p:cNvSpPr/>
          <p:nvPr/>
        </p:nvSpPr>
        <p:spPr>
          <a:xfrm rot="20740128">
            <a:off x="3789308" y="3735233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449E09-27C6-43AB-AF18-3D6C050D74A0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2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F1DDF-EB12-42BB-BC2D-71B6244526C9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5002548" y="1862379"/>
            <a:ext cx="2129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(root,9)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3931E61-E412-4B94-BBA2-E43A20660A36}"/>
              </a:ext>
            </a:extLst>
          </p:cNvPr>
          <p:cNvSpPr/>
          <p:nvPr/>
        </p:nvSpPr>
        <p:spPr>
          <a:xfrm>
            <a:off x="550730" y="2331170"/>
            <a:ext cx="23554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9B2542F8-2F7E-40D5-889F-606529C644F5}"/>
              </a:ext>
            </a:extLst>
          </p:cNvPr>
          <p:cNvSpPr/>
          <p:nvPr/>
        </p:nvSpPr>
        <p:spPr>
          <a:xfrm rot="19977843">
            <a:off x="2640522" y="255289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C0A689-E5AB-463D-A3B8-67E872E7EF6E}"/>
              </a:ext>
            </a:extLst>
          </p:cNvPr>
          <p:cNvSpPr/>
          <p:nvPr/>
        </p:nvSpPr>
        <p:spPr>
          <a:xfrm>
            <a:off x="2997421" y="3268002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8BC639A4-F3D1-4018-B782-B9AED7C34005}"/>
              </a:ext>
            </a:extLst>
          </p:cNvPr>
          <p:cNvSpPr/>
          <p:nvPr/>
        </p:nvSpPr>
        <p:spPr>
          <a:xfrm rot="20740128">
            <a:off x="3789308" y="3735233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D8C863-4945-4307-A7DB-3263D2D6D9D7}"/>
              </a:ext>
            </a:extLst>
          </p:cNvPr>
          <p:cNvSpPr/>
          <p:nvPr/>
        </p:nvSpPr>
        <p:spPr>
          <a:xfrm>
            <a:off x="2232508" y="4458727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18670FB9-767A-4F0F-B5DF-A8C0C95D7F72}"/>
              </a:ext>
            </a:extLst>
          </p:cNvPr>
          <p:cNvSpPr/>
          <p:nvPr/>
        </p:nvSpPr>
        <p:spPr>
          <a:xfrm rot="269907">
            <a:off x="4452030" y="504929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2C392-0587-4932-9665-E0F4D5C8EF62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6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077B3-0F1C-43F5-A63F-732F76760F9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5002548" y="1862379"/>
            <a:ext cx="2129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(root,9)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3931E61-E412-4B94-BBA2-E43A20660A36}"/>
              </a:ext>
            </a:extLst>
          </p:cNvPr>
          <p:cNvSpPr/>
          <p:nvPr/>
        </p:nvSpPr>
        <p:spPr>
          <a:xfrm>
            <a:off x="550730" y="2331170"/>
            <a:ext cx="23554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9B2542F8-2F7E-40D5-889F-606529C644F5}"/>
              </a:ext>
            </a:extLst>
          </p:cNvPr>
          <p:cNvSpPr/>
          <p:nvPr/>
        </p:nvSpPr>
        <p:spPr>
          <a:xfrm rot="19977843">
            <a:off x="2640522" y="255289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C0A689-E5AB-463D-A3B8-67E872E7EF6E}"/>
              </a:ext>
            </a:extLst>
          </p:cNvPr>
          <p:cNvSpPr/>
          <p:nvPr/>
        </p:nvSpPr>
        <p:spPr>
          <a:xfrm>
            <a:off x="2997421" y="3268002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8BC639A4-F3D1-4018-B782-B9AED7C34005}"/>
              </a:ext>
            </a:extLst>
          </p:cNvPr>
          <p:cNvSpPr/>
          <p:nvPr/>
        </p:nvSpPr>
        <p:spPr>
          <a:xfrm rot="20740128">
            <a:off x="3789308" y="3735233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D8C863-4945-4307-A7DB-3263D2D6D9D7}"/>
              </a:ext>
            </a:extLst>
          </p:cNvPr>
          <p:cNvSpPr/>
          <p:nvPr/>
        </p:nvSpPr>
        <p:spPr>
          <a:xfrm>
            <a:off x="2232508" y="4458727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18670FB9-767A-4F0F-B5DF-A8C0C95D7F72}"/>
              </a:ext>
            </a:extLst>
          </p:cNvPr>
          <p:cNvSpPr/>
          <p:nvPr/>
        </p:nvSpPr>
        <p:spPr>
          <a:xfrm rot="269907">
            <a:off x="4452030" y="504929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351623-23BF-4EB4-BEE7-D6AAB0C9DFD3}"/>
              </a:ext>
            </a:extLst>
          </p:cNvPr>
          <p:cNvSpPr/>
          <p:nvPr/>
        </p:nvSpPr>
        <p:spPr>
          <a:xfrm>
            <a:off x="605287" y="5734754"/>
            <a:ext cx="23554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AA0C0A8F-A4BA-465F-92A9-1FAB1E9610E3}"/>
              </a:ext>
            </a:extLst>
          </p:cNvPr>
          <p:cNvSpPr/>
          <p:nvPr/>
        </p:nvSpPr>
        <p:spPr>
          <a:xfrm rot="269907">
            <a:off x="3540546" y="5991981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2C392-0587-4932-9665-E0F4D5C8EF62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0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2499-B81A-4046-B7C6-D664ECD4CB3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5002548" y="1862379"/>
            <a:ext cx="212917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(root,9)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3931E61-E412-4B94-BBA2-E43A20660A36}"/>
              </a:ext>
            </a:extLst>
          </p:cNvPr>
          <p:cNvSpPr/>
          <p:nvPr/>
        </p:nvSpPr>
        <p:spPr>
          <a:xfrm>
            <a:off x="550730" y="2331170"/>
            <a:ext cx="235545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9B2542F8-2F7E-40D5-889F-606529C644F5}"/>
              </a:ext>
            </a:extLst>
          </p:cNvPr>
          <p:cNvSpPr/>
          <p:nvPr/>
        </p:nvSpPr>
        <p:spPr>
          <a:xfrm rot="19977843">
            <a:off x="2640522" y="255289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C0A689-E5AB-463D-A3B8-67E872E7EF6E}"/>
              </a:ext>
            </a:extLst>
          </p:cNvPr>
          <p:cNvSpPr/>
          <p:nvPr/>
        </p:nvSpPr>
        <p:spPr>
          <a:xfrm>
            <a:off x="2997421" y="3268002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8BC639A4-F3D1-4018-B782-B9AED7C34005}"/>
              </a:ext>
            </a:extLst>
          </p:cNvPr>
          <p:cNvSpPr/>
          <p:nvPr/>
        </p:nvSpPr>
        <p:spPr>
          <a:xfrm rot="20740128">
            <a:off x="3789308" y="3735233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D8C863-4945-4307-A7DB-3263D2D6D9D7}"/>
              </a:ext>
            </a:extLst>
          </p:cNvPr>
          <p:cNvSpPr/>
          <p:nvPr/>
        </p:nvSpPr>
        <p:spPr>
          <a:xfrm>
            <a:off x="2232508" y="4458727"/>
            <a:ext cx="24931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(x-&gt;right,9)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18670FB9-767A-4F0F-B5DF-A8C0C95D7F72}"/>
              </a:ext>
            </a:extLst>
          </p:cNvPr>
          <p:cNvSpPr/>
          <p:nvPr/>
        </p:nvSpPr>
        <p:spPr>
          <a:xfrm rot="269907">
            <a:off x="4452030" y="504929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351623-23BF-4EB4-BEE7-D6AAB0C9DFD3}"/>
              </a:ext>
            </a:extLst>
          </p:cNvPr>
          <p:cNvSpPr/>
          <p:nvPr/>
        </p:nvSpPr>
        <p:spPr>
          <a:xfrm>
            <a:off x="605287" y="5734754"/>
            <a:ext cx="23554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(x-&gt;left,9)</a:t>
            </a:r>
          </a:p>
        </p:txBody>
      </p:sp>
      <p:sp>
        <p:nvSpPr>
          <p:cNvPr id="39" name="Arrow: Left 38">
            <a:extLst>
              <a:ext uri="{FF2B5EF4-FFF2-40B4-BE49-F238E27FC236}">
                <a16:creationId xmlns:a16="http://schemas.microsoft.com/office/drawing/2014/main" id="{AA0C0A8F-A4BA-465F-92A9-1FAB1E9610E3}"/>
              </a:ext>
            </a:extLst>
          </p:cNvPr>
          <p:cNvSpPr/>
          <p:nvPr/>
        </p:nvSpPr>
        <p:spPr>
          <a:xfrm rot="269907">
            <a:off x="3540546" y="5991981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2C392-0587-4932-9665-E0F4D5C8EF62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05AE6-5460-40E8-9AF1-6FD79F9934E9}"/>
              </a:ext>
            </a:extLst>
          </p:cNvPr>
          <p:cNvSpPr txBox="1"/>
          <p:nvPr/>
        </p:nvSpPr>
        <p:spPr>
          <a:xfrm>
            <a:off x="4930242" y="5877840"/>
            <a:ext cx="2431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pointer is returned </a:t>
            </a:r>
          </a:p>
          <a:p>
            <a:r>
              <a:rPr lang="en-US" dirty="0">
                <a:solidFill>
                  <a:srgbClr val="FF0000"/>
                </a:solidFill>
              </a:rPr>
              <a:t>until the root is reached</a:t>
            </a:r>
          </a:p>
        </p:txBody>
      </p:sp>
    </p:spTree>
    <p:extLst>
      <p:ext uri="{BB962C8B-B14F-4D97-AF65-F5344CB8AC3E}">
        <p14:creationId xmlns:p14="http://schemas.microsoft.com/office/powerpoint/2010/main" val="3083063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6D60-1BF8-461B-A89B-5BF7D88BD53F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91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55A39-2B81-4D59-ABA2-3B0DD232938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83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83AA-4E18-4EE3-B701-AFDC6CB13D6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218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2F05A-4557-460F-ABA8-54194EAB652D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51174" y="234786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</p:spTree>
    <p:extLst>
      <p:ext uri="{BB962C8B-B14F-4D97-AF65-F5344CB8AC3E}">
        <p14:creationId xmlns:p14="http://schemas.microsoft.com/office/powerpoint/2010/main" val="2108909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4F47C-275F-4F78-B431-F82560BA6F7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4288912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7FCBC-488E-4E82-896F-9C70C282451C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</p:spTree>
    <p:extLst>
      <p:ext uri="{BB962C8B-B14F-4D97-AF65-F5344CB8AC3E}">
        <p14:creationId xmlns:p14="http://schemas.microsoft.com/office/powerpoint/2010/main" val="1889153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D6ABA-DDD7-48F9-A5D2-46566462462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12E264BA-78F5-424B-9198-50CA7FE0E319}"/>
              </a:ext>
            </a:extLst>
          </p:cNvPr>
          <p:cNvSpPr/>
          <p:nvPr/>
        </p:nvSpPr>
        <p:spPr>
          <a:xfrm rot="19977843">
            <a:off x="3798238" y="360315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3646192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CEF0-FE67-4FF5-A085-9E7BF57460F8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12E264BA-78F5-424B-9198-50CA7FE0E319}"/>
              </a:ext>
            </a:extLst>
          </p:cNvPr>
          <p:cNvSpPr/>
          <p:nvPr/>
        </p:nvSpPr>
        <p:spPr>
          <a:xfrm rot="19977843">
            <a:off x="3798238" y="360315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F8D31-7885-43DE-97BC-1855A252F7F5}"/>
              </a:ext>
            </a:extLst>
          </p:cNvPr>
          <p:cNvSpPr/>
          <p:nvPr/>
        </p:nvSpPr>
        <p:spPr>
          <a:xfrm>
            <a:off x="2033577" y="4461263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</p:spTree>
    <p:extLst>
      <p:ext uri="{BB962C8B-B14F-4D97-AF65-F5344CB8AC3E}">
        <p14:creationId xmlns:p14="http://schemas.microsoft.com/office/powerpoint/2010/main" val="2715831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0696F-A4C7-402F-A4CD-AF57EFA697D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12E264BA-78F5-424B-9198-50CA7FE0E319}"/>
              </a:ext>
            </a:extLst>
          </p:cNvPr>
          <p:cNvSpPr/>
          <p:nvPr/>
        </p:nvSpPr>
        <p:spPr>
          <a:xfrm rot="19977843">
            <a:off x="3798238" y="360315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F8D31-7885-43DE-97BC-1855A252F7F5}"/>
              </a:ext>
            </a:extLst>
          </p:cNvPr>
          <p:cNvSpPr/>
          <p:nvPr/>
        </p:nvSpPr>
        <p:spPr>
          <a:xfrm>
            <a:off x="2033577" y="4461263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E85E2087-51A9-41A9-A70A-2B68A1584411}"/>
              </a:ext>
            </a:extLst>
          </p:cNvPr>
          <p:cNvSpPr/>
          <p:nvPr/>
        </p:nvSpPr>
        <p:spPr>
          <a:xfrm rot="21137322">
            <a:off x="4595228" y="493545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3274160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9ED-D2ED-42AE-98CB-B3B5127A33B8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12E264BA-78F5-424B-9198-50CA7FE0E319}"/>
              </a:ext>
            </a:extLst>
          </p:cNvPr>
          <p:cNvSpPr/>
          <p:nvPr/>
        </p:nvSpPr>
        <p:spPr>
          <a:xfrm rot="19977843">
            <a:off x="3798238" y="360315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F8D31-7885-43DE-97BC-1855A252F7F5}"/>
              </a:ext>
            </a:extLst>
          </p:cNvPr>
          <p:cNvSpPr/>
          <p:nvPr/>
        </p:nvSpPr>
        <p:spPr>
          <a:xfrm>
            <a:off x="2033577" y="4461263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E85E2087-51A9-41A9-A70A-2B68A1584411}"/>
              </a:ext>
            </a:extLst>
          </p:cNvPr>
          <p:cNvSpPr/>
          <p:nvPr/>
        </p:nvSpPr>
        <p:spPr>
          <a:xfrm rot="21137322">
            <a:off x="4595228" y="493545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701C07-6958-45F5-8FC7-7EFDEFF99AE0}"/>
              </a:ext>
            </a:extLst>
          </p:cNvPr>
          <p:cNvSpPr/>
          <p:nvPr/>
        </p:nvSpPr>
        <p:spPr>
          <a:xfrm>
            <a:off x="4452470" y="5724096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</p:spTree>
    <p:extLst>
      <p:ext uri="{BB962C8B-B14F-4D97-AF65-F5344CB8AC3E}">
        <p14:creationId xmlns:p14="http://schemas.microsoft.com/office/powerpoint/2010/main" val="548192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553D-8458-48C8-B880-1C2CFC6E30FE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12E264BA-78F5-424B-9198-50CA7FE0E319}"/>
              </a:ext>
            </a:extLst>
          </p:cNvPr>
          <p:cNvSpPr/>
          <p:nvPr/>
        </p:nvSpPr>
        <p:spPr>
          <a:xfrm rot="19977843">
            <a:off x="3798238" y="360315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F8D31-7885-43DE-97BC-1855A252F7F5}"/>
              </a:ext>
            </a:extLst>
          </p:cNvPr>
          <p:cNvSpPr/>
          <p:nvPr/>
        </p:nvSpPr>
        <p:spPr>
          <a:xfrm>
            <a:off x="2033577" y="4461263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E85E2087-51A9-41A9-A70A-2B68A1584411}"/>
              </a:ext>
            </a:extLst>
          </p:cNvPr>
          <p:cNvSpPr/>
          <p:nvPr/>
        </p:nvSpPr>
        <p:spPr>
          <a:xfrm rot="21137322">
            <a:off x="4595228" y="493545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701C07-6958-45F5-8FC7-7EFDEFF99AE0}"/>
              </a:ext>
            </a:extLst>
          </p:cNvPr>
          <p:cNvSpPr/>
          <p:nvPr/>
        </p:nvSpPr>
        <p:spPr>
          <a:xfrm>
            <a:off x="4452470" y="5724096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CC2E35D4-7EA0-4733-855A-355D44FAD122}"/>
              </a:ext>
            </a:extLst>
          </p:cNvPr>
          <p:cNvSpPr/>
          <p:nvPr/>
        </p:nvSpPr>
        <p:spPr>
          <a:xfrm rot="21137322">
            <a:off x="4860493" y="6040899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1958389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7B541-50DB-4453-81C9-E9278D58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it recursively or iteratively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71AAE-5F7A-4566-B4CF-AE324D64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E6126-8653-4B0E-B61D-67C8DBC9E5E8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EC922-24BF-409E-A134-C6ADF3EA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70B9B-E1C4-465B-BF3C-70DBD5A4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B19350-571E-4DB6-967D-33289AC6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(Another Example)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BBF0F7-E892-49EA-8864-370555EE0697}"/>
              </a:ext>
            </a:extLst>
          </p:cNvPr>
          <p:cNvSpPr/>
          <p:nvPr/>
        </p:nvSpPr>
        <p:spPr>
          <a:xfrm>
            <a:off x="4302177" y="185878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9702B6-0DD5-49E3-8DA3-A3FB283835B4}"/>
              </a:ext>
            </a:extLst>
          </p:cNvPr>
          <p:cNvSpPr/>
          <p:nvPr/>
        </p:nvSpPr>
        <p:spPr>
          <a:xfrm>
            <a:off x="1288217" y="370243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398125-58B2-4BFA-A55F-E0C774F06893}"/>
              </a:ext>
            </a:extLst>
          </p:cNvPr>
          <p:cNvSpPr/>
          <p:nvPr/>
        </p:nvSpPr>
        <p:spPr>
          <a:xfrm>
            <a:off x="2239625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C04D52-2D2C-48AD-A132-DF4A41B2C5C1}"/>
              </a:ext>
            </a:extLst>
          </p:cNvPr>
          <p:cNvSpPr/>
          <p:nvPr/>
        </p:nvSpPr>
        <p:spPr>
          <a:xfrm>
            <a:off x="6096000" y="282939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651C4C-2CA1-42FD-A7A1-5C73F68AFE5B}"/>
              </a:ext>
            </a:extLst>
          </p:cNvPr>
          <p:cNvSpPr/>
          <p:nvPr/>
        </p:nvSpPr>
        <p:spPr>
          <a:xfrm>
            <a:off x="3371850" y="372922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445106-5E96-43FA-AB3F-97C8729CE4E0}"/>
              </a:ext>
            </a:extLst>
          </p:cNvPr>
          <p:cNvSpPr/>
          <p:nvPr/>
        </p:nvSpPr>
        <p:spPr>
          <a:xfrm>
            <a:off x="5348990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978FCA-1D4F-48A1-BF65-254B9EAAD4D1}"/>
              </a:ext>
            </a:extLst>
          </p:cNvPr>
          <p:cNvSpPr/>
          <p:nvPr/>
        </p:nvSpPr>
        <p:spPr>
          <a:xfrm>
            <a:off x="6939509" y="417756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9CE27-1E4B-4D1F-8B20-97F3C108379C}"/>
              </a:ext>
            </a:extLst>
          </p:cNvPr>
          <p:cNvSpPr/>
          <p:nvPr/>
        </p:nvSpPr>
        <p:spPr>
          <a:xfrm>
            <a:off x="695012" y="477717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2F8359-0025-4DAF-89C0-C80D4FF6203B}"/>
              </a:ext>
            </a:extLst>
          </p:cNvPr>
          <p:cNvSpPr/>
          <p:nvPr/>
        </p:nvSpPr>
        <p:spPr>
          <a:xfrm>
            <a:off x="1887824" y="483578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3C5130-8A20-4610-A42D-06FEF250FEB7}"/>
              </a:ext>
            </a:extLst>
          </p:cNvPr>
          <p:cNvSpPr/>
          <p:nvPr/>
        </p:nvSpPr>
        <p:spPr>
          <a:xfrm>
            <a:off x="3971457" y="477717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AEB072-5044-4FA8-A14F-8EAA431D1E53}"/>
              </a:ext>
            </a:extLst>
          </p:cNvPr>
          <p:cNvSpPr/>
          <p:nvPr/>
        </p:nvSpPr>
        <p:spPr>
          <a:xfrm>
            <a:off x="2981793" y="580152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6D3617-B2F7-4761-BCA4-9633EC84CF35}"/>
              </a:ext>
            </a:extLst>
          </p:cNvPr>
          <p:cNvCxnSpPr>
            <a:stCxn id="11" idx="7"/>
            <a:endCxn id="9" idx="2"/>
          </p:cNvCxnSpPr>
          <p:nvPr/>
        </p:nvCxnSpPr>
        <p:spPr>
          <a:xfrm flipV="1">
            <a:off x="2751422" y="215858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974D6A-3A40-4ABD-AF22-2F7AA149F17D}"/>
              </a:ext>
            </a:extLst>
          </p:cNvPr>
          <p:cNvCxnSpPr>
            <a:cxnSpLocks/>
            <a:stCxn id="12" idx="0"/>
            <a:endCxn id="9" idx="6"/>
          </p:cNvCxnSpPr>
          <p:nvPr/>
        </p:nvCxnSpPr>
        <p:spPr>
          <a:xfrm flipH="1" flipV="1">
            <a:off x="4901784" y="215858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4E823C-F820-4EAA-89D5-53652B612335}"/>
              </a:ext>
            </a:extLst>
          </p:cNvPr>
          <p:cNvCxnSpPr>
            <a:cxnSpLocks/>
            <a:stCxn id="14" idx="0"/>
            <a:endCxn id="12" idx="3"/>
          </p:cNvCxnSpPr>
          <p:nvPr/>
        </p:nvCxnSpPr>
        <p:spPr>
          <a:xfrm flipV="1">
            <a:off x="5648794" y="334119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C7535-BBFE-4A34-991C-09ADE2A8B728}"/>
              </a:ext>
            </a:extLst>
          </p:cNvPr>
          <p:cNvCxnSpPr>
            <a:cxnSpLocks/>
            <a:stCxn id="15" idx="1"/>
            <a:endCxn id="12" idx="5"/>
          </p:cNvCxnSpPr>
          <p:nvPr/>
        </p:nvCxnSpPr>
        <p:spPr>
          <a:xfrm flipH="1" flipV="1">
            <a:off x="6607797" y="334119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36AD1D-75B3-4A01-B225-5CD2D42FB25C}"/>
              </a:ext>
            </a:extLst>
          </p:cNvPr>
          <p:cNvCxnSpPr>
            <a:cxnSpLocks/>
            <a:stCxn id="10" idx="7"/>
            <a:endCxn id="11" idx="3"/>
          </p:cNvCxnSpPr>
          <p:nvPr/>
        </p:nvCxnSpPr>
        <p:spPr>
          <a:xfrm flipV="1">
            <a:off x="1800014" y="334119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9AD5100-5D9D-4B13-A1F8-F56FB59FE977}"/>
              </a:ext>
            </a:extLst>
          </p:cNvPr>
          <p:cNvCxnSpPr>
            <a:cxnSpLocks/>
            <a:stCxn id="16" idx="7"/>
            <a:endCxn id="10" idx="3"/>
          </p:cNvCxnSpPr>
          <p:nvPr/>
        </p:nvCxnSpPr>
        <p:spPr>
          <a:xfrm flipV="1">
            <a:off x="1206809" y="421423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9C5419-559F-4335-A3D4-86182C974508}"/>
              </a:ext>
            </a:extLst>
          </p:cNvPr>
          <p:cNvCxnSpPr>
            <a:cxnSpLocks/>
            <a:stCxn id="17" idx="0"/>
            <a:endCxn id="10" idx="5"/>
          </p:cNvCxnSpPr>
          <p:nvPr/>
        </p:nvCxnSpPr>
        <p:spPr>
          <a:xfrm flipH="1" flipV="1">
            <a:off x="1800014" y="421423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F66B44B-B1A4-4CDE-8FB1-1E84D3BEED75}"/>
              </a:ext>
            </a:extLst>
          </p:cNvPr>
          <p:cNvCxnSpPr>
            <a:cxnSpLocks/>
            <a:stCxn id="13" idx="1"/>
            <a:endCxn id="11" idx="5"/>
          </p:cNvCxnSpPr>
          <p:nvPr/>
        </p:nvCxnSpPr>
        <p:spPr>
          <a:xfrm flipH="1" flipV="1">
            <a:off x="2751422" y="334119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5EAD5E-ED92-4D21-BA07-271D7D254DE1}"/>
              </a:ext>
            </a:extLst>
          </p:cNvPr>
          <p:cNvCxnSpPr>
            <a:cxnSpLocks/>
            <a:stCxn id="18" idx="1"/>
            <a:endCxn id="13" idx="5"/>
          </p:cNvCxnSpPr>
          <p:nvPr/>
        </p:nvCxnSpPr>
        <p:spPr>
          <a:xfrm flipH="1" flipV="1">
            <a:off x="3883647" y="424102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C81400-2802-4EF6-81D2-98DDB369C4BF}"/>
              </a:ext>
            </a:extLst>
          </p:cNvPr>
          <p:cNvCxnSpPr>
            <a:cxnSpLocks/>
            <a:stCxn id="18" idx="3"/>
            <a:endCxn id="19" idx="7"/>
          </p:cNvCxnSpPr>
          <p:nvPr/>
        </p:nvCxnSpPr>
        <p:spPr>
          <a:xfrm flipH="1">
            <a:off x="3493590" y="528897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rrow: Left 53">
            <a:extLst>
              <a:ext uri="{FF2B5EF4-FFF2-40B4-BE49-F238E27FC236}">
                <a16:creationId xmlns:a16="http://schemas.microsoft.com/office/drawing/2014/main" id="{F4625C09-04D4-4BEB-BBEE-D3B540DD4776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D36092-2914-43D2-BC3C-5202F9A6EB86}"/>
              </a:ext>
            </a:extLst>
          </p:cNvPr>
          <p:cNvSpPr/>
          <p:nvPr/>
        </p:nvSpPr>
        <p:spPr>
          <a:xfrm>
            <a:off x="4962276" y="1758473"/>
            <a:ext cx="225901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(root,14)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A21430-33F2-4489-A033-4E6A9C6F6E4D}"/>
              </a:ext>
            </a:extLst>
          </p:cNvPr>
          <p:cNvSpPr txBox="1"/>
          <p:nvPr/>
        </p:nvSpPr>
        <p:spPr>
          <a:xfrm>
            <a:off x="7720663" y="2087602"/>
            <a:ext cx="4232744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The functions </a:t>
            </a:r>
            <a:r>
              <a:rPr lang="en-US" b="1" dirty="0"/>
              <a:t>takes a pointer </a:t>
            </a:r>
            <a:r>
              <a:rPr lang="en-US" dirty="0"/>
              <a:t>to a node and the value to be searched as input.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function then places </a:t>
            </a:r>
            <a:r>
              <a:rPr lang="en-US" b="1" dirty="0"/>
              <a:t>a pointer x </a:t>
            </a:r>
            <a:r>
              <a:rPr lang="en-US" dirty="0"/>
              <a:t>at the same node.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Using that pointer the function checks if the </a:t>
            </a:r>
            <a:r>
              <a:rPr lang="en-US" b="1" dirty="0"/>
              <a:t>value is equal</a:t>
            </a:r>
            <a:r>
              <a:rPr lang="en-US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If it is equal then a pointer to that node is returned.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greater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right child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the </a:t>
            </a:r>
            <a:r>
              <a:rPr lang="en-US" b="1" dirty="0"/>
              <a:t>key is smaller </a:t>
            </a:r>
            <a:r>
              <a:rPr lang="en-US" dirty="0"/>
              <a:t>than that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The function calls another function on the </a:t>
            </a:r>
            <a:r>
              <a:rPr lang="en-US" b="1" dirty="0"/>
              <a:t>left child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F164F6-14AF-4B97-B4A9-ECBF9D47244A}"/>
              </a:ext>
            </a:extLst>
          </p:cNvPr>
          <p:cNvSpPr/>
          <p:nvPr/>
        </p:nvSpPr>
        <p:spPr>
          <a:xfrm>
            <a:off x="723399" y="2460147"/>
            <a:ext cx="24852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(x-&gt;left,14)</a:t>
            </a: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63CED382-ECA3-4803-99A1-CC6D0FF9DC85}"/>
              </a:ext>
            </a:extLst>
          </p:cNvPr>
          <p:cNvSpPr/>
          <p:nvPr/>
        </p:nvSpPr>
        <p:spPr>
          <a:xfrm rot="19977843">
            <a:off x="2751033" y="260169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0B69B4-D2FD-4ABD-A8D2-964F5C0B156C}"/>
              </a:ext>
            </a:extLst>
          </p:cNvPr>
          <p:cNvSpPr/>
          <p:nvPr/>
        </p:nvSpPr>
        <p:spPr>
          <a:xfrm>
            <a:off x="2927842" y="3206911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12E264BA-78F5-424B-9198-50CA7FE0E319}"/>
              </a:ext>
            </a:extLst>
          </p:cNvPr>
          <p:cNvSpPr/>
          <p:nvPr/>
        </p:nvSpPr>
        <p:spPr>
          <a:xfrm rot="19977843">
            <a:off x="3798238" y="360315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BF8D31-7885-43DE-97BC-1855A252F7F5}"/>
              </a:ext>
            </a:extLst>
          </p:cNvPr>
          <p:cNvSpPr/>
          <p:nvPr/>
        </p:nvSpPr>
        <p:spPr>
          <a:xfrm>
            <a:off x="2033577" y="4461263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E85E2087-51A9-41A9-A70A-2B68A1584411}"/>
              </a:ext>
            </a:extLst>
          </p:cNvPr>
          <p:cNvSpPr/>
          <p:nvPr/>
        </p:nvSpPr>
        <p:spPr>
          <a:xfrm rot="21137322">
            <a:off x="4595228" y="493545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701C07-6958-45F5-8FC7-7EFDEFF99AE0}"/>
              </a:ext>
            </a:extLst>
          </p:cNvPr>
          <p:cNvSpPr/>
          <p:nvPr/>
        </p:nvSpPr>
        <p:spPr>
          <a:xfrm>
            <a:off x="4452470" y="5724096"/>
            <a:ext cx="262302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TreeSearch</a:t>
            </a:r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(x-&gt;right,14)</a:t>
            </a:r>
          </a:p>
        </p:txBody>
      </p:sp>
      <p:sp>
        <p:nvSpPr>
          <p:cNvPr id="40" name="Arrow: Left 39">
            <a:extLst>
              <a:ext uri="{FF2B5EF4-FFF2-40B4-BE49-F238E27FC236}">
                <a16:creationId xmlns:a16="http://schemas.microsoft.com/office/drawing/2014/main" id="{CC2E35D4-7EA0-4733-855A-355D44FAD122}"/>
              </a:ext>
            </a:extLst>
          </p:cNvPr>
          <p:cNvSpPr/>
          <p:nvPr/>
        </p:nvSpPr>
        <p:spPr>
          <a:xfrm rot="21137322">
            <a:off x="4860493" y="6040899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96E901-DB60-4ADD-95C9-C092090646E5}"/>
              </a:ext>
            </a:extLst>
          </p:cNvPr>
          <p:cNvSpPr txBox="1"/>
          <p:nvPr/>
        </p:nvSpPr>
        <p:spPr>
          <a:xfrm>
            <a:off x="6522690" y="6055493"/>
            <a:ext cx="1608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</a:t>
            </a:r>
            <a:r>
              <a:rPr lang="en-US" b="1" dirty="0">
                <a:solidFill>
                  <a:srgbClr val="FF0000"/>
                </a:solidFill>
              </a:rPr>
              <a:t>NULL </a:t>
            </a:r>
            <a:r>
              <a:rPr lang="en-US" dirty="0">
                <a:solidFill>
                  <a:srgbClr val="FF0000"/>
                </a:solidFill>
              </a:rPr>
              <a:t>pointer</a:t>
            </a:r>
          </a:p>
          <a:p>
            <a:r>
              <a:rPr lang="en-US" dirty="0">
                <a:solidFill>
                  <a:srgbClr val="FF0000"/>
                </a:solidFill>
              </a:rPr>
              <a:t>is returned</a:t>
            </a:r>
          </a:p>
        </p:txBody>
      </p:sp>
    </p:spTree>
    <p:extLst>
      <p:ext uri="{BB962C8B-B14F-4D97-AF65-F5344CB8AC3E}">
        <p14:creationId xmlns:p14="http://schemas.microsoft.com/office/powerpoint/2010/main" val="898855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BD4064-BBE2-4A4E-8C26-FBB77FF08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42263-6F81-4E64-B09E-D811103E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6069-D563-4762-9A56-9FF2FC4E9147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224D-0D49-41B8-A2EB-D3FCB382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0195B-8C32-4B52-89A6-38DC9445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FCF893-29C1-41B2-9482-E14CFFDF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(Let us Write The Code)</a:t>
            </a:r>
          </a:p>
        </p:txBody>
      </p:sp>
    </p:spTree>
    <p:extLst>
      <p:ext uri="{BB962C8B-B14F-4D97-AF65-F5344CB8AC3E}">
        <p14:creationId xmlns:p14="http://schemas.microsoft.com/office/powerpoint/2010/main" val="2157525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BD4064-BBE2-4A4E-8C26-FBB77FF08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42263-6F81-4E64-B09E-D811103E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1A77C-DEB5-456F-9401-70E11F3AA9C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224D-0D49-41B8-A2EB-D3FCB382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0195B-8C32-4B52-89A6-38DC9445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FCF893-29C1-41B2-9482-E14CFFDF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(Let us Write The Code)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0E801E-874E-4D58-A7E7-CD5B8957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00275"/>
            <a:ext cx="55149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2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BD4064-BBE2-4A4E-8C26-FBB77FF08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</a:t>
            </a:r>
          </a:p>
          <a:p>
            <a:pPr lvl="1"/>
            <a:r>
              <a:rPr lang="en-US" dirty="0"/>
              <a:t>Simulate this code on the previous tree by yourself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42263-6F81-4E64-B09E-D811103E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5DDBC-73AA-49B9-9B3C-B4FDA1AED99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8224D-0D49-41B8-A2EB-D3FCB382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0195B-8C32-4B52-89A6-38DC9445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2FCF893-29C1-41B2-9482-E14CFFDF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(Let us Write The Code)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087928-B33A-4ECD-BACF-5C5358389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2760187"/>
            <a:ext cx="44672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62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6495C-90E7-4837-9A6D-701FCBB01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8387-8E4D-4FC3-A5C9-75876EDB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B299-BA29-42B6-8A95-AADE6DC61008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1E67-5756-4E3D-A7A7-93909DEE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DF754-CA9A-4461-82BE-84984FA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A72EC-4FFD-4DBC-A586-A4399A7A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Minimum and Maximum 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9222F-C007-455D-BB1C-2021968498F5}"/>
              </a:ext>
            </a:extLst>
          </p:cNvPr>
          <p:cNvSpPr/>
          <p:nvPr/>
        </p:nvSpPr>
        <p:spPr>
          <a:xfrm>
            <a:off x="4360341" y="216760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6D1E12-FC28-4A50-85DF-191B3134A527}"/>
              </a:ext>
            </a:extLst>
          </p:cNvPr>
          <p:cNvSpPr/>
          <p:nvPr/>
        </p:nvSpPr>
        <p:spPr>
          <a:xfrm>
            <a:off x="1346381" y="401125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5424C-548F-4E0F-81C0-F6A521995269}"/>
              </a:ext>
            </a:extLst>
          </p:cNvPr>
          <p:cNvSpPr/>
          <p:nvPr/>
        </p:nvSpPr>
        <p:spPr>
          <a:xfrm>
            <a:off x="2297789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A37D36-09E0-4F6D-B6D8-E43C2110DA23}"/>
              </a:ext>
            </a:extLst>
          </p:cNvPr>
          <p:cNvSpPr/>
          <p:nvPr/>
        </p:nvSpPr>
        <p:spPr>
          <a:xfrm>
            <a:off x="6154164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A296A-06D0-4B33-A632-482476AA1741}"/>
              </a:ext>
            </a:extLst>
          </p:cNvPr>
          <p:cNvSpPr/>
          <p:nvPr/>
        </p:nvSpPr>
        <p:spPr>
          <a:xfrm>
            <a:off x="3430014" y="403804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4B6F2-0DD9-43B3-A5D8-6E498E5881CD}"/>
              </a:ext>
            </a:extLst>
          </p:cNvPr>
          <p:cNvSpPr/>
          <p:nvPr/>
        </p:nvSpPr>
        <p:spPr>
          <a:xfrm>
            <a:off x="5407154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7E3FF-1178-4513-989C-E9ABFCDE6146}"/>
              </a:ext>
            </a:extLst>
          </p:cNvPr>
          <p:cNvSpPr/>
          <p:nvPr/>
        </p:nvSpPr>
        <p:spPr>
          <a:xfrm>
            <a:off x="6997673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473C43-0CA5-4031-A804-707A5FDE94E0}"/>
              </a:ext>
            </a:extLst>
          </p:cNvPr>
          <p:cNvSpPr/>
          <p:nvPr/>
        </p:nvSpPr>
        <p:spPr>
          <a:xfrm>
            <a:off x="753176" y="508599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8577E1-D96B-4C93-ADAF-FE7C45BD0F1A}"/>
              </a:ext>
            </a:extLst>
          </p:cNvPr>
          <p:cNvSpPr/>
          <p:nvPr/>
        </p:nvSpPr>
        <p:spPr>
          <a:xfrm>
            <a:off x="1945988" y="514460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A05212-A123-4C07-822B-229125DAAA2C}"/>
              </a:ext>
            </a:extLst>
          </p:cNvPr>
          <p:cNvSpPr/>
          <p:nvPr/>
        </p:nvSpPr>
        <p:spPr>
          <a:xfrm>
            <a:off x="4029621" y="508599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8895A-F493-488D-9924-BF0B3C898270}"/>
              </a:ext>
            </a:extLst>
          </p:cNvPr>
          <p:cNvSpPr/>
          <p:nvPr/>
        </p:nvSpPr>
        <p:spPr>
          <a:xfrm>
            <a:off x="3039957" y="611034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C5794-4160-49F1-A3BF-A6736F8B033C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2809586" y="246740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01863-F0D1-4C05-A0E2-EE5FA631B85B}"/>
              </a:ext>
            </a:extLst>
          </p:cNvPr>
          <p:cNvCxnSpPr>
            <a:cxnSpLocks/>
            <a:stCxn id="10" idx="0"/>
            <a:endCxn id="7" idx="6"/>
          </p:cNvCxnSpPr>
          <p:nvPr/>
        </p:nvCxnSpPr>
        <p:spPr>
          <a:xfrm flipH="1" flipV="1">
            <a:off x="4959948" y="246740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ABDC31-1C3F-4DDC-8892-81B5A1026AB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5706958" y="365001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BE70FA-F252-4DDD-86BF-E9A1E1E5FC7F}"/>
              </a:ext>
            </a:extLst>
          </p:cNvPr>
          <p:cNvCxnSpPr>
            <a:cxnSpLocks/>
            <a:stCxn id="13" idx="1"/>
            <a:endCxn id="10" idx="5"/>
          </p:cNvCxnSpPr>
          <p:nvPr/>
        </p:nvCxnSpPr>
        <p:spPr>
          <a:xfrm flipH="1" flipV="1">
            <a:off x="6665961" y="365001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F1C96-4E11-4773-B570-89313EC7DF4F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858178" y="365001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C9FEA4-F20F-46D8-AA25-67F4A32DC508}"/>
              </a:ext>
            </a:extLst>
          </p:cNvPr>
          <p:cNvCxnSpPr>
            <a:cxnSpLocks/>
            <a:stCxn id="14" idx="7"/>
            <a:endCxn id="8" idx="3"/>
          </p:cNvCxnSpPr>
          <p:nvPr/>
        </p:nvCxnSpPr>
        <p:spPr>
          <a:xfrm flipV="1">
            <a:off x="1264973" y="452305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6B451-14C8-4C9D-81DC-41D83A2E92B1}"/>
              </a:ext>
            </a:extLst>
          </p:cNvPr>
          <p:cNvCxnSpPr>
            <a:cxnSpLocks/>
            <a:stCxn id="15" idx="0"/>
            <a:endCxn id="8" idx="5"/>
          </p:cNvCxnSpPr>
          <p:nvPr/>
        </p:nvCxnSpPr>
        <p:spPr>
          <a:xfrm flipH="1" flipV="1">
            <a:off x="1858178" y="452305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92E9FF-FCF8-47A1-B393-DF8E980C1E41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2809586" y="365001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EE89B-9AC1-4CBF-B534-68BC93E01FCF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3941811" y="454984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F4FF9-E986-481F-8EFB-E085B56459F2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3551754" y="559779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909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6495C-90E7-4837-9A6D-701FCBB01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8387-8E4D-4FC3-A5C9-75876EDB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A5B8-94B7-4DA3-85D8-A4BB2D3928B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1E67-5756-4E3D-A7A7-93909DEE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DF754-CA9A-4461-82BE-84984FA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A72EC-4FFD-4DBC-A586-A4399A7A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Minimum and Maximum 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9222F-C007-455D-BB1C-2021968498F5}"/>
              </a:ext>
            </a:extLst>
          </p:cNvPr>
          <p:cNvSpPr/>
          <p:nvPr/>
        </p:nvSpPr>
        <p:spPr>
          <a:xfrm>
            <a:off x="4360341" y="216760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6D1E12-FC28-4A50-85DF-191B3134A527}"/>
              </a:ext>
            </a:extLst>
          </p:cNvPr>
          <p:cNvSpPr/>
          <p:nvPr/>
        </p:nvSpPr>
        <p:spPr>
          <a:xfrm>
            <a:off x="1346381" y="401125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5424C-548F-4E0F-81C0-F6A521995269}"/>
              </a:ext>
            </a:extLst>
          </p:cNvPr>
          <p:cNvSpPr/>
          <p:nvPr/>
        </p:nvSpPr>
        <p:spPr>
          <a:xfrm>
            <a:off x="2297789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A37D36-09E0-4F6D-B6D8-E43C2110DA23}"/>
              </a:ext>
            </a:extLst>
          </p:cNvPr>
          <p:cNvSpPr/>
          <p:nvPr/>
        </p:nvSpPr>
        <p:spPr>
          <a:xfrm>
            <a:off x="6154164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A296A-06D0-4B33-A632-482476AA1741}"/>
              </a:ext>
            </a:extLst>
          </p:cNvPr>
          <p:cNvSpPr/>
          <p:nvPr/>
        </p:nvSpPr>
        <p:spPr>
          <a:xfrm>
            <a:off x="3430014" y="403804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4B6F2-0DD9-43B3-A5D8-6E498E5881CD}"/>
              </a:ext>
            </a:extLst>
          </p:cNvPr>
          <p:cNvSpPr/>
          <p:nvPr/>
        </p:nvSpPr>
        <p:spPr>
          <a:xfrm>
            <a:off x="5407154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7E3FF-1178-4513-989C-E9ABFCDE6146}"/>
              </a:ext>
            </a:extLst>
          </p:cNvPr>
          <p:cNvSpPr/>
          <p:nvPr/>
        </p:nvSpPr>
        <p:spPr>
          <a:xfrm>
            <a:off x="6997673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473C43-0CA5-4031-A804-707A5FDE94E0}"/>
              </a:ext>
            </a:extLst>
          </p:cNvPr>
          <p:cNvSpPr/>
          <p:nvPr/>
        </p:nvSpPr>
        <p:spPr>
          <a:xfrm>
            <a:off x="753176" y="508599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8577E1-D96B-4C93-ADAF-FE7C45BD0F1A}"/>
              </a:ext>
            </a:extLst>
          </p:cNvPr>
          <p:cNvSpPr/>
          <p:nvPr/>
        </p:nvSpPr>
        <p:spPr>
          <a:xfrm>
            <a:off x="1945988" y="514460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A05212-A123-4C07-822B-229125DAAA2C}"/>
              </a:ext>
            </a:extLst>
          </p:cNvPr>
          <p:cNvSpPr/>
          <p:nvPr/>
        </p:nvSpPr>
        <p:spPr>
          <a:xfrm>
            <a:off x="4029621" y="508599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8895A-F493-488D-9924-BF0B3C898270}"/>
              </a:ext>
            </a:extLst>
          </p:cNvPr>
          <p:cNvSpPr/>
          <p:nvPr/>
        </p:nvSpPr>
        <p:spPr>
          <a:xfrm>
            <a:off x="3039957" y="611034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C5794-4160-49F1-A3BF-A6736F8B033C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2809586" y="246740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01863-F0D1-4C05-A0E2-EE5FA631B85B}"/>
              </a:ext>
            </a:extLst>
          </p:cNvPr>
          <p:cNvCxnSpPr>
            <a:cxnSpLocks/>
            <a:stCxn id="10" idx="0"/>
            <a:endCxn id="7" idx="6"/>
          </p:cNvCxnSpPr>
          <p:nvPr/>
        </p:nvCxnSpPr>
        <p:spPr>
          <a:xfrm flipH="1" flipV="1">
            <a:off x="4959948" y="246740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ABDC31-1C3F-4DDC-8892-81B5A1026AB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5706958" y="365001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BE70FA-F252-4DDD-86BF-E9A1E1E5FC7F}"/>
              </a:ext>
            </a:extLst>
          </p:cNvPr>
          <p:cNvCxnSpPr>
            <a:cxnSpLocks/>
            <a:stCxn id="13" idx="1"/>
            <a:endCxn id="10" idx="5"/>
          </p:cNvCxnSpPr>
          <p:nvPr/>
        </p:nvCxnSpPr>
        <p:spPr>
          <a:xfrm flipH="1" flipV="1">
            <a:off x="6665961" y="365001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F1C96-4E11-4773-B570-89313EC7DF4F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858178" y="365001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C9FEA4-F20F-46D8-AA25-67F4A32DC508}"/>
              </a:ext>
            </a:extLst>
          </p:cNvPr>
          <p:cNvCxnSpPr>
            <a:cxnSpLocks/>
            <a:stCxn id="14" idx="7"/>
            <a:endCxn id="8" idx="3"/>
          </p:cNvCxnSpPr>
          <p:nvPr/>
        </p:nvCxnSpPr>
        <p:spPr>
          <a:xfrm flipV="1">
            <a:off x="1264973" y="452305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6B451-14C8-4C9D-81DC-41D83A2E92B1}"/>
              </a:ext>
            </a:extLst>
          </p:cNvPr>
          <p:cNvCxnSpPr>
            <a:cxnSpLocks/>
            <a:stCxn id="15" idx="0"/>
            <a:endCxn id="8" idx="5"/>
          </p:cNvCxnSpPr>
          <p:nvPr/>
        </p:nvCxnSpPr>
        <p:spPr>
          <a:xfrm flipH="1" flipV="1">
            <a:off x="1858178" y="452305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92E9FF-FCF8-47A1-B393-DF8E980C1E41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2809586" y="365001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EE89B-9AC1-4CBF-B534-68BC93E01FCF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3941811" y="454984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F4FF9-E986-481F-8EFB-E085B56459F2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3551754" y="559779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67A8005-A627-4F55-B3C7-8CE02E64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12" y="1567512"/>
            <a:ext cx="3276600" cy="1743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C14EC5-15DF-4794-8196-A7D2633E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87" y="3785720"/>
            <a:ext cx="3400425" cy="1781175"/>
          </a:xfrm>
          <a:prstGeom prst="rect">
            <a:avLst/>
          </a:prstGeom>
        </p:spPr>
      </p:pic>
      <p:sp>
        <p:nvSpPr>
          <p:cNvPr id="32" name="Arrow: Left 31">
            <a:extLst>
              <a:ext uri="{FF2B5EF4-FFF2-40B4-BE49-F238E27FC236}">
                <a16:creationId xmlns:a16="http://schemas.microsoft.com/office/drawing/2014/main" id="{7A24DA44-8662-4AA7-B74D-41D9D8153C17}"/>
              </a:ext>
            </a:extLst>
          </p:cNvPr>
          <p:cNvSpPr/>
          <p:nvPr/>
        </p:nvSpPr>
        <p:spPr>
          <a:xfrm rot="19977843">
            <a:off x="4661030" y="1468254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432686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6495C-90E7-4837-9A6D-701FCBB01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8387-8E4D-4FC3-A5C9-75876EDB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A32D-5BF1-4815-9CD7-BBEEB3B92A1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1E67-5756-4E3D-A7A7-93909DEE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DF754-CA9A-4461-82BE-84984FA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A72EC-4FFD-4DBC-A586-A4399A7A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Minimum and Maximum 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9222F-C007-455D-BB1C-2021968498F5}"/>
              </a:ext>
            </a:extLst>
          </p:cNvPr>
          <p:cNvSpPr/>
          <p:nvPr/>
        </p:nvSpPr>
        <p:spPr>
          <a:xfrm>
            <a:off x="4360341" y="216760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6D1E12-FC28-4A50-85DF-191B3134A527}"/>
              </a:ext>
            </a:extLst>
          </p:cNvPr>
          <p:cNvSpPr/>
          <p:nvPr/>
        </p:nvSpPr>
        <p:spPr>
          <a:xfrm>
            <a:off x="1346381" y="401125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5424C-548F-4E0F-81C0-F6A521995269}"/>
              </a:ext>
            </a:extLst>
          </p:cNvPr>
          <p:cNvSpPr/>
          <p:nvPr/>
        </p:nvSpPr>
        <p:spPr>
          <a:xfrm>
            <a:off x="2297789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A37D36-09E0-4F6D-B6D8-E43C2110DA23}"/>
              </a:ext>
            </a:extLst>
          </p:cNvPr>
          <p:cNvSpPr/>
          <p:nvPr/>
        </p:nvSpPr>
        <p:spPr>
          <a:xfrm>
            <a:off x="6154164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A296A-06D0-4B33-A632-482476AA1741}"/>
              </a:ext>
            </a:extLst>
          </p:cNvPr>
          <p:cNvSpPr/>
          <p:nvPr/>
        </p:nvSpPr>
        <p:spPr>
          <a:xfrm>
            <a:off x="3430014" y="403804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4B6F2-0DD9-43B3-A5D8-6E498E5881CD}"/>
              </a:ext>
            </a:extLst>
          </p:cNvPr>
          <p:cNvSpPr/>
          <p:nvPr/>
        </p:nvSpPr>
        <p:spPr>
          <a:xfrm>
            <a:off x="5407154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7E3FF-1178-4513-989C-E9ABFCDE6146}"/>
              </a:ext>
            </a:extLst>
          </p:cNvPr>
          <p:cNvSpPr/>
          <p:nvPr/>
        </p:nvSpPr>
        <p:spPr>
          <a:xfrm>
            <a:off x="6997673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473C43-0CA5-4031-A804-707A5FDE94E0}"/>
              </a:ext>
            </a:extLst>
          </p:cNvPr>
          <p:cNvSpPr/>
          <p:nvPr/>
        </p:nvSpPr>
        <p:spPr>
          <a:xfrm>
            <a:off x="753176" y="508599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8577E1-D96B-4C93-ADAF-FE7C45BD0F1A}"/>
              </a:ext>
            </a:extLst>
          </p:cNvPr>
          <p:cNvSpPr/>
          <p:nvPr/>
        </p:nvSpPr>
        <p:spPr>
          <a:xfrm>
            <a:off x="1945988" y="514460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A05212-A123-4C07-822B-229125DAAA2C}"/>
              </a:ext>
            </a:extLst>
          </p:cNvPr>
          <p:cNvSpPr/>
          <p:nvPr/>
        </p:nvSpPr>
        <p:spPr>
          <a:xfrm>
            <a:off x="4029621" y="508599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8895A-F493-488D-9924-BF0B3C898270}"/>
              </a:ext>
            </a:extLst>
          </p:cNvPr>
          <p:cNvSpPr/>
          <p:nvPr/>
        </p:nvSpPr>
        <p:spPr>
          <a:xfrm>
            <a:off x="3039957" y="611034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C5794-4160-49F1-A3BF-A6736F8B033C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2809586" y="246740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01863-F0D1-4C05-A0E2-EE5FA631B85B}"/>
              </a:ext>
            </a:extLst>
          </p:cNvPr>
          <p:cNvCxnSpPr>
            <a:cxnSpLocks/>
            <a:stCxn id="10" idx="0"/>
            <a:endCxn id="7" idx="6"/>
          </p:cNvCxnSpPr>
          <p:nvPr/>
        </p:nvCxnSpPr>
        <p:spPr>
          <a:xfrm flipH="1" flipV="1">
            <a:off x="4959948" y="246740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ABDC31-1C3F-4DDC-8892-81B5A1026AB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5706958" y="365001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BE70FA-F252-4DDD-86BF-E9A1E1E5FC7F}"/>
              </a:ext>
            </a:extLst>
          </p:cNvPr>
          <p:cNvCxnSpPr>
            <a:cxnSpLocks/>
            <a:stCxn id="13" idx="1"/>
            <a:endCxn id="10" idx="5"/>
          </p:cNvCxnSpPr>
          <p:nvPr/>
        </p:nvCxnSpPr>
        <p:spPr>
          <a:xfrm flipH="1" flipV="1">
            <a:off x="6665961" y="365001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F1C96-4E11-4773-B570-89313EC7DF4F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858178" y="365001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C9FEA4-F20F-46D8-AA25-67F4A32DC508}"/>
              </a:ext>
            </a:extLst>
          </p:cNvPr>
          <p:cNvCxnSpPr>
            <a:cxnSpLocks/>
            <a:stCxn id="14" idx="7"/>
            <a:endCxn id="8" idx="3"/>
          </p:cNvCxnSpPr>
          <p:nvPr/>
        </p:nvCxnSpPr>
        <p:spPr>
          <a:xfrm flipV="1">
            <a:off x="1264973" y="452305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6B451-14C8-4C9D-81DC-41D83A2E92B1}"/>
              </a:ext>
            </a:extLst>
          </p:cNvPr>
          <p:cNvCxnSpPr>
            <a:cxnSpLocks/>
            <a:stCxn id="15" idx="0"/>
            <a:endCxn id="8" idx="5"/>
          </p:cNvCxnSpPr>
          <p:nvPr/>
        </p:nvCxnSpPr>
        <p:spPr>
          <a:xfrm flipH="1" flipV="1">
            <a:off x="1858178" y="452305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92E9FF-FCF8-47A1-B393-DF8E980C1E41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2809586" y="365001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EE89B-9AC1-4CBF-B534-68BC93E01FCF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3941811" y="454984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F4FF9-E986-481F-8EFB-E085B56459F2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3551754" y="559779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67A8005-A627-4F55-B3C7-8CE02E64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12" y="1567512"/>
            <a:ext cx="3276600" cy="1743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C14EC5-15DF-4794-8196-A7D2633E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87" y="3785720"/>
            <a:ext cx="3400425" cy="1781175"/>
          </a:xfrm>
          <a:prstGeom prst="rect">
            <a:avLst/>
          </a:prstGeom>
        </p:spPr>
      </p:pic>
      <p:sp>
        <p:nvSpPr>
          <p:cNvPr id="32" name="Arrow: Left 31">
            <a:extLst>
              <a:ext uri="{FF2B5EF4-FFF2-40B4-BE49-F238E27FC236}">
                <a16:creationId xmlns:a16="http://schemas.microsoft.com/office/drawing/2014/main" id="{7A24DA44-8662-4AA7-B74D-41D9D8153C17}"/>
              </a:ext>
            </a:extLst>
          </p:cNvPr>
          <p:cNvSpPr/>
          <p:nvPr/>
        </p:nvSpPr>
        <p:spPr>
          <a:xfrm rot="19977843">
            <a:off x="2407080" y="2509032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883141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6495C-90E7-4837-9A6D-701FCBB01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8387-8E4D-4FC3-A5C9-75876EDB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FD22-E652-4B2F-8802-6F4BB6BEC3A3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1E67-5756-4E3D-A7A7-93909DEE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DF754-CA9A-4461-82BE-84984FA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A72EC-4FFD-4DBC-A586-A4399A7A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Minimum and Maximum 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9222F-C007-455D-BB1C-2021968498F5}"/>
              </a:ext>
            </a:extLst>
          </p:cNvPr>
          <p:cNvSpPr/>
          <p:nvPr/>
        </p:nvSpPr>
        <p:spPr>
          <a:xfrm>
            <a:off x="4360341" y="216760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6D1E12-FC28-4A50-85DF-191B3134A527}"/>
              </a:ext>
            </a:extLst>
          </p:cNvPr>
          <p:cNvSpPr/>
          <p:nvPr/>
        </p:nvSpPr>
        <p:spPr>
          <a:xfrm>
            <a:off x="1346381" y="401125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5424C-548F-4E0F-81C0-F6A521995269}"/>
              </a:ext>
            </a:extLst>
          </p:cNvPr>
          <p:cNvSpPr/>
          <p:nvPr/>
        </p:nvSpPr>
        <p:spPr>
          <a:xfrm>
            <a:off x="2297789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A37D36-09E0-4F6D-B6D8-E43C2110DA23}"/>
              </a:ext>
            </a:extLst>
          </p:cNvPr>
          <p:cNvSpPr/>
          <p:nvPr/>
        </p:nvSpPr>
        <p:spPr>
          <a:xfrm>
            <a:off x="6154164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A296A-06D0-4B33-A632-482476AA1741}"/>
              </a:ext>
            </a:extLst>
          </p:cNvPr>
          <p:cNvSpPr/>
          <p:nvPr/>
        </p:nvSpPr>
        <p:spPr>
          <a:xfrm>
            <a:off x="3430014" y="403804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4B6F2-0DD9-43B3-A5D8-6E498E5881CD}"/>
              </a:ext>
            </a:extLst>
          </p:cNvPr>
          <p:cNvSpPr/>
          <p:nvPr/>
        </p:nvSpPr>
        <p:spPr>
          <a:xfrm>
            <a:off x="5407154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7E3FF-1178-4513-989C-E9ABFCDE6146}"/>
              </a:ext>
            </a:extLst>
          </p:cNvPr>
          <p:cNvSpPr/>
          <p:nvPr/>
        </p:nvSpPr>
        <p:spPr>
          <a:xfrm>
            <a:off x="6997673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473C43-0CA5-4031-A804-707A5FDE94E0}"/>
              </a:ext>
            </a:extLst>
          </p:cNvPr>
          <p:cNvSpPr/>
          <p:nvPr/>
        </p:nvSpPr>
        <p:spPr>
          <a:xfrm>
            <a:off x="753176" y="508599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8577E1-D96B-4C93-ADAF-FE7C45BD0F1A}"/>
              </a:ext>
            </a:extLst>
          </p:cNvPr>
          <p:cNvSpPr/>
          <p:nvPr/>
        </p:nvSpPr>
        <p:spPr>
          <a:xfrm>
            <a:off x="1945988" y="514460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A05212-A123-4C07-822B-229125DAAA2C}"/>
              </a:ext>
            </a:extLst>
          </p:cNvPr>
          <p:cNvSpPr/>
          <p:nvPr/>
        </p:nvSpPr>
        <p:spPr>
          <a:xfrm>
            <a:off x="4029621" y="508599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8895A-F493-488D-9924-BF0B3C898270}"/>
              </a:ext>
            </a:extLst>
          </p:cNvPr>
          <p:cNvSpPr/>
          <p:nvPr/>
        </p:nvSpPr>
        <p:spPr>
          <a:xfrm>
            <a:off x="3039957" y="611034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C5794-4160-49F1-A3BF-A6736F8B033C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2809586" y="246740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01863-F0D1-4C05-A0E2-EE5FA631B85B}"/>
              </a:ext>
            </a:extLst>
          </p:cNvPr>
          <p:cNvCxnSpPr>
            <a:cxnSpLocks/>
            <a:stCxn id="10" idx="0"/>
            <a:endCxn id="7" idx="6"/>
          </p:cNvCxnSpPr>
          <p:nvPr/>
        </p:nvCxnSpPr>
        <p:spPr>
          <a:xfrm flipH="1" flipV="1">
            <a:off x="4959948" y="246740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ABDC31-1C3F-4DDC-8892-81B5A1026AB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5706958" y="365001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BE70FA-F252-4DDD-86BF-E9A1E1E5FC7F}"/>
              </a:ext>
            </a:extLst>
          </p:cNvPr>
          <p:cNvCxnSpPr>
            <a:cxnSpLocks/>
            <a:stCxn id="13" idx="1"/>
            <a:endCxn id="10" idx="5"/>
          </p:cNvCxnSpPr>
          <p:nvPr/>
        </p:nvCxnSpPr>
        <p:spPr>
          <a:xfrm flipH="1" flipV="1">
            <a:off x="6665961" y="365001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F1C96-4E11-4773-B570-89313EC7DF4F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858178" y="365001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C9FEA4-F20F-46D8-AA25-67F4A32DC508}"/>
              </a:ext>
            </a:extLst>
          </p:cNvPr>
          <p:cNvCxnSpPr>
            <a:cxnSpLocks/>
            <a:stCxn id="14" idx="7"/>
            <a:endCxn id="8" idx="3"/>
          </p:cNvCxnSpPr>
          <p:nvPr/>
        </p:nvCxnSpPr>
        <p:spPr>
          <a:xfrm flipV="1">
            <a:off x="1264973" y="452305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6B451-14C8-4C9D-81DC-41D83A2E92B1}"/>
              </a:ext>
            </a:extLst>
          </p:cNvPr>
          <p:cNvCxnSpPr>
            <a:cxnSpLocks/>
            <a:stCxn id="15" idx="0"/>
            <a:endCxn id="8" idx="5"/>
          </p:cNvCxnSpPr>
          <p:nvPr/>
        </p:nvCxnSpPr>
        <p:spPr>
          <a:xfrm flipH="1" flipV="1">
            <a:off x="1858178" y="452305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92E9FF-FCF8-47A1-B393-DF8E980C1E41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2809586" y="365001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EE89B-9AC1-4CBF-B534-68BC93E01FCF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3941811" y="454984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F4FF9-E986-481F-8EFB-E085B56459F2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3551754" y="559779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67A8005-A627-4F55-B3C7-8CE02E64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12" y="1567512"/>
            <a:ext cx="3276600" cy="1743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C14EC5-15DF-4794-8196-A7D2633E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87" y="3785720"/>
            <a:ext cx="3400425" cy="1781175"/>
          </a:xfrm>
          <a:prstGeom prst="rect">
            <a:avLst/>
          </a:prstGeom>
        </p:spPr>
      </p:pic>
      <p:sp>
        <p:nvSpPr>
          <p:cNvPr id="32" name="Arrow: Left 31">
            <a:extLst>
              <a:ext uri="{FF2B5EF4-FFF2-40B4-BE49-F238E27FC236}">
                <a16:creationId xmlns:a16="http://schemas.microsoft.com/office/drawing/2014/main" id="{7A24DA44-8662-4AA7-B74D-41D9D8153C17}"/>
              </a:ext>
            </a:extLst>
          </p:cNvPr>
          <p:cNvSpPr/>
          <p:nvPr/>
        </p:nvSpPr>
        <p:spPr>
          <a:xfrm rot="19977843">
            <a:off x="1310025" y="344068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3156564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6495C-90E7-4837-9A6D-701FCBB01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8387-8E4D-4FC3-A5C9-75876EDB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541E-3041-481A-B65A-A76EF0AEDDF3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1E67-5756-4E3D-A7A7-93909DEE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DF754-CA9A-4461-82BE-84984FA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A72EC-4FFD-4DBC-A586-A4399A7A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Minimum and Maximum 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9222F-C007-455D-BB1C-2021968498F5}"/>
              </a:ext>
            </a:extLst>
          </p:cNvPr>
          <p:cNvSpPr/>
          <p:nvPr/>
        </p:nvSpPr>
        <p:spPr>
          <a:xfrm>
            <a:off x="4360341" y="216760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6D1E12-FC28-4A50-85DF-191B3134A527}"/>
              </a:ext>
            </a:extLst>
          </p:cNvPr>
          <p:cNvSpPr/>
          <p:nvPr/>
        </p:nvSpPr>
        <p:spPr>
          <a:xfrm>
            <a:off x="1346381" y="401125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5424C-548F-4E0F-81C0-F6A521995269}"/>
              </a:ext>
            </a:extLst>
          </p:cNvPr>
          <p:cNvSpPr/>
          <p:nvPr/>
        </p:nvSpPr>
        <p:spPr>
          <a:xfrm>
            <a:off x="2297789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A37D36-09E0-4F6D-B6D8-E43C2110DA23}"/>
              </a:ext>
            </a:extLst>
          </p:cNvPr>
          <p:cNvSpPr/>
          <p:nvPr/>
        </p:nvSpPr>
        <p:spPr>
          <a:xfrm>
            <a:off x="6154164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A296A-06D0-4B33-A632-482476AA1741}"/>
              </a:ext>
            </a:extLst>
          </p:cNvPr>
          <p:cNvSpPr/>
          <p:nvPr/>
        </p:nvSpPr>
        <p:spPr>
          <a:xfrm>
            <a:off x="3430014" y="403804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4B6F2-0DD9-43B3-A5D8-6E498E5881CD}"/>
              </a:ext>
            </a:extLst>
          </p:cNvPr>
          <p:cNvSpPr/>
          <p:nvPr/>
        </p:nvSpPr>
        <p:spPr>
          <a:xfrm>
            <a:off x="5407154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7E3FF-1178-4513-989C-E9ABFCDE6146}"/>
              </a:ext>
            </a:extLst>
          </p:cNvPr>
          <p:cNvSpPr/>
          <p:nvPr/>
        </p:nvSpPr>
        <p:spPr>
          <a:xfrm>
            <a:off x="6997673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473C43-0CA5-4031-A804-707A5FDE94E0}"/>
              </a:ext>
            </a:extLst>
          </p:cNvPr>
          <p:cNvSpPr/>
          <p:nvPr/>
        </p:nvSpPr>
        <p:spPr>
          <a:xfrm>
            <a:off x="753176" y="508599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8577E1-D96B-4C93-ADAF-FE7C45BD0F1A}"/>
              </a:ext>
            </a:extLst>
          </p:cNvPr>
          <p:cNvSpPr/>
          <p:nvPr/>
        </p:nvSpPr>
        <p:spPr>
          <a:xfrm>
            <a:off x="1945988" y="514460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A05212-A123-4C07-822B-229125DAAA2C}"/>
              </a:ext>
            </a:extLst>
          </p:cNvPr>
          <p:cNvSpPr/>
          <p:nvPr/>
        </p:nvSpPr>
        <p:spPr>
          <a:xfrm>
            <a:off x="4029621" y="508599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8895A-F493-488D-9924-BF0B3C898270}"/>
              </a:ext>
            </a:extLst>
          </p:cNvPr>
          <p:cNvSpPr/>
          <p:nvPr/>
        </p:nvSpPr>
        <p:spPr>
          <a:xfrm>
            <a:off x="3039957" y="611034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C5794-4160-49F1-A3BF-A6736F8B033C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2809586" y="246740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01863-F0D1-4C05-A0E2-EE5FA631B85B}"/>
              </a:ext>
            </a:extLst>
          </p:cNvPr>
          <p:cNvCxnSpPr>
            <a:cxnSpLocks/>
            <a:stCxn id="10" idx="0"/>
            <a:endCxn id="7" idx="6"/>
          </p:cNvCxnSpPr>
          <p:nvPr/>
        </p:nvCxnSpPr>
        <p:spPr>
          <a:xfrm flipH="1" flipV="1">
            <a:off x="4959948" y="246740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ABDC31-1C3F-4DDC-8892-81B5A1026AB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5706958" y="365001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BE70FA-F252-4DDD-86BF-E9A1E1E5FC7F}"/>
              </a:ext>
            </a:extLst>
          </p:cNvPr>
          <p:cNvCxnSpPr>
            <a:cxnSpLocks/>
            <a:stCxn id="13" idx="1"/>
            <a:endCxn id="10" idx="5"/>
          </p:cNvCxnSpPr>
          <p:nvPr/>
        </p:nvCxnSpPr>
        <p:spPr>
          <a:xfrm flipH="1" flipV="1">
            <a:off x="6665961" y="365001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F1C96-4E11-4773-B570-89313EC7DF4F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858178" y="365001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C9FEA4-F20F-46D8-AA25-67F4A32DC508}"/>
              </a:ext>
            </a:extLst>
          </p:cNvPr>
          <p:cNvCxnSpPr>
            <a:cxnSpLocks/>
            <a:stCxn id="14" idx="7"/>
            <a:endCxn id="8" idx="3"/>
          </p:cNvCxnSpPr>
          <p:nvPr/>
        </p:nvCxnSpPr>
        <p:spPr>
          <a:xfrm flipV="1">
            <a:off x="1264973" y="452305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6B451-14C8-4C9D-81DC-41D83A2E92B1}"/>
              </a:ext>
            </a:extLst>
          </p:cNvPr>
          <p:cNvCxnSpPr>
            <a:cxnSpLocks/>
            <a:stCxn id="15" idx="0"/>
            <a:endCxn id="8" idx="5"/>
          </p:cNvCxnSpPr>
          <p:nvPr/>
        </p:nvCxnSpPr>
        <p:spPr>
          <a:xfrm flipH="1" flipV="1">
            <a:off x="1858178" y="452305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92E9FF-FCF8-47A1-B393-DF8E980C1E41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2809586" y="365001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EE89B-9AC1-4CBF-B534-68BC93E01FCF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3941811" y="454984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F4FF9-E986-481F-8EFB-E085B56459F2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3551754" y="559779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67A8005-A627-4F55-B3C7-8CE02E64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12" y="1567512"/>
            <a:ext cx="3276600" cy="1743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C14EC5-15DF-4794-8196-A7D2633E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87" y="3785720"/>
            <a:ext cx="3400425" cy="1781175"/>
          </a:xfrm>
          <a:prstGeom prst="rect">
            <a:avLst/>
          </a:prstGeom>
        </p:spPr>
      </p:pic>
      <p:sp>
        <p:nvSpPr>
          <p:cNvPr id="32" name="Arrow: Left 31">
            <a:extLst>
              <a:ext uri="{FF2B5EF4-FFF2-40B4-BE49-F238E27FC236}">
                <a16:creationId xmlns:a16="http://schemas.microsoft.com/office/drawing/2014/main" id="{7A24DA44-8662-4AA7-B74D-41D9D8153C17}"/>
              </a:ext>
            </a:extLst>
          </p:cNvPr>
          <p:cNvSpPr/>
          <p:nvPr/>
        </p:nvSpPr>
        <p:spPr>
          <a:xfrm rot="19977843">
            <a:off x="624343" y="466169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</p:spTree>
    <p:extLst>
      <p:ext uri="{BB962C8B-B14F-4D97-AF65-F5344CB8AC3E}">
        <p14:creationId xmlns:p14="http://schemas.microsoft.com/office/powerpoint/2010/main" val="2077229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06495C-90E7-4837-9A6D-701FCBB01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8387-8E4D-4FC3-A5C9-75876EDB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03A11-35D4-430D-A4FE-567149C116BE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91E67-5756-4E3D-A7A7-93909DEE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DF754-CA9A-4461-82BE-84984FA3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0BA72EC-4FFD-4DBC-A586-A4399A7A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Minimum and Maximum 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59222F-C007-455D-BB1C-2021968498F5}"/>
              </a:ext>
            </a:extLst>
          </p:cNvPr>
          <p:cNvSpPr/>
          <p:nvPr/>
        </p:nvSpPr>
        <p:spPr>
          <a:xfrm>
            <a:off x="4360341" y="2167600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6D1E12-FC28-4A50-85DF-191B3134A527}"/>
              </a:ext>
            </a:extLst>
          </p:cNvPr>
          <p:cNvSpPr/>
          <p:nvPr/>
        </p:nvSpPr>
        <p:spPr>
          <a:xfrm>
            <a:off x="1346381" y="401125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85424C-548F-4E0F-81C0-F6A521995269}"/>
              </a:ext>
            </a:extLst>
          </p:cNvPr>
          <p:cNvSpPr/>
          <p:nvPr/>
        </p:nvSpPr>
        <p:spPr>
          <a:xfrm>
            <a:off x="2297789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A37D36-09E0-4F6D-B6D8-E43C2110DA23}"/>
              </a:ext>
            </a:extLst>
          </p:cNvPr>
          <p:cNvSpPr/>
          <p:nvPr/>
        </p:nvSpPr>
        <p:spPr>
          <a:xfrm>
            <a:off x="6154164" y="313821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CA296A-06D0-4B33-A632-482476AA1741}"/>
              </a:ext>
            </a:extLst>
          </p:cNvPr>
          <p:cNvSpPr/>
          <p:nvPr/>
        </p:nvSpPr>
        <p:spPr>
          <a:xfrm>
            <a:off x="3430014" y="403804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44B6F2-0DD9-43B3-A5D8-6E498E5881CD}"/>
              </a:ext>
            </a:extLst>
          </p:cNvPr>
          <p:cNvSpPr/>
          <p:nvPr/>
        </p:nvSpPr>
        <p:spPr>
          <a:xfrm>
            <a:off x="5407154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97E3FF-1178-4513-989C-E9ABFCDE6146}"/>
              </a:ext>
            </a:extLst>
          </p:cNvPr>
          <p:cNvSpPr/>
          <p:nvPr/>
        </p:nvSpPr>
        <p:spPr>
          <a:xfrm>
            <a:off x="6997673" y="4486388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473C43-0CA5-4031-A804-707A5FDE94E0}"/>
              </a:ext>
            </a:extLst>
          </p:cNvPr>
          <p:cNvSpPr/>
          <p:nvPr/>
        </p:nvSpPr>
        <p:spPr>
          <a:xfrm>
            <a:off x="753176" y="5085996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8577E1-D96B-4C93-ADAF-FE7C45BD0F1A}"/>
              </a:ext>
            </a:extLst>
          </p:cNvPr>
          <p:cNvSpPr/>
          <p:nvPr/>
        </p:nvSpPr>
        <p:spPr>
          <a:xfrm>
            <a:off x="1945988" y="5144603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A05212-A123-4C07-822B-229125DAAA2C}"/>
              </a:ext>
            </a:extLst>
          </p:cNvPr>
          <p:cNvSpPr/>
          <p:nvPr/>
        </p:nvSpPr>
        <p:spPr>
          <a:xfrm>
            <a:off x="4029621" y="5085995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38895A-F493-488D-9924-BF0B3C898270}"/>
              </a:ext>
            </a:extLst>
          </p:cNvPr>
          <p:cNvSpPr/>
          <p:nvPr/>
        </p:nvSpPr>
        <p:spPr>
          <a:xfrm>
            <a:off x="3039957" y="6110347"/>
            <a:ext cx="599607" cy="5996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3C5794-4160-49F1-A3BF-A6736F8B033C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2809586" y="2467404"/>
            <a:ext cx="1550755" cy="758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01863-F0D1-4C05-A0E2-EE5FA631B85B}"/>
              </a:ext>
            </a:extLst>
          </p:cNvPr>
          <p:cNvCxnSpPr>
            <a:cxnSpLocks/>
            <a:stCxn id="10" idx="0"/>
            <a:endCxn id="7" idx="6"/>
          </p:cNvCxnSpPr>
          <p:nvPr/>
        </p:nvCxnSpPr>
        <p:spPr>
          <a:xfrm flipH="1" flipV="1">
            <a:off x="4959948" y="2467404"/>
            <a:ext cx="1494020" cy="670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ABDC31-1C3F-4DDC-8892-81B5A1026AB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V="1">
            <a:off x="5706958" y="3650010"/>
            <a:ext cx="535016" cy="836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BE70FA-F252-4DDD-86BF-E9A1E1E5FC7F}"/>
              </a:ext>
            </a:extLst>
          </p:cNvPr>
          <p:cNvCxnSpPr>
            <a:cxnSpLocks/>
            <a:stCxn id="13" idx="1"/>
            <a:endCxn id="10" idx="5"/>
          </p:cNvCxnSpPr>
          <p:nvPr/>
        </p:nvCxnSpPr>
        <p:spPr>
          <a:xfrm flipH="1" flipV="1">
            <a:off x="6665961" y="3650010"/>
            <a:ext cx="419522" cy="9241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F1C96-4E11-4773-B570-89313EC7DF4F}"/>
              </a:ext>
            </a:extLst>
          </p:cNvPr>
          <p:cNvCxnSpPr>
            <a:cxnSpLocks/>
            <a:stCxn id="8" idx="7"/>
            <a:endCxn id="9" idx="3"/>
          </p:cNvCxnSpPr>
          <p:nvPr/>
        </p:nvCxnSpPr>
        <p:spPr>
          <a:xfrm flipV="1">
            <a:off x="1858178" y="3650010"/>
            <a:ext cx="527421" cy="449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C9FEA4-F20F-46D8-AA25-67F4A32DC508}"/>
              </a:ext>
            </a:extLst>
          </p:cNvPr>
          <p:cNvCxnSpPr>
            <a:cxnSpLocks/>
            <a:stCxn id="14" idx="7"/>
            <a:endCxn id="8" idx="3"/>
          </p:cNvCxnSpPr>
          <p:nvPr/>
        </p:nvCxnSpPr>
        <p:spPr>
          <a:xfrm flipV="1">
            <a:off x="1264973" y="4523053"/>
            <a:ext cx="169218" cy="650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76B451-14C8-4C9D-81DC-41D83A2E92B1}"/>
              </a:ext>
            </a:extLst>
          </p:cNvPr>
          <p:cNvCxnSpPr>
            <a:cxnSpLocks/>
            <a:stCxn id="15" idx="0"/>
            <a:endCxn id="8" idx="5"/>
          </p:cNvCxnSpPr>
          <p:nvPr/>
        </p:nvCxnSpPr>
        <p:spPr>
          <a:xfrm flipH="1" flipV="1">
            <a:off x="1858178" y="4523053"/>
            <a:ext cx="387614" cy="62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92E9FF-FCF8-47A1-B393-DF8E980C1E41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2809586" y="3650010"/>
            <a:ext cx="708238" cy="475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3EE89B-9AC1-4CBF-B534-68BC93E01FCF}"/>
              </a:ext>
            </a:extLst>
          </p:cNvPr>
          <p:cNvCxnSpPr>
            <a:cxnSpLocks/>
            <a:stCxn id="16" idx="1"/>
            <a:endCxn id="11" idx="5"/>
          </p:cNvCxnSpPr>
          <p:nvPr/>
        </p:nvCxnSpPr>
        <p:spPr>
          <a:xfrm flipH="1" flipV="1">
            <a:off x="3941811" y="4549842"/>
            <a:ext cx="175620" cy="6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90F4FF9-E986-481F-8EFB-E085B56459F2}"/>
              </a:ext>
            </a:extLst>
          </p:cNvPr>
          <p:cNvCxnSpPr>
            <a:cxnSpLocks/>
            <a:stCxn id="16" idx="3"/>
            <a:endCxn id="17" idx="7"/>
          </p:cNvCxnSpPr>
          <p:nvPr/>
        </p:nvCxnSpPr>
        <p:spPr>
          <a:xfrm flipH="1">
            <a:off x="3551754" y="5597792"/>
            <a:ext cx="565677" cy="600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67A8005-A627-4F55-B3C7-8CE02E64F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12" y="1567512"/>
            <a:ext cx="3276600" cy="17430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C14EC5-15DF-4794-8196-A7D2633E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87" y="3785720"/>
            <a:ext cx="3400425" cy="1781175"/>
          </a:xfrm>
          <a:prstGeom prst="rect">
            <a:avLst/>
          </a:prstGeom>
        </p:spPr>
      </p:pic>
      <p:sp>
        <p:nvSpPr>
          <p:cNvPr id="32" name="Arrow: Left 31">
            <a:extLst>
              <a:ext uri="{FF2B5EF4-FFF2-40B4-BE49-F238E27FC236}">
                <a16:creationId xmlns:a16="http://schemas.microsoft.com/office/drawing/2014/main" id="{7A24DA44-8662-4AA7-B74D-41D9D8153C17}"/>
              </a:ext>
            </a:extLst>
          </p:cNvPr>
          <p:cNvSpPr/>
          <p:nvPr/>
        </p:nvSpPr>
        <p:spPr>
          <a:xfrm rot="19977843">
            <a:off x="624343" y="4661690"/>
            <a:ext cx="1265756" cy="400267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x-pointer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C4C2CC-E02E-4224-8C7B-21F89E9BB040}"/>
              </a:ext>
            </a:extLst>
          </p:cNvPr>
          <p:cNvSpPr txBox="1"/>
          <p:nvPr/>
        </p:nvSpPr>
        <p:spPr>
          <a:xfrm>
            <a:off x="411480" y="6013491"/>
            <a:ext cx="2121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Loop Breaks.</a:t>
            </a:r>
          </a:p>
          <a:p>
            <a:r>
              <a:rPr lang="en-US" dirty="0">
                <a:solidFill>
                  <a:srgbClr val="FF0000"/>
                </a:solidFill>
              </a:rPr>
              <a:t>X pointer is returned</a:t>
            </a:r>
          </a:p>
        </p:txBody>
      </p:sp>
    </p:spTree>
    <p:extLst>
      <p:ext uri="{BB962C8B-B14F-4D97-AF65-F5344CB8AC3E}">
        <p14:creationId xmlns:p14="http://schemas.microsoft.com/office/powerpoint/2010/main" val="2805907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09737-EFC6-40E4-882A-4F5854D72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41316-A9E7-4202-B1E5-34C8117A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E3A7E-3DF2-4CA8-A3C9-F81E450C7BE9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EF9AD-2976-4AA3-83CE-8DC80422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48E49-19A4-4BA3-9808-B81293F7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8F8BEA-9579-45F4-AD1F-9FCFAC42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 and Predecessor</a:t>
            </a:r>
          </a:p>
        </p:txBody>
      </p:sp>
    </p:spTree>
    <p:extLst>
      <p:ext uri="{BB962C8B-B14F-4D97-AF65-F5344CB8AC3E}">
        <p14:creationId xmlns:p14="http://schemas.microsoft.com/office/powerpoint/2010/main" val="2203074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09737-EFC6-40E4-882A-4F5854D72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Successor of a node:</a:t>
            </a:r>
          </a:p>
          <a:p>
            <a:r>
              <a:rPr lang="en-US" dirty="0"/>
              <a:t>If a node has a right child, the successor is the leftmost node in the right subtree.</a:t>
            </a:r>
          </a:p>
          <a:p>
            <a:r>
              <a:rPr lang="en-US" dirty="0"/>
              <a:t>If a node does not have a right child, then the successor is the nearest ancestor of the node for which this node would be in its left subtree.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41316-A9E7-4202-B1E5-34C8117A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E6E8A-3D9F-43F0-AB24-C73E4B2E35AD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EF9AD-2976-4AA3-83CE-8DC80422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48E49-19A4-4BA3-9808-B81293F7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8F8BEA-9579-45F4-AD1F-9FCFAC42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 and Predecessor</a:t>
            </a:r>
          </a:p>
        </p:txBody>
      </p:sp>
    </p:spTree>
    <p:extLst>
      <p:ext uri="{BB962C8B-B14F-4D97-AF65-F5344CB8AC3E}">
        <p14:creationId xmlns:p14="http://schemas.microsoft.com/office/powerpoint/2010/main" val="2286001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09737-EFC6-40E4-882A-4F5854D72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Successor of a node:</a:t>
            </a:r>
          </a:p>
          <a:p>
            <a:r>
              <a:rPr lang="en-US" dirty="0"/>
              <a:t>If a node has a </a:t>
            </a:r>
            <a:r>
              <a:rPr lang="en-US" b="1" dirty="0"/>
              <a:t>right child</a:t>
            </a:r>
            <a:r>
              <a:rPr lang="en-US" dirty="0"/>
              <a:t>, the successor is the leftmost node in the right subtree.</a:t>
            </a:r>
          </a:p>
          <a:p>
            <a:r>
              <a:rPr lang="en-US" dirty="0"/>
              <a:t>If a node does not have a right child, then the successor is the nearest ancestor of the node for which this node would be in its left subtree.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41316-A9E7-4202-B1E5-34C8117A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6261-4372-491B-BDB1-217DFC2625C1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EF9AD-2976-4AA3-83CE-8DC80422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48E49-19A4-4BA3-9808-B81293F7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8F8BEA-9579-45F4-AD1F-9FCFAC42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 and Predecessor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DB286E-4FC8-460A-AD73-A6DFAC72C000}"/>
              </a:ext>
            </a:extLst>
          </p:cNvPr>
          <p:cNvGrpSpPr/>
          <p:nvPr/>
        </p:nvGrpSpPr>
        <p:grpSpPr>
          <a:xfrm>
            <a:off x="6223333" y="3702436"/>
            <a:ext cx="4774534" cy="3021874"/>
            <a:chOff x="753176" y="2167600"/>
            <a:chExt cx="7088006" cy="45423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F344C8-9607-4EDF-AE5F-1FE8FCCF8714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E1F90E8-3486-4B78-9C81-9E9520967A66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20A207-AC6A-4B1C-8D19-C5B4CD28439B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C1450B9-8D52-400D-BA27-68D5D73A37BA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C93AF4-573B-4BAC-A5DB-CD2C10FEA38B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7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699F61-CE74-497B-A575-DF3C39774608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24584F-58AA-40C1-98B7-84B7481097EC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20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805CE92-CF05-4595-9A71-BFC5B675392D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3FAB879-96FB-47BE-8309-60F765D045BB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9670CA-D36E-475B-96C6-7CB9E3E4545A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8A3B5E-2F4D-4A80-84B0-2A201C381555}"/>
                </a:ext>
              </a:extLst>
            </p:cNvPr>
            <p:cNvSpPr/>
            <p:nvPr/>
          </p:nvSpPr>
          <p:spPr>
            <a:xfrm>
              <a:off x="3039957" y="6110347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9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BC85C3E-75CD-48AB-9931-EF97BC642338}"/>
                </a:ext>
              </a:extLst>
            </p:cNvPr>
            <p:cNvCxnSpPr>
              <a:cxnSpLocks/>
              <a:stCxn id="9" idx="7"/>
              <a:endCxn id="7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373B46D-7154-4E0D-B667-EEC22948BE77}"/>
                </a:ext>
              </a:extLst>
            </p:cNvPr>
            <p:cNvCxnSpPr>
              <a:cxnSpLocks/>
              <a:stCxn id="10" idx="0"/>
              <a:endCxn id="7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C210BB-2722-4FCC-AA29-9012534EACDA}"/>
                </a:ext>
              </a:extLst>
            </p:cNvPr>
            <p:cNvCxnSpPr>
              <a:cxnSpLocks/>
              <a:stCxn id="12" idx="0"/>
              <a:endCxn id="10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A8C150-6D77-438F-9738-46CF05A070DD}"/>
                </a:ext>
              </a:extLst>
            </p:cNvPr>
            <p:cNvCxnSpPr>
              <a:cxnSpLocks/>
              <a:stCxn id="13" idx="1"/>
              <a:endCxn id="10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44A0B2B-DA58-43A7-B609-837155B2542C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D10AADA-A7BB-4B36-BE19-8D914D67F112}"/>
                </a:ext>
              </a:extLst>
            </p:cNvPr>
            <p:cNvCxnSpPr>
              <a:cxnSpLocks/>
              <a:stCxn id="14" idx="7"/>
              <a:endCxn id="8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F56A5C-8F1B-48C8-A52E-1B94A994FABB}"/>
                </a:ext>
              </a:extLst>
            </p:cNvPr>
            <p:cNvCxnSpPr>
              <a:cxnSpLocks/>
              <a:stCxn id="15" idx="0"/>
              <a:endCxn id="8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4BF4FE-1DEF-42E5-B419-5192119D472B}"/>
                </a:ext>
              </a:extLst>
            </p:cNvPr>
            <p:cNvCxnSpPr>
              <a:cxnSpLocks/>
              <a:stCxn id="11" idx="1"/>
              <a:endCxn id="9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953C3F1-C2F5-4EEC-8997-F8214599AC45}"/>
                </a:ext>
              </a:extLst>
            </p:cNvPr>
            <p:cNvCxnSpPr>
              <a:cxnSpLocks/>
              <a:stCxn id="16" idx="1"/>
              <a:endCxn id="11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06ED897-6210-4B73-B1DE-0D22321D692B}"/>
                </a:ext>
              </a:extLst>
            </p:cNvPr>
            <p:cNvCxnSpPr>
              <a:cxnSpLocks/>
              <a:stCxn id="16" idx="3"/>
              <a:endCxn id="17" idx="7"/>
            </p:cNvCxnSpPr>
            <p:nvPr/>
          </p:nvCxnSpPr>
          <p:spPr>
            <a:xfrm flipH="1">
              <a:off x="3551754" y="5597791"/>
              <a:ext cx="603100" cy="600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46A01C8-C6EE-4EC7-B88E-2C975E5FC511}"/>
              </a:ext>
            </a:extLst>
          </p:cNvPr>
          <p:cNvSpPr txBox="1"/>
          <p:nvPr/>
        </p:nvSpPr>
        <p:spPr>
          <a:xfrm>
            <a:off x="1068002" y="4326072"/>
            <a:ext cx="3008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1: Node has a </a:t>
            </a:r>
            <a:r>
              <a:rPr lang="en-US" b="1" u="sng" dirty="0"/>
              <a:t>right child</a:t>
            </a:r>
          </a:p>
          <a:p>
            <a:r>
              <a:rPr lang="en-US" dirty="0"/>
              <a:t>Successor (root) - &gt; 17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9A9EBA0-E824-4476-B947-6197A08E2BBC}"/>
              </a:ext>
            </a:extLst>
          </p:cNvPr>
          <p:cNvSpPr/>
          <p:nvPr/>
        </p:nvSpPr>
        <p:spPr>
          <a:xfrm>
            <a:off x="9401894" y="5174798"/>
            <a:ext cx="479162" cy="522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AB89E81A-5EB3-41E9-8A7D-FCF47E6F2DCB}"/>
              </a:ext>
            </a:extLst>
          </p:cNvPr>
          <p:cNvSpPr/>
          <p:nvPr/>
        </p:nvSpPr>
        <p:spPr>
          <a:xfrm>
            <a:off x="8941163" y="3075239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5464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09737-EFC6-40E4-882A-4F5854D72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Successor of a node:</a:t>
            </a:r>
          </a:p>
          <a:p>
            <a:r>
              <a:rPr lang="en-US" dirty="0"/>
              <a:t>If a node has a right child, the successor is the leftmost node in the right subtree.</a:t>
            </a:r>
          </a:p>
          <a:p>
            <a:r>
              <a:rPr lang="en-US" dirty="0"/>
              <a:t>If a node </a:t>
            </a:r>
            <a:r>
              <a:rPr lang="en-US" b="1" dirty="0"/>
              <a:t>does not have a right child</a:t>
            </a:r>
            <a:r>
              <a:rPr lang="en-US" dirty="0"/>
              <a:t>, then the successor is the nearest </a:t>
            </a:r>
            <a:r>
              <a:rPr lang="en-US" b="1" dirty="0"/>
              <a:t>ancestor</a:t>
            </a:r>
            <a:r>
              <a:rPr lang="en-US" dirty="0"/>
              <a:t> of the node for which </a:t>
            </a:r>
            <a:r>
              <a:rPr lang="en-US" b="1" dirty="0"/>
              <a:t>this node </a:t>
            </a:r>
            <a:r>
              <a:rPr lang="en-US" dirty="0"/>
              <a:t>would be </a:t>
            </a:r>
            <a:r>
              <a:rPr lang="en-US" b="1" dirty="0"/>
              <a:t>in its left subtree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41316-A9E7-4202-B1E5-34C8117AD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2826-4449-4695-8256-0DB788CBDB71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EF9AD-2976-4AA3-83CE-8DC80422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48E49-19A4-4BA3-9808-B81293F7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8F8BEA-9579-45F4-AD1F-9FCFAC42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Successor and Predecessor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DB286E-4FC8-460A-AD73-A6DFAC72C000}"/>
              </a:ext>
            </a:extLst>
          </p:cNvPr>
          <p:cNvGrpSpPr/>
          <p:nvPr/>
        </p:nvGrpSpPr>
        <p:grpSpPr>
          <a:xfrm>
            <a:off x="6223333" y="3702436"/>
            <a:ext cx="4774534" cy="3021874"/>
            <a:chOff x="753176" y="2167600"/>
            <a:chExt cx="7088006" cy="45423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F344C8-9607-4EDF-AE5F-1FE8FCCF8714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15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E1F90E8-3486-4B78-9C81-9E9520967A66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20A207-AC6A-4B1C-8D19-C5B4CD28439B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C1450B9-8D52-400D-BA27-68D5D73A37BA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0C93AF4-573B-4BAC-A5DB-CD2C10FEA38B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7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699F61-CE74-497B-A575-DF3C39774608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24584F-58AA-40C1-98B7-84B7481097EC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20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805CE92-CF05-4595-9A71-BFC5B675392D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3FAB879-96FB-47BE-8309-60F765D045BB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19670CA-D36E-475B-96C6-7CB9E3E4545A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8A3B5E-2F4D-4A80-84B0-2A201C381555}"/>
                </a:ext>
              </a:extLst>
            </p:cNvPr>
            <p:cNvSpPr/>
            <p:nvPr/>
          </p:nvSpPr>
          <p:spPr>
            <a:xfrm>
              <a:off x="3039957" y="6110347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9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BC85C3E-75CD-48AB-9931-EF97BC642338}"/>
                </a:ext>
              </a:extLst>
            </p:cNvPr>
            <p:cNvCxnSpPr>
              <a:cxnSpLocks/>
              <a:stCxn id="9" idx="7"/>
              <a:endCxn id="7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373B46D-7154-4E0D-B667-EEC22948BE77}"/>
                </a:ext>
              </a:extLst>
            </p:cNvPr>
            <p:cNvCxnSpPr>
              <a:cxnSpLocks/>
              <a:stCxn id="10" idx="0"/>
              <a:endCxn id="7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C210BB-2722-4FCC-AA29-9012534EACDA}"/>
                </a:ext>
              </a:extLst>
            </p:cNvPr>
            <p:cNvCxnSpPr>
              <a:cxnSpLocks/>
              <a:stCxn id="12" idx="0"/>
              <a:endCxn id="10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A8C150-6D77-438F-9738-46CF05A070DD}"/>
                </a:ext>
              </a:extLst>
            </p:cNvPr>
            <p:cNvCxnSpPr>
              <a:cxnSpLocks/>
              <a:stCxn id="13" idx="1"/>
              <a:endCxn id="10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44A0B2B-DA58-43A7-B609-837155B2542C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D10AADA-A7BB-4B36-BE19-8D914D67F112}"/>
                </a:ext>
              </a:extLst>
            </p:cNvPr>
            <p:cNvCxnSpPr>
              <a:cxnSpLocks/>
              <a:stCxn id="14" idx="7"/>
              <a:endCxn id="8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F56A5C-8F1B-48C8-A52E-1B94A994FABB}"/>
                </a:ext>
              </a:extLst>
            </p:cNvPr>
            <p:cNvCxnSpPr>
              <a:cxnSpLocks/>
              <a:stCxn id="15" idx="0"/>
              <a:endCxn id="8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4BF4FE-1DEF-42E5-B419-5192119D472B}"/>
                </a:ext>
              </a:extLst>
            </p:cNvPr>
            <p:cNvCxnSpPr>
              <a:cxnSpLocks/>
              <a:stCxn id="11" idx="1"/>
              <a:endCxn id="9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953C3F1-C2F5-4EEC-8997-F8214599AC45}"/>
                </a:ext>
              </a:extLst>
            </p:cNvPr>
            <p:cNvCxnSpPr>
              <a:cxnSpLocks/>
              <a:stCxn id="16" idx="1"/>
              <a:endCxn id="11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06ED897-6210-4B73-B1DE-0D22321D692B}"/>
                </a:ext>
              </a:extLst>
            </p:cNvPr>
            <p:cNvCxnSpPr>
              <a:cxnSpLocks/>
              <a:stCxn id="16" idx="3"/>
              <a:endCxn id="17" idx="7"/>
            </p:cNvCxnSpPr>
            <p:nvPr/>
          </p:nvCxnSpPr>
          <p:spPr>
            <a:xfrm flipH="1">
              <a:off x="3551754" y="5597791"/>
              <a:ext cx="603100" cy="600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46A01C8-C6EE-4EC7-B88E-2C975E5FC511}"/>
              </a:ext>
            </a:extLst>
          </p:cNvPr>
          <p:cNvSpPr txBox="1"/>
          <p:nvPr/>
        </p:nvSpPr>
        <p:spPr>
          <a:xfrm>
            <a:off x="1068002" y="4326072"/>
            <a:ext cx="3008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1: Node has a right child</a:t>
            </a:r>
          </a:p>
          <a:p>
            <a:r>
              <a:rPr lang="en-US" dirty="0"/>
              <a:t>Successor (root) - &gt; 17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9A9EBA0-E824-4476-B947-6197A08E2BBC}"/>
              </a:ext>
            </a:extLst>
          </p:cNvPr>
          <p:cNvSpPr/>
          <p:nvPr/>
        </p:nvSpPr>
        <p:spPr>
          <a:xfrm>
            <a:off x="7223268" y="4278392"/>
            <a:ext cx="479162" cy="522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F696F5-BBB5-4CE3-8C70-A2E341B5B6C5}"/>
              </a:ext>
            </a:extLst>
          </p:cNvPr>
          <p:cNvSpPr txBox="1"/>
          <p:nvPr/>
        </p:nvSpPr>
        <p:spPr>
          <a:xfrm>
            <a:off x="1091642" y="5056031"/>
            <a:ext cx="2311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2: </a:t>
            </a:r>
            <a:r>
              <a:rPr lang="en-US" b="1" u="sng" dirty="0"/>
              <a:t>No Right Child</a:t>
            </a:r>
          </a:p>
          <a:p>
            <a:r>
              <a:rPr lang="en-US" dirty="0"/>
              <a:t>Successor (x) - &gt; 6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9B0AE252-A6A8-4F49-8E31-BD71FF1BD02B}"/>
              </a:ext>
            </a:extLst>
          </p:cNvPr>
          <p:cNvSpPr/>
          <p:nvPr/>
        </p:nvSpPr>
        <p:spPr>
          <a:xfrm>
            <a:off x="7167112" y="5005197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2869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CE0B12-DF5C-492A-A483-F8631D4FD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Predecessor of a node (Mirror of the previous definition)</a:t>
            </a:r>
          </a:p>
          <a:p>
            <a:r>
              <a:rPr lang="en-US" dirty="0"/>
              <a:t>If a node has a left child: The predecessor is the rightmost node in the left subtree.</a:t>
            </a:r>
          </a:p>
          <a:p>
            <a:r>
              <a:rPr lang="en-US" dirty="0"/>
              <a:t>If a node does not have a left child: The predecessor is the nearest ancestor of the node for which this node would be in its right subtree.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426E6-034B-4208-9E4D-6A039706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83A4D-9F45-4F00-A69A-7C8A6812E736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DC040-60EC-4F35-97B5-E2179B87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3752-2490-44C1-AE8C-A84FCBD8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8CD4AD-7811-4CB2-A5A8-290656AB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Predecessor of a Node</a:t>
            </a:r>
          </a:p>
        </p:txBody>
      </p:sp>
    </p:spTree>
    <p:extLst>
      <p:ext uri="{BB962C8B-B14F-4D97-AF65-F5344CB8AC3E}">
        <p14:creationId xmlns:p14="http://schemas.microsoft.com/office/powerpoint/2010/main" val="2312677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CE0B12-DF5C-492A-A483-F8631D4FD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Predecessor of a node (Mirror of the previous definition)</a:t>
            </a:r>
          </a:p>
          <a:p>
            <a:r>
              <a:rPr lang="en-US" dirty="0"/>
              <a:t>If a node has </a:t>
            </a:r>
            <a:r>
              <a:rPr lang="en-US" b="1" dirty="0"/>
              <a:t>a left child: </a:t>
            </a:r>
            <a:r>
              <a:rPr lang="en-US" dirty="0"/>
              <a:t>The predecessor is the </a:t>
            </a:r>
            <a:r>
              <a:rPr lang="en-US" b="1" dirty="0"/>
              <a:t>rightmost</a:t>
            </a:r>
            <a:r>
              <a:rPr lang="en-US" dirty="0"/>
              <a:t> </a:t>
            </a:r>
            <a:r>
              <a:rPr lang="en-US" b="1" dirty="0"/>
              <a:t>node</a:t>
            </a:r>
            <a:r>
              <a:rPr lang="en-US" dirty="0"/>
              <a:t> in the left subtree.</a:t>
            </a:r>
          </a:p>
          <a:p>
            <a:r>
              <a:rPr lang="en-US" dirty="0"/>
              <a:t>If a node </a:t>
            </a:r>
            <a:r>
              <a:rPr lang="en-US" b="1" dirty="0"/>
              <a:t>does not have a left child</a:t>
            </a:r>
            <a:r>
              <a:rPr lang="en-US" dirty="0"/>
              <a:t>: The predecessor is the nearest ancestor of the node for which this node would </a:t>
            </a:r>
            <a:r>
              <a:rPr lang="en-US" b="1" dirty="0"/>
              <a:t>be in its right subtree.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426E6-034B-4208-9E4D-6A039706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4BED4-8BF8-4F47-8425-BF94CB4361F3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DC040-60EC-4F35-97B5-E2179B87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3752-2490-44C1-AE8C-A84FCBD8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8CD4AD-7811-4CB2-A5A8-290656AB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Predecessor of a Node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A260F4-E420-4F87-812D-092430F9F924}"/>
              </a:ext>
            </a:extLst>
          </p:cNvPr>
          <p:cNvGrpSpPr/>
          <p:nvPr/>
        </p:nvGrpSpPr>
        <p:grpSpPr>
          <a:xfrm>
            <a:off x="6223333" y="3702436"/>
            <a:ext cx="4774534" cy="3021874"/>
            <a:chOff x="753176" y="2167600"/>
            <a:chExt cx="7088006" cy="454235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B58DAE-E0EC-47AC-83A6-79DBEF3F8553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1FCEC3-F7FC-4930-BEB7-500B477EC0C9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A02E6F-AB59-442B-BC09-CE0199444535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56DEF75-5F7F-4F95-BC6E-11F6C449E233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31011D2-65A8-44D0-BA15-4C8D5963342E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A3DAC0-7E13-460C-BEC5-A004C69F77BE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E165D3-CEA9-48CA-9D6C-F76CFEC33353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CDA4CCE-E126-4B24-9D6B-591891B6189D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23D293-BBCD-41F5-8248-F48A5138AACC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45BDC70-47EE-44C9-BF6E-9A59B3C06507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DC4B7F-6388-4063-932A-3B2CE7D860F5}"/>
                </a:ext>
              </a:extLst>
            </p:cNvPr>
            <p:cNvSpPr/>
            <p:nvPr/>
          </p:nvSpPr>
          <p:spPr>
            <a:xfrm>
              <a:off x="3039957" y="6110347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7B1EBB-82C5-48DD-8259-CF4F064C5BA6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5DBBAA-3CEA-44E9-AEA7-93BD7A5328F9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4B046EB-DBD2-405F-A051-47D8C38CA391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9EF27D-175C-49D1-B0A0-32F9BF69D616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E9F9C98-BB4F-4D0A-90B9-513CB2FDCFEA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559F95-9E7F-47E2-AE95-F98DA319E5D1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34E038-8671-4F41-93EE-0FE30D323183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92581-5CCA-476A-86AD-9C36D4F9B93B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F1359D-5E49-4633-BE6E-A7DEF11864D9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85BB79-3336-46A2-8832-E04256470495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551754" y="5597791"/>
              <a:ext cx="603100" cy="600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89EBEB1-2207-47FC-BF6F-B796E4DD64CD}"/>
              </a:ext>
            </a:extLst>
          </p:cNvPr>
          <p:cNvSpPr/>
          <p:nvPr/>
        </p:nvSpPr>
        <p:spPr>
          <a:xfrm>
            <a:off x="8472430" y="5542021"/>
            <a:ext cx="479162" cy="522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24E89D6-1D92-4D28-A1C2-A76C395CC9AF}"/>
              </a:ext>
            </a:extLst>
          </p:cNvPr>
          <p:cNvSpPr/>
          <p:nvPr/>
        </p:nvSpPr>
        <p:spPr>
          <a:xfrm>
            <a:off x="8858089" y="2883049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A3DE3C-9200-4B37-84FE-A3301EF9196B}"/>
              </a:ext>
            </a:extLst>
          </p:cNvPr>
          <p:cNvSpPr txBox="1"/>
          <p:nvPr/>
        </p:nvSpPr>
        <p:spPr>
          <a:xfrm>
            <a:off x="1068002" y="4326072"/>
            <a:ext cx="28840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1: Node has a </a:t>
            </a:r>
            <a:r>
              <a:rPr lang="en-US" b="1" u="sng" dirty="0"/>
              <a:t>left child</a:t>
            </a:r>
          </a:p>
          <a:p>
            <a:r>
              <a:rPr lang="en-US" dirty="0"/>
              <a:t>Predecessor (root) - &gt; 13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1E9CBA-3883-4B9D-BA08-4C049F748054}"/>
              </a:ext>
            </a:extLst>
          </p:cNvPr>
          <p:cNvSpPr txBox="1"/>
          <p:nvPr/>
        </p:nvSpPr>
        <p:spPr>
          <a:xfrm>
            <a:off x="1091642" y="5056031"/>
            <a:ext cx="2180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2: </a:t>
            </a:r>
            <a:r>
              <a:rPr lang="en-US" b="1" u="sng" dirty="0"/>
              <a:t>No Left Child</a:t>
            </a:r>
          </a:p>
        </p:txBody>
      </p:sp>
    </p:spTree>
    <p:extLst>
      <p:ext uri="{BB962C8B-B14F-4D97-AF65-F5344CB8AC3E}">
        <p14:creationId xmlns:p14="http://schemas.microsoft.com/office/powerpoint/2010/main" val="50181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CE0B12-DF5C-492A-A483-F8631D4FD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Predecessor of a node (Mirror of the previous definition)</a:t>
            </a:r>
          </a:p>
          <a:p>
            <a:r>
              <a:rPr lang="en-US" dirty="0"/>
              <a:t>If a node has </a:t>
            </a:r>
            <a:r>
              <a:rPr lang="en-US" b="1" dirty="0"/>
              <a:t>a left child: </a:t>
            </a:r>
            <a:r>
              <a:rPr lang="en-US" dirty="0"/>
              <a:t>The predecessor is the </a:t>
            </a:r>
            <a:r>
              <a:rPr lang="en-US" b="1" dirty="0"/>
              <a:t>rightmost</a:t>
            </a:r>
            <a:r>
              <a:rPr lang="en-US" dirty="0"/>
              <a:t> </a:t>
            </a:r>
            <a:r>
              <a:rPr lang="en-US" b="1" dirty="0"/>
              <a:t>node</a:t>
            </a:r>
            <a:r>
              <a:rPr lang="en-US" dirty="0"/>
              <a:t> in the left subtree.</a:t>
            </a:r>
          </a:p>
          <a:p>
            <a:r>
              <a:rPr lang="en-US" dirty="0"/>
              <a:t>If a node </a:t>
            </a:r>
            <a:r>
              <a:rPr lang="en-US" b="1" dirty="0"/>
              <a:t>does not have a left child</a:t>
            </a:r>
            <a:r>
              <a:rPr lang="en-US" dirty="0"/>
              <a:t>: The predecessor is the nearest ancestor of the node for which this node would </a:t>
            </a:r>
            <a:r>
              <a:rPr lang="en-US" b="1" dirty="0"/>
              <a:t>be in its right subtree.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426E6-034B-4208-9E4D-6A039706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FA09-997A-4230-9C34-C3A1FB7E903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DC040-60EC-4F35-97B5-E2179B87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B3752-2490-44C1-AE8C-A84FCBD8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8CD4AD-7811-4CB2-A5A8-290656AB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Predecessor of a Node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A260F4-E420-4F87-812D-092430F9F924}"/>
              </a:ext>
            </a:extLst>
          </p:cNvPr>
          <p:cNvGrpSpPr/>
          <p:nvPr/>
        </p:nvGrpSpPr>
        <p:grpSpPr>
          <a:xfrm>
            <a:off x="6223333" y="3702436"/>
            <a:ext cx="4774534" cy="3021874"/>
            <a:chOff x="753176" y="2167600"/>
            <a:chExt cx="7088006" cy="454235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B58DAE-E0EC-47AC-83A6-79DBEF3F8553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F1FCEC3-F7FC-4930-BEB7-500B477EC0C9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DA02E6F-AB59-442B-BC09-CE0199444535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56DEF75-5F7F-4F95-BC6E-11F6C449E233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31011D2-65A8-44D0-BA15-4C8D5963342E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A3DAC0-7E13-460C-BEC5-A004C69F77BE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E165D3-CEA9-48CA-9D6C-F76CFEC33353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CDA4CCE-E126-4B24-9D6B-591891B6189D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23D293-BBCD-41F5-8248-F48A5138AACC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45BDC70-47EE-44C9-BF6E-9A59B3C06507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DC4B7F-6388-4063-932A-3B2CE7D860F5}"/>
                </a:ext>
              </a:extLst>
            </p:cNvPr>
            <p:cNvSpPr/>
            <p:nvPr/>
          </p:nvSpPr>
          <p:spPr>
            <a:xfrm>
              <a:off x="3039957" y="6110347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77B1EBB-82C5-48DD-8259-CF4F064C5BA6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25DBBAA-3CEA-44E9-AEA7-93BD7A5328F9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4B046EB-DBD2-405F-A051-47D8C38CA391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9EF27D-175C-49D1-B0A0-32F9BF69D616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E9F9C98-BB4F-4D0A-90B9-513CB2FDCFEA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7559F95-9E7F-47E2-AE95-F98DA319E5D1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434E038-8671-4F41-93EE-0FE30D323183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D192581-5CCA-476A-86AD-9C36D4F9B93B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F1359D-5E49-4633-BE6E-A7DEF11864D9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C85BB79-3336-46A2-8832-E04256470495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551754" y="5597791"/>
              <a:ext cx="603100" cy="600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89EBEB1-2207-47FC-BF6F-B796E4DD64CD}"/>
              </a:ext>
            </a:extLst>
          </p:cNvPr>
          <p:cNvSpPr/>
          <p:nvPr/>
        </p:nvSpPr>
        <p:spPr>
          <a:xfrm>
            <a:off x="8718387" y="3621534"/>
            <a:ext cx="479162" cy="522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24E89D6-1D92-4D28-A1C2-A76C395CC9AF}"/>
              </a:ext>
            </a:extLst>
          </p:cNvPr>
          <p:cNvSpPr/>
          <p:nvPr/>
        </p:nvSpPr>
        <p:spPr>
          <a:xfrm>
            <a:off x="9399105" y="4596630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A3DE3C-9200-4B37-84FE-A3301EF9196B}"/>
              </a:ext>
            </a:extLst>
          </p:cNvPr>
          <p:cNvSpPr txBox="1"/>
          <p:nvPr/>
        </p:nvSpPr>
        <p:spPr>
          <a:xfrm>
            <a:off x="1068002" y="4326072"/>
            <a:ext cx="28840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1: Node has a </a:t>
            </a:r>
            <a:r>
              <a:rPr lang="en-US" b="1" u="sng" dirty="0"/>
              <a:t>left child</a:t>
            </a:r>
          </a:p>
          <a:p>
            <a:r>
              <a:rPr lang="en-US" dirty="0"/>
              <a:t>Predecessor (root) - &gt; 13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1E9CBA-3883-4B9D-BA08-4C049F748054}"/>
              </a:ext>
            </a:extLst>
          </p:cNvPr>
          <p:cNvSpPr txBox="1"/>
          <p:nvPr/>
        </p:nvSpPr>
        <p:spPr>
          <a:xfrm>
            <a:off x="1091642" y="5056031"/>
            <a:ext cx="2180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CASE</a:t>
            </a:r>
            <a:r>
              <a:rPr lang="en-US" u="sng" dirty="0"/>
              <a:t> 2: </a:t>
            </a:r>
            <a:r>
              <a:rPr lang="en-US" b="1" u="sng" dirty="0"/>
              <a:t>No Left Child</a:t>
            </a:r>
          </a:p>
          <a:p>
            <a:r>
              <a:rPr lang="en-US" dirty="0"/>
              <a:t>Predecessor (x) - &gt; 15</a:t>
            </a:r>
          </a:p>
        </p:txBody>
      </p:sp>
    </p:spTree>
    <p:extLst>
      <p:ext uri="{BB962C8B-B14F-4D97-AF65-F5344CB8AC3E}">
        <p14:creationId xmlns:p14="http://schemas.microsoft.com/office/powerpoint/2010/main" val="92347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B3DCA-5CC6-4578-BFD7-928F2994944E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1074420" y="2056516"/>
            <a:ext cx="5928360" cy="3573575"/>
            <a:chOff x="753176" y="2167600"/>
            <a:chExt cx="7088006" cy="454235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039957" y="6110347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551754" y="5597791"/>
              <a:ext cx="603100" cy="600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541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1: Node has a right child</a:t>
            </a:r>
          </a:p>
          <a:p>
            <a:r>
              <a:rPr lang="en-US" sz="2400" dirty="0"/>
              <a:t>Leftmost node in the right subtree.</a:t>
            </a:r>
          </a:p>
          <a:p>
            <a:r>
              <a:rPr lang="en-US" sz="2400" dirty="0"/>
              <a:t>Successor (root) - &gt; 17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F17872D-6A76-433C-BAE1-41FE54215C0D}"/>
              </a:ext>
            </a:extLst>
          </p:cNvPr>
          <p:cNvSpPr/>
          <p:nvPr/>
        </p:nvSpPr>
        <p:spPr>
          <a:xfrm>
            <a:off x="7156383" y="3017520"/>
            <a:ext cx="4197417" cy="22099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AEE12F-AD1B-4078-9D4B-55A2EB08233D}"/>
              </a:ext>
            </a:extLst>
          </p:cNvPr>
          <p:cNvSpPr/>
          <p:nvPr/>
        </p:nvSpPr>
        <p:spPr>
          <a:xfrm>
            <a:off x="7082636" y="1522569"/>
            <a:ext cx="4826722" cy="15711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51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2A76-AA03-4FE5-8977-00AE354359CD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1074420" y="2056516"/>
            <a:ext cx="5928360" cy="3573575"/>
            <a:chOff x="753176" y="2167600"/>
            <a:chExt cx="7088006" cy="454235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039957" y="6110347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551754" y="5597791"/>
              <a:ext cx="603100" cy="6003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541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1: Node has a right child</a:t>
            </a:r>
          </a:p>
          <a:p>
            <a:r>
              <a:rPr lang="en-US" sz="2400" dirty="0"/>
              <a:t>Leftmost node in the right subtree.</a:t>
            </a:r>
          </a:p>
          <a:p>
            <a:r>
              <a:rPr lang="en-US" sz="2400" dirty="0"/>
              <a:t>Successor (root) - &gt; 17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F17872D-6A76-433C-BAE1-41FE54215C0D}"/>
              </a:ext>
            </a:extLst>
          </p:cNvPr>
          <p:cNvSpPr/>
          <p:nvPr/>
        </p:nvSpPr>
        <p:spPr>
          <a:xfrm>
            <a:off x="7156383" y="3017520"/>
            <a:ext cx="4197417" cy="22099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0F8112-2821-4E31-A704-BA76ED06EA8A}"/>
              </a:ext>
            </a:extLst>
          </p:cNvPr>
          <p:cNvSpPr/>
          <p:nvPr/>
        </p:nvSpPr>
        <p:spPr>
          <a:xfrm>
            <a:off x="5069321" y="3850169"/>
            <a:ext cx="479162" cy="522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7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545BC-E53E-4C16-BABF-B5F7F2110791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>
            <a:off x="1862880" y="5404473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76518" y="2271052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26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2F0C-EAF5-49D6-A0C6-046513638884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>
            <a:off x="1862880" y="5404473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90676" y="3088637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1435509" y="4653943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808700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3F195-6A98-4030-B98B-60AB1CB74966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>
            <a:off x="1862880" y="5404473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90676" y="3429000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1435509" y="4653943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173032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AB71-93EE-4500-A651-14264BA4A2F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794682" y="4941012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90676" y="3752414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1435509" y="4653943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8114658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5CF2-4A15-4486-81B2-C092CD9F7F15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794682" y="4941012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90676" y="4182184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641220" y="3739806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934696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C8DE5-1310-49CA-9561-A2E23B776F76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794682" y="4941012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90676" y="3429000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641220" y="3739806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982033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EC875-5755-47B5-9C5E-47F111EF8C9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202451" y="3863337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90676" y="3820894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641220" y="3739806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9482598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78303-D2B0-46B7-9178-D1D016E3D56B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202451" y="3863337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494432" y="4142612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1567148" y="3152076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5467310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7103E-E354-4CCB-8670-77E34CBFEC5E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202451" y="3863337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494432" y="4142612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1567148" y="3152076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443B45A-64DE-4668-B2AC-546BDEE1A820}"/>
              </a:ext>
            </a:extLst>
          </p:cNvPr>
          <p:cNvSpPr/>
          <p:nvPr/>
        </p:nvSpPr>
        <p:spPr>
          <a:xfrm>
            <a:off x="9742618" y="3336521"/>
            <a:ext cx="1611181" cy="5223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6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0A4CF-58AE-4E4F-B9A3-170E7655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A0097-7D84-43A7-ADD0-DF4C16429008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BAC3F-504D-4C65-91C5-5378E1D1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29C0F-8E47-437B-B5AA-461B2764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386C3-DFB9-46CE-B152-82DD0AEA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Successor : Simulation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5881EB-ABF8-4E3D-A5B2-B99BDD8B89DF}"/>
              </a:ext>
            </a:extLst>
          </p:cNvPr>
          <p:cNvGrpSpPr/>
          <p:nvPr/>
        </p:nvGrpSpPr>
        <p:grpSpPr>
          <a:xfrm>
            <a:off x="224770" y="2988208"/>
            <a:ext cx="5928360" cy="3575258"/>
            <a:chOff x="753176" y="2167600"/>
            <a:chExt cx="7088006" cy="454449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05C2F24-1C6C-416E-997D-6190F485975B}"/>
                </a:ext>
              </a:extLst>
            </p:cNvPr>
            <p:cNvSpPr/>
            <p:nvPr/>
          </p:nvSpPr>
          <p:spPr>
            <a:xfrm>
              <a:off x="4360342" y="2167600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9BB2D53-0D1B-4AB5-BD9C-1FE22C432CD3}"/>
                </a:ext>
              </a:extLst>
            </p:cNvPr>
            <p:cNvSpPr/>
            <p:nvPr/>
          </p:nvSpPr>
          <p:spPr>
            <a:xfrm>
              <a:off x="1346381" y="401125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32B6FB-071E-40B0-B5DF-1393A631D0D8}"/>
                </a:ext>
              </a:extLst>
            </p:cNvPr>
            <p:cNvSpPr/>
            <p:nvPr/>
          </p:nvSpPr>
          <p:spPr>
            <a:xfrm>
              <a:off x="2297789" y="313821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B76D7F6-A5C5-4C90-A86E-D06F1EC60B00}"/>
                </a:ext>
              </a:extLst>
            </p:cNvPr>
            <p:cNvSpPr/>
            <p:nvPr/>
          </p:nvSpPr>
          <p:spPr>
            <a:xfrm>
              <a:off x="6154164" y="3138213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18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535B91-2A42-41D8-9FD7-BA0BBE184F92}"/>
                </a:ext>
              </a:extLst>
            </p:cNvPr>
            <p:cNvSpPr/>
            <p:nvPr/>
          </p:nvSpPr>
          <p:spPr>
            <a:xfrm>
              <a:off x="3430014" y="4038045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0CEA6C5-5480-4BF2-ABD6-7D67C2BBF5F0}"/>
                </a:ext>
              </a:extLst>
            </p:cNvPr>
            <p:cNvSpPr/>
            <p:nvPr/>
          </p:nvSpPr>
          <p:spPr>
            <a:xfrm>
              <a:off x="5407153" y="4486388"/>
              <a:ext cx="840810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17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9AF75F7-17C6-4C19-9557-49011853B229}"/>
                </a:ext>
              </a:extLst>
            </p:cNvPr>
            <p:cNvSpPr/>
            <p:nvPr/>
          </p:nvSpPr>
          <p:spPr>
            <a:xfrm>
              <a:off x="6997673" y="4486388"/>
              <a:ext cx="843509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20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3E6C70D-2A2F-4AF5-9B67-EC6617704433}"/>
                </a:ext>
              </a:extLst>
            </p:cNvPr>
            <p:cNvSpPr/>
            <p:nvPr/>
          </p:nvSpPr>
          <p:spPr>
            <a:xfrm>
              <a:off x="753176" y="5085996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8E06FD-0344-4520-B5A6-EA8A154D7C06}"/>
                </a:ext>
              </a:extLst>
            </p:cNvPr>
            <p:cNvSpPr/>
            <p:nvPr/>
          </p:nvSpPr>
          <p:spPr>
            <a:xfrm>
              <a:off x="1945988" y="5144603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E50B806-77C3-4530-8DCB-CE0A893BE2D8}"/>
                </a:ext>
              </a:extLst>
            </p:cNvPr>
            <p:cNvSpPr/>
            <p:nvPr/>
          </p:nvSpPr>
          <p:spPr>
            <a:xfrm>
              <a:off x="4029621" y="5085995"/>
              <a:ext cx="855145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D830F0-DDCE-410D-B844-A96296BD1725}"/>
                </a:ext>
              </a:extLst>
            </p:cNvPr>
            <p:cNvSpPr/>
            <p:nvPr/>
          </p:nvSpPr>
          <p:spPr>
            <a:xfrm>
              <a:off x="3456286" y="61105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9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5D6FCA-F723-4F98-AD14-8FDDB3401851}"/>
                </a:ext>
              </a:extLst>
            </p:cNvPr>
            <p:cNvCxnSpPr>
              <a:cxnSpLocks/>
              <a:stCxn id="10" idx="7"/>
              <a:endCxn id="8" idx="2"/>
            </p:cNvCxnSpPr>
            <p:nvPr/>
          </p:nvCxnSpPr>
          <p:spPr>
            <a:xfrm flipV="1">
              <a:off x="2809586" y="2467403"/>
              <a:ext cx="1550756" cy="7586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28E9D20-AF36-495C-9D20-D0A94B6B3165}"/>
                </a:ext>
              </a:extLst>
            </p:cNvPr>
            <p:cNvCxnSpPr>
              <a:cxnSpLocks/>
              <a:stCxn id="11" idx="0"/>
              <a:endCxn id="8" idx="6"/>
            </p:cNvCxnSpPr>
            <p:nvPr/>
          </p:nvCxnSpPr>
          <p:spPr>
            <a:xfrm flipH="1" flipV="1">
              <a:off x="5215487" y="2467403"/>
              <a:ext cx="1360432" cy="6708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87E0F6A-EB13-46E1-A59B-A0184978D9A6}"/>
                </a:ext>
              </a:extLst>
            </p:cNvPr>
            <p:cNvCxnSpPr>
              <a:cxnSpLocks/>
              <a:stCxn id="13" idx="0"/>
              <a:endCxn id="11" idx="3"/>
            </p:cNvCxnSpPr>
            <p:nvPr/>
          </p:nvCxnSpPr>
          <p:spPr>
            <a:xfrm flipV="1">
              <a:off x="5827558" y="3650010"/>
              <a:ext cx="450135" cy="8363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3121B79-20FF-4C20-B2F5-16DE9C2B0A0C}"/>
                </a:ext>
              </a:extLst>
            </p:cNvPr>
            <p:cNvCxnSpPr>
              <a:cxnSpLocks/>
              <a:stCxn id="14" idx="1"/>
              <a:endCxn id="11" idx="5"/>
            </p:cNvCxnSpPr>
            <p:nvPr/>
          </p:nvCxnSpPr>
          <p:spPr>
            <a:xfrm flipH="1" flipV="1">
              <a:off x="6874144" y="3650010"/>
              <a:ext cx="247058" cy="924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93E346-8268-4B7D-ADF7-85725B953FDD}"/>
                </a:ext>
              </a:extLst>
            </p:cNvPr>
            <p:cNvCxnSpPr>
              <a:cxnSpLocks/>
              <a:stCxn id="9" idx="7"/>
              <a:endCxn id="10" idx="3"/>
            </p:cNvCxnSpPr>
            <p:nvPr/>
          </p:nvCxnSpPr>
          <p:spPr>
            <a:xfrm flipV="1">
              <a:off x="1858178" y="3650010"/>
              <a:ext cx="527421" cy="449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F6F4BA7-7353-4CDC-90C5-3E97F881BEFC}"/>
                </a:ext>
              </a:extLst>
            </p:cNvPr>
            <p:cNvCxnSpPr>
              <a:cxnSpLocks/>
              <a:stCxn id="15" idx="7"/>
              <a:endCxn id="9" idx="3"/>
            </p:cNvCxnSpPr>
            <p:nvPr/>
          </p:nvCxnSpPr>
          <p:spPr>
            <a:xfrm flipV="1">
              <a:off x="1264973" y="4523053"/>
              <a:ext cx="169218" cy="6507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63D72E8-8C0B-43CD-9D3E-E689E83BD40F}"/>
                </a:ext>
              </a:extLst>
            </p:cNvPr>
            <p:cNvCxnSpPr>
              <a:cxnSpLocks/>
              <a:stCxn id="16" idx="0"/>
              <a:endCxn id="9" idx="5"/>
            </p:cNvCxnSpPr>
            <p:nvPr/>
          </p:nvCxnSpPr>
          <p:spPr>
            <a:xfrm flipH="1" flipV="1">
              <a:off x="1858178" y="4523053"/>
              <a:ext cx="387614" cy="6215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C4456B9-08A4-4DFA-A0AB-4766FEB803A6}"/>
                </a:ext>
              </a:extLst>
            </p:cNvPr>
            <p:cNvCxnSpPr>
              <a:cxnSpLocks/>
              <a:stCxn id="12" idx="1"/>
              <a:endCxn id="10" idx="5"/>
            </p:cNvCxnSpPr>
            <p:nvPr/>
          </p:nvCxnSpPr>
          <p:spPr>
            <a:xfrm flipH="1" flipV="1">
              <a:off x="2809586" y="3650010"/>
              <a:ext cx="708238" cy="4758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91857D5-906A-4D60-BB83-6D1CD2E14F6C}"/>
                </a:ext>
              </a:extLst>
            </p:cNvPr>
            <p:cNvCxnSpPr>
              <a:cxnSpLocks/>
              <a:stCxn id="17" idx="1"/>
              <a:endCxn id="12" idx="5"/>
            </p:cNvCxnSpPr>
            <p:nvPr/>
          </p:nvCxnSpPr>
          <p:spPr>
            <a:xfrm flipH="1" flipV="1">
              <a:off x="3941810" y="4549842"/>
              <a:ext cx="213044" cy="6239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50CE0A9-6342-405E-95E1-1DE114B83BF2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3968083" y="5597791"/>
              <a:ext cx="186771" cy="600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2555EA5-E2F8-416D-9D73-E14739500397}"/>
                </a:ext>
              </a:extLst>
            </p:cNvPr>
            <p:cNvSpPr/>
            <p:nvPr/>
          </p:nvSpPr>
          <p:spPr>
            <a:xfrm>
              <a:off x="2488072" y="6100968"/>
              <a:ext cx="599607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5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237AB7F-D67D-4ACA-9A67-A346C2EDDFA1}"/>
                </a:ext>
              </a:extLst>
            </p:cNvPr>
            <p:cNvCxnSpPr>
              <a:cxnSpLocks/>
              <a:stCxn id="35" idx="0"/>
              <a:endCxn id="16" idx="5"/>
            </p:cNvCxnSpPr>
            <p:nvPr/>
          </p:nvCxnSpPr>
          <p:spPr>
            <a:xfrm flipH="1" flipV="1">
              <a:off x="2457785" y="5656399"/>
              <a:ext cx="330091" cy="4445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681C116-70A9-4DB1-80DA-7D70809EADD3}"/>
                </a:ext>
              </a:extLst>
            </p:cNvPr>
            <p:cNvSpPr/>
            <p:nvPr/>
          </p:nvSpPr>
          <p:spPr>
            <a:xfrm>
              <a:off x="1121023" y="6112486"/>
              <a:ext cx="861653" cy="5996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3.5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9D0EA2C-6E7D-44A0-8DF2-7C73F490E297}"/>
                </a:ext>
              </a:extLst>
            </p:cNvPr>
            <p:cNvCxnSpPr>
              <a:cxnSpLocks/>
              <a:stCxn id="38" idx="0"/>
              <a:endCxn id="16" idx="3"/>
            </p:cNvCxnSpPr>
            <p:nvPr/>
          </p:nvCxnSpPr>
          <p:spPr>
            <a:xfrm flipV="1">
              <a:off x="1551851" y="5656399"/>
              <a:ext cx="481948" cy="456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ABE8625-9E26-4FAD-974B-273104B0F538}"/>
              </a:ext>
            </a:extLst>
          </p:cNvPr>
          <p:cNvSpPr txBox="1"/>
          <p:nvPr/>
        </p:nvSpPr>
        <p:spPr>
          <a:xfrm>
            <a:off x="682908" y="1015037"/>
            <a:ext cx="439780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CASE</a:t>
            </a:r>
            <a:r>
              <a:rPr lang="en-US" sz="2400" u="sng" dirty="0"/>
              <a:t> 2: Node has no right child</a:t>
            </a:r>
          </a:p>
          <a:p>
            <a:r>
              <a:rPr lang="en-US" sz="2400" dirty="0"/>
              <a:t>The nearest ancestor of the node </a:t>
            </a:r>
          </a:p>
          <a:p>
            <a:r>
              <a:rPr lang="en-US" sz="2400" dirty="0"/>
              <a:t>for which this node would </a:t>
            </a:r>
          </a:p>
          <a:p>
            <a:r>
              <a:rPr lang="en-US" sz="2400" dirty="0"/>
              <a:t>be in its right subtree.</a:t>
            </a:r>
          </a:p>
          <a:p>
            <a:r>
              <a:rPr lang="en-US" sz="2400" dirty="0"/>
              <a:t>Successor (x) - &gt; 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646027-5B54-4B7C-A76A-991A83D09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83" y="1719733"/>
            <a:ext cx="4752975" cy="3310552"/>
          </a:xfrm>
          <a:prstGeom prst="rect">
            <a:avLst/>
          </a:prstGeom>
        </p:spPr>
      </p:pic>
      <p:sp>
        <p:nvSpPr>
          <p:cNvPr id="32" name="Arrow: Down 31">
            <a:extLst>
              <a:ext uri="{FF2B5EF4-FFF2-40B4-BE49-F238E27FC236}">
                <a16:creationId xmlns:a16="http://schemas.microsoft.com/office/drawing/2014/main" id="{28C73D5C-8CB5-441D-B065-B9B61B86B8E5}"/>
              </a:ext>
            </a:extLst>
          </p:cNvPr>
          <p:cNvSpPr/>
          <p:nvPr/>
        </p:nvSpPr>
        <p:spPr>
          <a:xfrm rot="2432089">
            <a:off x="1202451" y="3863337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BCD855FD-7556-4A8C-B0E4-184D70CB3BFF}"/>
              </a:ext>
            </a:extLst>
          </p:cNvPr>
          <p:cNvSpPr/>
          <p:nvPr/>
        </p:nvSpPr>
        <p:spPr>
          <a:xfrm>
            <a:off x="6529331" y="4581419"/>
            <a:ext cx="565707" cy="36512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660CCF25-D289-4128-A207-5D1EE78D507A}"/>
              </a:ext>
            </a:extLst>
          </p:cNvPr>
          <p:cNvSpPr/>
          <p:nvPr/>
        </p:nvSpPr>
        <p:spPr>
          <a:xfrm>
            <a:off x="1567148" y="3152076"/>
            <a:ext cx="355275" cy="70683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9D4EF3-32D9-493D-9B99-F1C7AC335CE2}"/>
              </a:ext>
            </a:extLst>
          </p:cNvPr>
          <p:cNvSpPr txBox="1"/>
          <p:nvPr/>
        </p:nvSpPr>
        <p:spPr>
          <a:xfrm>
            <a:off x="413893" y="3070201"/>
            <a:ext cx="1091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y is returned</a:t>
            </a:r>
          </a:p>
        </p:txBody>
      </p:sp>
    </p:spTree>
    <p:extLst>
      <p:ext uri="{BB962C8B-B14F-4D97-AF65-F5344CB8AC3E}">
        <p14:creationId xmlns:p14="http://schemas.microsoft.com/office/powerpoint/2010/main" val="24585057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7F80B-172B-4D41-B225-2AF9CA863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F6996-E418-4C66-A605-3B371316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5E13-DA2B-4496-9BAF-E1D91C742EA2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F913E-024F-4E2D-A494-5D21076F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CD1CC-D423-4C2E-8A34-7CD3CE16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F97773-70C5-4A87-9302-893CBCB4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down a similar code for predecessor</a:t>
            </a:r>
          </a:p>
        </p:txBody>
      </p:sp>
    </p:spTree>
    <p:extLst>
      <p:ext uri="{BB962C8B-B14F-4D97-AF65-F5344CB8AC3E}">
        <p14:creationId xmlns:p14="http://schemas.microsoft.com/office/powerpoint/2010/main" val="689911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0C757D-7BFC-4527-A008-7B61CA628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Discussing Complexity</a:t>
            </a:r>
          </a:p>
          <a:p>
            <a:r>
              <a:rPr lang="en-US" dirty="0"/>
              <a:t>Insert Function</a:t>
            </a:r>
          </a:p>
          <a:p>
            <a:r>
              <a:rPr lang="en-US" dirty="0"/>
              <a:t>Delete Function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74FA5-DB1D-4776-B1BE-1C54AEF3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0EA5-3EB2-4088-87FA-A8A2C043829A}" type="datetime2">
              <a:rPr lang="en-US" smtClean="0"/>
              <a:t>Friday, January 16,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CEA62-5A69-4E02-99D4-78ACADAC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E27DA-93BA-41A6-81C9-B793B794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85E48D-7220-411C-AF1A-C2283450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</p:spTree>
    <p:extLst>
      <p:ext uri="{BB962C8B-B14F-4D97-AF65-F5344CB8AC3E}">
        <p14:creationId xmlns:p14="http://schemas.microsoft.com/office/powerpoint/2010/main" val="17162019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8B27-C414-435A-826F-10989C4847B4}" type="datetime2">
              <a:rPr lang="en-US" smtClean="0"/>
              <a:t>Friday, January 16,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Asif Abrar,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4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4574</TotalTime>
  <Words>4743</Words>
  <Application>Microsoft Office PowerPoint</Application>
  <PresentationFormat>Widescreen</PresentationFormat>
  <Paragraphs>1133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Monotype Sorts</vt:lpstr>
      <vt:lpstr>Times New Roman</vt:lpstr>
      <vt:lpstr>Office Theme</vt:lpstr>
      <vt:lpstr>Binary Search Tree</vt:lpstr>
      <vt:lpstr>Recall This From DM</vt:lpstr>
      <vt:lpstr>Binary Search Tree - Intro</vt:lpstr>
      <vt:lpstr>Two Things To Keep In Mind</vt:lpstr>
      <vt:lpstr>Two Things To Keep In Mind</vt:lpstr>
      <vt:lpstr>Binary Search Tree Operations</vt:lpstr>
      <vt:lpstr>Search</vt:lpstr>
      <vt:lpstr>Search</vt:lpstr>
      <vt:lpstr>Search</vt:lpstr>
      <vt:lpstr>Search</vt:lpstr>
      <vt:lpstr>Search</vt:lpstr>
      <vt:lpstr>Search</vt:lpstr>
      <vt:lpstr>Search</vt:lpstr>
      <vt:lpstr>Search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(Another Example)</vt:lpstr>
      <vt:lpstr>Search (Let us Write The Code)</vt:lpstr>
      <vt:lpstr>Search (Let us Write The Code)</vt:lpstr>
      <vt:lpstr>Search (Let us Write The Code)</vt:lpstr>
      <vt:lpstr>Finding the Minimum and Maximum Value</vt:lpstr>
      <vt:lpstr>Finding the Minimum and Maximum Value</vt:lpstr>
      <vt:lpstr>Finding the Minimum and Maximum Value</vt:lpstr>
      <vt:lpstr>Finding the Minimum and Maximum Value</vt:lpstr>
      <vt:lpstr>Finding the Minimum and Maximum Value</vt:lpstr>
      <vt:lpstr>Finding the Minimum and Maximum Value</vt:lpstr>
      <vt:lpstr>Successor and Predecessor</vt:lpstr>
      <vt:lpstr>Successor and Predecessor</vt:lpstr>
      <vt:lpstr>Successor and Predecessor</vt:lpstr>
      <vt:lpstr>Successor and Predecessor</vt:lpstr>
      <vt:lpstr>Predecessor of a Node</vt:lpstr>
      <vt:lpstr>Predecessor of a Node</vt:lpstr>
      <vt:lpstr>Predecessor of a Node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Determining the Successor : Simulation</vt:lpstr>
      <vt:lpstr>Write down a similar code for predecessor</vt:lpstr>
      <vt:lpstr>Next Class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Asif Abrar</cp:lastModifiedBy>
  <cp:revision>3502</cp:revision>
  <dcterms:created xsi:type="dcterms:W3CDTF">2023-03-19T03:25:32Z</dcterms:created>
  <dcterms:modified xsi:type="dcterms:W3CDTF">2026-01-16T11:25:10Z</dcterms:modified>
</cp:coreProperties>
</file>