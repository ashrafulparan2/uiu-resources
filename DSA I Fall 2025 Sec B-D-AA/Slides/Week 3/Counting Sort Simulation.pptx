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</p:sldIdLst>
  <p:sldSz cy="6858000" cx="12192000"/>
  <p:notesSz cx="6858000" cy="9144000"/>
  <p:embeddedFontLst>
    <p:embeddedFont>
      <p:font typeface="Tahoma"/>
      <p:regular r:id="rId94"/>
      <p:bold r:id="rId9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6" roundtripDataSignature="AMtx7miPwq8sRRHJwPPkkdKGt2zP8sCy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42" Type="http://schemas.openxmlformats.org/officeDocument/2006/relationships/slide" Target="slides/slide38.xml"/><Relationship Id="rId86" Type="http://schemas.openxmlformats.org/officeDocument/2006/relationships/slide" Target="slides/slide82.xml"/><Relationship Id="rId41" Type="http://schemas.openxmlformats.org/officeDocument/2006/relationships/slide" Target="slides/slide37.xml"/><Relationship Id="rId85" Type="http://schemas.openxmlformats.org/officeDocument/2006/relationships/slide" Target="slides/slide81.xml"/><Relationship Id="rId44" Type="http://schemas.openxmlformats.org/officeDocument/2006/relationships/slide" Target="slides/slide40.xml"/><Relationship Id="rId88" Type="http://schemas.openxmlformats.org/officeDocument/2006/relationships/slide" Target="slides/slide84.xml"/><Relationship Id="rId43" Type="http://schemas.openxmlformats.org/officeDocument/2006/relationships/slide" Target="slides/slide39.xml"/><Relationship Id="rId87" Type="http://schemas.openxmlformats.org/officeDocument/2006/relationships/slide" Target="slides/slide8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79" Type="http://schemas.openxmlformats.org/officeDocument/2006/relationships/slide" Target="slides/slide75.xml"/><Relationship Id="rId34" Type="http://schemas.openxmlformats.org/officeDocument/2006/relationships/slide" Target="slides/slide30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95" Type="http://schemas.openxmlformats.org/officeDocument/2006/relationships/font" Target="fonts/Tahoma-bold.fntdata"/><Relationship Id="rId50" Type="http://schemas.openxmlformats.org/officeDocument/2006/relationships/slide" Target="slides/slide46.xml"/><Relationship Id="rId94" Type="http://schemas.openxmlformats.org/officeDocument/2006/relationships/font" Target="fonts/Tahoma-regular.fntdata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96" Type="http://customschemas.google.com/relationships/presentationmetadata" Target="metadata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2" name="Google Shape;5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3" name="Google Shape;62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2" name="Google Shape;7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3" name="Google Shape;78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4" name="Google Shape;86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5" name="Google Shape;94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6" name="Google Shape;10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7" name="Google Shape;110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8" name="Google Shape;118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9" name="Google Shape;126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0" name="Google Shape;135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1" name="Google Shape;143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2" name="Google Shape;151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3" name="Google Shape;159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4" name="Google Shape;167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5" name="Google Shape;175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6" name="Google Shape;183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7" name="Google Shape;191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6" name="Google Shape;199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7" name="Google Shape;207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0" name="Google Shape;215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9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1" name="Google Shape;223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2" name="Google Shape;231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3" name="Google Shape;239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2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4" name="Google Shape;247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3" name="Shape 2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4" name="Google Shape;255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5" name="Google Shape;255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4" name="Shape 2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Google Shape;263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6" name="Google Shape;263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5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7" name="Google Shape;271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6" name="Shape 2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7" name="Google Shape;279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8" name="Google Shape;279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5" name="Shape 2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6" name="Google Shape;287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7" name="Google Shape;287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5" name="Shape 2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6" name="Google Shape;295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7" name="Google Shape;295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6" name="Shape 3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7" name="Google Shape;303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8" name="Google Shape;303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8" name="Shape 3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9" name="Google Shape;311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0" name="Google Shape;312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0" name="Shape 3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1" name="Google Shape;320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2" name="Google Shape;3202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2" name="Shape 3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3" name="Google Shape;3283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4" name="Google Shape;328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4" name="Shape 3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5" name="Google Shape;3365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6" name="Google Shape;3366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6" name="Shape 3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7" name="Google Shape;3447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8" name="Google Shape;3448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6" name="Shape 3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7" name="Google Shape;352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8" name="Google Shape;352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8" name="Shape 3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9" name="Google Shape;360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0" name="Google Shape;361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0" name="Shape 3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1" name="Google Shape;3691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2" name="Google Shape;369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3" name="Shape 3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4" name="Google Shape;3774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5" name="Google Shape;377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6" name="Shape 3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7" name="Google Shape;385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8" name="Google Shape;385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8" name="Shape 3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9" name="Google Shape;3939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0" name="Google Shape;3940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1" name="Shape 4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2" name="Google Shape;4022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3" name="Google Shape;402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4" name="Shape 4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Google Shape;410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6" name="Google Shape;410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8" name="Shape 4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9" name="Google Shape;4189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0" name="Google Shape;4190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2" name="Shape 4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3" name="Google Shape;4273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4" name="Google Shape;4274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5" name="Shape 4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6" name="Google Shape;4356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7" name="Google Shape;4357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9" name="Shape 4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0" name="Google Shape;4440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1" name="Google Shape;4441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4" name="Shape 4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5" name="Google Shape;4525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6" name="Google Shape;4526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9" name="Shape 4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0" name="Google Shape;4610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1" name="Google Shape;4611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3" name="Shape 4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4" name="Google Shape;4694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5" name="Google Shape;4695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8" name="Shape 4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9" name="Google Shape;4779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0" name="Google Shape;4780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4" name="Shape 4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5" name="Google Shape;4865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6" name="Google Shape;486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0" name="Shape 4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1" name="Google Shape;4951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52" name="Google Shape;4952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6" name="Shape 5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7" name="Google Shape;5037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38" name="Google Shape;5038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2" name="Shape 5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Google Shape;5123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24" name="Google Shape;5124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9" name="Shape 5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0" name="Google Shape;5210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1" name="Google Shape;5211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6" name="Shape 5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7" name="Google Shape;5297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8" name="Google Shape;5298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2" name="Shape 5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3" name="Google Shape;5383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4" name="Google Shape;5384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9" name="Shape 5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0" name="Google Shape;5470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71" name="Google Shape;5471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6" name="Shape 5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7" name="Google Shape;5557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8" name="Google Shape;5558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4" name="Shape 5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5" name="Google Shape;5645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6" name="Google Shape;5646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2" name="Shape 5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3" name="Google Shape;5733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34" name="Google Shape;5734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9" name="Shape 5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0" name="Google Shape;5820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21" name="Google Shape;5821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7" name="Shape 5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" name="Google Shape;5908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09" name="Google Shape;5909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5" name="Shape 5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6" name="Google Shape;5996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97" name="Google Shape;5997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4" name="Shape 6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5" name="Google Shape;6085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86" name="Google Shape;6086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3" name="Shape 6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" name="Google Shape;6174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5" name="Google Shape;6175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1" name="Shape 6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2" name="Google Shape;6262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3" name="Google Shape;6263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0" name="Shape 6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1" name="Google Shape;6351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52" name="Google Shape;6352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0" name="Shape 6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1" name="Google Shape;6441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2" name="Google Shape;6442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1" name="Shape 6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2" name="Google Shape;6532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33" name="Google Shape;6533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8" name="Shape 6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9" name="Google Shape;6619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20" name="Google Shape;6620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7" name="Shape 6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8" name="Google Shape;6628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29" name="Google Shape;6629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7" name="Shape 6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8" name="Google Shape;6638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39" name="Google Shape;6639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6" name="Shape 6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7" name="Google Shape;6647;g26660191b0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8" name="Google Shape;6648;g26660191b0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49" name="Google Shape;6649;g26660191b0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6" name="Shape 6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7" name="Google Shape;6657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58" name="Google Shape;6658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9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9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9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9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9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" name="Google Shape;30;p93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93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93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9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9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9" name="Google Shape;39;p9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9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9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4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4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9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94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94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94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94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9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9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9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9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95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95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95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95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9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9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9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9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9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9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0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0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0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0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2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CSE 2215: Data Structure and Algorithms-I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/>
              <a:t>Counting Sort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5" name="Google Shape;105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06" name="Google Shape;106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07" name="Google Shape;107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COUNTING</a:t>
            </a:r>
            <a:endParaRPr/>
          </a:p>
        </p:txBody>
      </p:sp>
      <p:sp>
        <p:nvSpPr>
          <p:cNvPr id="113" name="Google Shape;113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15" name="Google Shape;115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16" name="Google Shape;116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Counting sort sorts an array in linear time.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However, it makes an assumption about the numbers in the array. - </a:t>
            </a:r>
            <a:r>
              <a:rPr b="1" lang="en-US"/>
              <a:t>limitation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23" name="Google Shape;123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24" name="Google Shape;124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31" name="Google Shape;131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4979233" y="2441928"/>
            <a:ext cx="2233534" cy="119227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 Sort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859321" y="2441928"/>
            <a:ext cx="599606" cy="53936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555739" y="2441928"/>
            <a:ext cx="599606" cy="53936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2252157" y="2441928"/>
            <a:ext cx="599606" cy="53936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2948575" y="2441928"/>
            <a:ext cx="599606" cy="53936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644993" y="2441928"/>
            <a:ext cx="599606" cy="53936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59321" y="3153929"/>
            <a:ext cx="599606" cy="53936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555739" y="3153929"/>
            <a:ext cx="599606" cy="53936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2252157" y="3153929"/>
            <a:ext cx="599606" cy="53936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2948575" y="3153929"/>
            <a:ext cx="599606" cy="53936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644993" y="3153929"/>
            <a:ext cx="599606" cy="53936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257880" y="2398393"/>
            <a:ext cx="4892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257880" y="3213608"/>
            <a:ext cx="4764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453159" y="2762419"/>
            <a:ext cx="599606" cy="53936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9149577" y="2762419"/>
            <a:ext cx="599606" cy="53936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9845995" y="2762419"/>
            <a:ext cx="599606" cy="53936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0542413" y="2762419"/>
            <a:ext cx="599606" cy="53936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1238831" y="2762419"/>
            <a:ext cx="599606" cy="53936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7851718" y="2822098"/>
            <a:ext cx="4764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415825" y="2843334"/>
            <a:ext cx="478995" cy="47968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353967" y="2822098"/>
            <a:ext cx="478995" cy="47968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100673" y="4793620"/>
            <a:ext cx="2413262" cy="126319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A[], B[],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C[],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i,j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5"/>
          <p:cNvCxnSpPr>
            <a:stCxn id="134" idx="2"/>
            <a:endCxn id="155" idx="0"/>
          </p:cNvCxnSpPr>
          <p:nvPr/>
        </p:nvCxnSpPr>
        <p:spPr>
          <a:xfrm flipH="1" rot="-5400000">
            <a:off x="5621850" y="4108355"/>
            <a:ext cx="1159500" cy="211200"/>
          </a:xfrm>
          <a:prstGeom prst="curvedConnector3">
            <a:avLst>
              <a:gd fmla="val 49996" name="adj1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7" name="Google Shape;157;p5"/>
          <p:cNvSpPr txBox="1"/>
          <p:nvPr/>
        </p:nvSpPr>
        <p:spPr>
          <a:xfrm>
            <a:off x="6277154" y="4172891"/>
            <a:ext cx="19720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Let us assume that the array will not contain any number greater than 5</a:t>
            </a:r>
            <a:endParaRPr/>
          </a:p>
        </p:txBody>
      </p:sp>
      <p:sp>
        <p:nvSpPr>
          <p:cNvPr id="163" name="Google Shape;163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64" name="Google Shape;164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65" name="Google Shape;165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2173574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2173574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169170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169170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164766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164766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160362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160362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155958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155958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151554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151554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147150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8147150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9142746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9142746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Let us assume that the array will not contain any number greater than 5</a:t>
            </a:r>
            <a:endParaRPr/>
          </a:p>
        </p:txBody>
      </p:sp>
      <p:sp>
        <p:nvSpPr>
          <p:cNvPr id="188" name="Google Shape;188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89" name="Google Shape;189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90" name="Google Shape;190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2173574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2173574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169170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169170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164766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164766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160362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160362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155958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155958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151554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7151554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8147150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8147150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9142746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9142746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2173574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2173574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169170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3169170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164766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164766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160362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160362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155958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155958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151554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7151554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147150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8147150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9142746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9142746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Let us create a new array C[0..k]</a:t>
            </a:r>
            <a:endParaRPr/>
          </a:p>
        </p:txBody>
      </p:sp>
      <p:sp>
        <p:nvSpPr>
          <p:cNvPr id="231" name="Google Shape;231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32" name="Google Shape;232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33" name="Google Shape;233;p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2173574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2173574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169170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169170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164766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4164766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160362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5160362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6155958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6155958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7151554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7151554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8147150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8147150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9142746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9142746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2173574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2173574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169170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169170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164766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164766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160362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160362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6155958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155958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7151554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7151554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8147150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8147150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9142746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9142746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Let us create a new array C[0..k]</a:t>
            </a:r>
            <a:endParaRPr/>
          </a:p>
        </p:txBody>
      </p:sp>
      <p:sp>
        <p:nvSpPr>
          <p:cNvPr id="274" name="Google Shape;274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75" name="Google Shape;275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76" name="Google Shape;276;p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2173574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2173574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169170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3169170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4164766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4164766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5160362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160362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155958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6155958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7151554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7151554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8147150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8147150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9142746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9142746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2173574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2173574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3169170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3169170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4164766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4164766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5160362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5160362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6155958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155958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7151554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7151554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8147150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8147150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9142746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9142746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Let us create a new array C[0..k].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It will keep count of the number of numbers in A</a:t>
            </a:r>
            <a:endParaRPr/>
          </a:p>
        </p:txBody>
      </p:sp>
      <p:sp>
        <p:nvSpPr>
          <p:cNvPr id="329" name="Google Shape;329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30" name="Google Shape;330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31" name="Google Shape;331;p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2173574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2173574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3169170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3169170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4164766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4164766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5160362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5160362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6155958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6155958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7151554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7151554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8147150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8147150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9142746" y="2777971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9142746" y="346276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2173574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2173574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3169170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3169170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4164766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4164766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5160362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5160362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6155958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6155958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7151554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7151554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8147150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8147150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9142746" y="3956375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9142746" y="4641173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84" name="Google Shape;384;p1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85" name="Google Shape;385;p1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6" name="Google Shape;386;p1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1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1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1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1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1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1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1"/>
          <p:cNvSpPr txBox="1"/>
          <p:nvPr/>
        </p:nvSpPr>
        <p:spPr>
          <a:xfrm>
            <a:off x="9359419" y="255820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1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1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1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1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1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1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1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1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1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1"/>
          <p:cNvSpPr txBox="1"/>
          <p:nvPr/>
        </p:nvSpPr>
        <p:spPr>
          <a:xfrm>
            <a:off x="471698" y="990457"/>
            <a:ext cx="13406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ZEROING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1"/>
          <p:cNvSpPr txBox="1"/>
          <p:nvPr/>
        </p:nvSpPr>
        <p:spPr>
          <a:xfrm>
            <a:off x="2433587" y="431342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1"/>
          <p:cNvSpPr txBox="1"/>
          <p:nvPr/>
        </p:nvSpPr>
        <p:spPr>
          <a:xfrm>
            <a:off x="3379389" y="427424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1"/>
          <p:cNvSpPr txBox="1"/>
          <p:nvPr/>
        </p:nvSpPr>
        <p:spPr>
          <a:xfrm>
            <a:off x="4325191" y="429343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1"/>
          <p:cNvSpPr txBox="1"/>
          <p:nvPr/>
        </p:nvSpPr>
        <p:spPr>
          <a:xfrm>
            <a:off x="5373544" y="430655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1"/>
          <p:cNvSpPr txBox="1"/>
          <p:nvPr/>
        </p:nvSpPr>
        <p:spPr>
          <a:xfrm>
            <a:off x="6421897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1"/>
          <p:cNvSpPr txBox="1"/>
          <p:nvPr/>
        </p:nvSpPr>
        <p:spPr>
          <a:xfrm>
            <a:off x="7411566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1"/>
          <p:cNvSpPr txBox="1"/>
          <p:nvPr/>
        </p:nvSpPr>
        <p:spPr>
          <a:xfrm>
            <a:off x="8401237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1"/>
          <p:cNvSpPr txBox="1"/>
          <p:nvPr/>
        </p:nvSpPr>
        <p:spPr>
          <a:xfrm>
            <a:off x="9390907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64" name="Google Shape;464;p1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65" name="Google Shape;465;p1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6" name="Google Shape;466;p1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467" name="Google Shape;467;p12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2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2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2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2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2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2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2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2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2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3347901" y="4602328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 txBox="1"/>
          <p:nvPr/>
        </p:nvSpPr>
        <p:spPr>
          <a:xfrm>
            <a:off x="471698" y="990457"/>
            <a:ext cx="13406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ZEROING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2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2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2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2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2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2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2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2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2"/>
          <p:cNvSpPr txBox="1"/>
          <p:nvPr/>
        </p:nvSpPr>
        <p:spPr>
          <a:xfrm>
            <a:off x="2402099" y="41644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2"/>
          <p:cNvSpPr txBox="1"/>
          <p:nvPr/>
        </p:nvSpPr>
        <p:spPr>
          <a:xfrm>
            <a:off x="3347901" y="41252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2"/>
          <p:cNvSpPr txBox="1"/>
          <p:nvPr/>
        </p:nvSpPr>
        <p:spPr>
          <a:xfrm>
            <a:off x="4293703" y="41444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2"/>
          <p:cNvSpPr txBox="1"/>
          <p:nvPr/>
        </p:nvSpPr>
        <p:spPr>
          <a:xfrm>
            <a:off x="5342056" y="41576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2"/>
          <p:cNvSpPr txBox="1"/>
          <p:nvPr/>
        </p:nvSpPr>
        <p:spPr>
          <a:xfrm>
            <a:off x="6390409" y="41707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2"/>
          <p:cNvSpPr txBox="1"/>
          <p:nvPr/>
        </p:nvSpPr>
        <p:spPr>
          <a:xfrm>
            <a:off x="7380079" y="41707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2"/>
          <p:cNvSpPr txBox="1"/>
          <p:nvPr/>
        </p:nvSpPr>
        <p:spPr>
          <a:xfrm>
            <a:off x="8369749" y="41707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2"/>
          <p:cNvSpPr txBox="1"/>
          <p:nvPr/>
        </p:nvSpPr>
        <p:spPr>
          <a:xfrm>
            <a:off x="9359419" y="41707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45" name="Google Shape;545;p1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46" name="Google Shape;546;p1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7" name="Google Shape;547;p1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3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3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3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3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3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3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3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3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3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3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3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3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3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3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3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3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3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3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3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3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3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3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3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3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3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3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3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3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3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3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3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3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3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3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3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3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3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3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3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3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3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3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3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3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3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3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3"/>
          <p:cNvSpPr/>
          <p:nvPr/>
        </p:nvSpPr>
        <p:spPr>
          <a:xfrm>
            <a:off x="8369749" y="4591590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3"/>
          <p:cNvSpPr txBox="1"/>
          <p:nvPr/>
        </p:nvSpPr>
        <p:spPr>
          <a:xfrm>
            <a:off x="471698" y="990457"/>
            <a:ext cx="13406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ZEROING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3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3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3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3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3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3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3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3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3"/>
          <p:cNvSpPr txBox="1"/>
          <p:nvPr/>
        </p:nvSpPr>
        <p:spPr>
          <a:xfrm>
            <a:off x="2321099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3"/>
          <p:cNvSpPr txBox="1"/>
          <p:nvPr/>
        </p:nvSpPr>
        <p:spPr>
          <a:xfrm>
            <a:off x="3266901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3"/>
          <p:cNvSpPr txBox="1"/>
          <p:nvPr/>
        </p:nvSpPr>
        <p:spPr>
          <a:xfrm>
            <a:off x="4212703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3"/>
          <p:cNvSpPr txBox="1"/>
          <p:nvPr/>
        </p:nvSpPr>
        <p:spPr>
          <a:xfrm>
            <a:off x="5261056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3"/>
          <p:cNvSpPr txBox="1"/>
          <p:nvPr/>
        </p:nvSpPr>
        <p:spPr>
          <a:xfrm>
            <a:off x="630940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3"/>
          <p:cNvSpPr txBox="1"/>
          <p:nvPr/>
        </p:nvSpPr>
        <p:spPr>
          <a:xfrm>
            <a:off x="729907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3"/>
          <p:cNvSpPr txBox="1"/>
          <p:nvPr/>
        </p:nvSpPr>
        <p:spPr>
          <a:xfrm>
            <a:off x="828874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3"/>
          <p:cNvSpPr txBox="1"/>
          <p:nvPr/>
        </p:nvSpPr>
        <p:spPr>
          <a:xfrm>
            <a:off x="927841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26" name="Google Shape;626;p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27" name="Google Shape;627;p1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8" name="Google Shape;628;p1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629" name="Google Shape;629;p14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4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4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4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4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4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4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4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4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4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4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4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4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4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4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4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4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4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4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4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4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4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4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4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4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4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4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4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4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4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4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4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4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4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4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4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4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4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4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4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4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4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4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4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4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4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4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4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4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4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4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4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4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4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4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4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4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4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4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4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4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4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4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4"/>
          <p:cNvSpPr txBox="1"/>
          <p:nvPr/>
        </p:nvSpPr>
        <p:spPr>
          <a:xfrm>
            <a:off x="2321099" y="419758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4"/>
          <p:cNvSpPr txBox="1"/>
          <p:nvPr/>
        </p:nvSpPr>
        <p:spPr>
          <a:xfrm>
            <a:off x="3266901" y="415840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4"/>
          <p:cNvSpPr txBox="1"/>
          <p:nvPr/>
        </p:nvSpPr>
        <p:spPr>
          <a:xfrm>
            <a:off x="4212703" y="4177596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4"/>
          <p:cNvSpPr txBox="1"/>
          <p:nvPr/>
        </p:nvSpPr>
        <p:spPr>
          <a:xfrm>
            <a:off x="5261056" y="419071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4"/>
          <p:cNvSpPr txBox="1"/>
          <p:nvPr/>
        </p:nvSpPr>
        <p:spPr>
          <a:xfrm>
            <a:off x="630940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4"/>
          <p:cNvSpPr txBox="1"/>
          <p:nvPr/>
        </p:nvSpPr>
        <p:spPr>
          <a:xfrm>
            <a:off x="729907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4"/>
          <p:cNvSpPr txBox="1"/>
          <p:nvPr/>
        </p:nvSpPr>
        <p:spPr>
          <a:xfrm>
            <a:off x="828874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4"/>
          <p:cNvSpPr txBox="1"/>
          <p:nvPr/>
        </p:nvSpPr>
        <p:spPr>
          <a:xfrm>
            <a:off x="927841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705" name="Google Shape;705;p1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706" name="Google Shape;706;p1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7" name="Google Shape;707;p1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708" name="Google Shape;708;p15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5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5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5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5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5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5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5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5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5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5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5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5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5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5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5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5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5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5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5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5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5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5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5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5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5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5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5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5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5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5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5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5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5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5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15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5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5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5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5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5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5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5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5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5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5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5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5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5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5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5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5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5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5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5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5"/>
          <p:cNvSpPr/>
          <p:nvPr/>
        </p:nvSpPr>
        <p:spPr>
          <a:xfrm>
            <a:off x="2402099" y="1110200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5"/>
          <p:cNvSpPr txBox="1"/>
          <p:nvPr/>
        </p:nvSpPr>
        <p:spPr>
          <a:xfrm>
            <a:off x="471698" y="990457"/>
            <a:ext cx="1588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5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5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5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5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5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5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5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5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5"/>
          <p:cNvSpPr txBox="1"/>
          <p:nvPr/>
        </p:nvSpPr>
        <p:spPr>
          <a:xfrm>
            <a:off x="2433587" y="419446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15"/>
          <p:cNvSpPr txBox="1"/>
          <p:nvPr/>
        </p:nvSpPr>
        <p:spPr>
          <a:xfrm>
            <a:off x="3379389" y="4155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5"/>
          <p:cNvSpPr txBox="1"/>
          <p:nvPr/>
        </p:nvSpPr>
        <p:spPr>
          <a:xfrm>
            <a:off x="4325191" y="4174471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5"/>
          <p:cNvSpPr txBox="1"/>
          <p:nvPr/>
        </p:nvSpPr>
        <p:spPr>
          <a:xfrm>
            <a:off x="5373544" y="418759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15"/>
          <p:cNvSpPr txBox="1"/>
          <p:nvPr/>
        </p:nvSpPr>
        <p:spPr>
          <a:xfrm>
            <a:off x="642189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5"/>
          <p:cNvSpPr txBox="1"/>
          <p:nvPr/>
        </p:nvSpPr>
        <p:spPr>
          <a:xfrm>
            <a:off x="7411566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5"/>
          <p:cNvSpPr txBox="1"/>
          <p:nvPr/>
        </p:nvSpPr>
        <p:spPr>
          <a:xfrm>
            <a:off x="840123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15"/>
          <p:cNvSpPr txBox="1"/>
          <p:nvPr/>
        </p:nvSpPr>
        <p:spPr>
          <a:xfrm>
            <a:off x="939090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786" name="Google Shape;786;p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787" name="Google Shape;787;p1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8" name="Google Shape;788;p1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789" name="Google Shape;789;p16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16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6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16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6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6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6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16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6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16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6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16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6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16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6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16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6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16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16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6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6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6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6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6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6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6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6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6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6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6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6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6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6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6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6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16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6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16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6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16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6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6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6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6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6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6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6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6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16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16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16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16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6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16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6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16"/>
          <p:cNvSpPr/>
          <p:nvPr/>
        </p:nvSpPr>
        <p:spPr>
          <a:xfrm>
            <a:off x="2402099" y="1110200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6"/>
          <p:cNvSpPr txBox="1"/>
          <p:nvPr/>
        </p:nvSpPr>
        <p:spPr>
          <a:xfrm>
            <a:off x="471698" y="990457"/>
            <a:ext cx="1588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6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6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16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6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6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6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6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6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6"/>
          <p:cNvSpPr txBox="1"/>
          <p:nvPr/>
        </p:nvSpPr>
        <p:spPr>
          <a:xfrm>
            <a:off x="2285199" y="419758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16"/>
          <p:cNvSpPr txBox="1"/>
          <p:nvPr/>
        </p:nvSpPr>
        <p:spPr>
          <a:xfrm>
            <a:off x="3231001" y="415840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16"/>
          <p:cNvSpPr txBox="1"/>
          <p:nvPr/>
        </p:nvSpPr>
        <p:spPr>
          <a:xfrm>
            <a:off x="4176803" y="4177596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16"/>
          <p:cNvSpPr txBox="1"/>
          <p:nvPr/>
        </p:nvSpPr>
        <p:spPr>
          <a:xfrm>
            <a:off x="5225156" y="419071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6"/>
          <p:cNvSpPr txBox="1"/>
          <p:nvPr/>
        </p:nvSpPr>
        <p:spPr>
          <a:xfrm>
            <a:off x="627350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16"/>
          <p:cNvSpPr txBox="1"/>
          <p:nvPr/>
        </p:nvSpPr>
        <p:spPr>
          <a:xfrm>
            <a:off x="726317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16"/>
          <p:cNvSpPr txBox="1"/>
          <p:nvPr/>
        </p:nvSpPr>
        <p:spPr>
          <a:xfrm>
            <a:off x="825284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16"/>
          <p:cNvSpPr txBox="1"/>
          <p:nvPr/>
        </p:nvSpPr>
        <p:spPr>
          <a:xfrm>
            <a:off x="924251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867" name="Google Shape;867;p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868" name="Google Shape;868;p1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9" name="Google Shape;869;p1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870" name="Google Shape;870;p17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17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7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17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7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17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7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17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7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17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7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17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7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17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7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17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7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17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7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7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17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7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17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17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17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17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17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7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17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7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7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17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17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7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17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7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17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7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17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7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17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17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17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17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17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7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17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17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7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17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17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17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17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17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17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17"/>
          <p:cNvSpPr/>
          <p:nvPr/>
        </p:nvSpPr>
        <p:spPr>
          <a:xfrm>
            <a:off x="3347901" y="1143191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7"/>
          <p:cNvSpPr txBox="1"/>
          <p:nvPr/>
        </p:nvSpPr>
        <p:spPr>
          <a:xfrm>
            <a:off x="471698" y="990457"/>
            <a:ext cx="1588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17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17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17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17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17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17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17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17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17"/>
          <p:cNvSpPr txBox="1"/>
          <p:nvPr/>
        </p:nvSpPr>
        <p:spPr>
          <a:xfrm>
            <a:off x="2433587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17"/>
          <p:cNvSpPr txBox="1"/>
          <p:nvPr/>
        </p:nvSpPr>
        <p:spPr>
          <a:xfrm>
            <a:off x="3379389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17"/>
          <p:cNvSpPr txBox="1"/>
          <p:nvPr/>
        </p:nvSpPr>
        <p:spPr>
          <a:xfrm>
            <a:off x="4325191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17"/>
          <p:cNvSpPr txBox="1"/>
          <p:nvPr/>
        </p:nvSpPr>
        <p:spPr>
          <a:xfrm>
            <a:off x="5373544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17"/>
          <p:cNvSpPr txBox="1"/>
          <p:nvPr/>
        </p:nvSpPr>
        <p:spPr>
          <a:xfrm>
            <a:off x="642189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17"/>
          <p:cNvSpPr txBox="1"/>
          <p:nvPr/>
        </p:nvSpPr>
        <p:spPr>
          <a:xfrm>
            <a:off x="7411566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17"/>
          <p:cNvSpPr txBox="1"/>
          <p:nvPr/>
        </p:nvSpPr>
        <p:spPr>
          <a:xfrm>
            <a:off x="840123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17"/>
          <p:cNvSpPr txBox="1"/>
          <p:nvPr/>
        </p:nvSpPr>
        <p:spPr>
          <a:xfrm>
            <a:off x="939090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948" name="Google Shape;948;p1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949" name="Google Shape;949;p1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0" name="Google Shape;950;p1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951" name="Google Shape;951;p18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18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18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8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8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18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18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18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8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18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8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18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8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18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8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8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8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18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18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18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8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18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18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18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18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8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18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18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18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18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8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8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18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18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18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18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18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18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8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18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8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18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8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18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18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18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8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18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18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18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18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8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18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18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18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18"/>
          <p:cNvSpPr/>
          <p:nvPr/>
        </p:nvSpPr>
        <p:spPr>
          <a:xfrm>
            <a:off x="3347901" y="1143191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18"/>
          <p:cNvSpPr txBox="1"/>
          <p:nvPr/>
        </p:nvSpPr>
        <p:spPr>
          <a:xfrm>
            <a:off x="471698" y="990457"/>
            <a:ext cx="1588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18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18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18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18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18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18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18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18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8"/>
          <p:cNvSpPr txBox="1"/>
          <p:nvPr/>
        </p:nvSpPr>
        <p:spPr>
          <a:xfrm>
            <a:off x="2433587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8"/>
          <p:cNvSpPr txBox="1"/>
          <p:nvPr/>
        </p:nvSpPr>
        <p:spPr>
          <a:xfrm>
            <a:off x="3379389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18"/>
          <p:cNvSpPr txBox="1"/>
          <p:nvPr/>
        </p:nvSpPr>
        <p:spPr>
          <a:xfrm>
            <a:off x="4325191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8"/>
          <p:cNvSpPr txBox="1"/>
          <p:nvPr/>
        </p:nvSpPr>
        <p:spPr>
          <a:xfrm>
            <a:off x="5373544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18"/>
          <p:cNvSpPr txBox="1"/>
          <p:nvPr/>
        </p:nvSpPr>
        <p:spPr>
          <a:xfrm>
            <a:off x="642189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18"/>
          <p:cNvSpPr txBox="1"/>
          <p:nvPr/>
        </p:nvSpPr>
        <p:spPr>
          <a:xfrm>
            <a:off x="7411566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18"/>
          <p:cNvSpPr txBox="1"/>
          <p:nvPr/>
        </p:nvSpPr>
        <p:spPr>
          <a:xfrm>
            <a:off x="840123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18"/>
          <p:cNvSpPr txBox="1"/>
          <p:nvPr/>
        </p:nvSpPr>
        <p:spPr>
          <a:xfrm>
            <a:off x="939090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029" name="Google Shape;1029;p1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030" name="Google Shape;1030;p1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1" name="Google Shape;1031;p1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1032" name="Google Shape;1032;p19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9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19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19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19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9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19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9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19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9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19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19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19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9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19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19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19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19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9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19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19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19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19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19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19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9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19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19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19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19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19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19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19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19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19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19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19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19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19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19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19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9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19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9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19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19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19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9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19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19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19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19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19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9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9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19"/>
          <p:cNvSpPr/>
          <p:nvPr/>
        </p:nvSpPr>
        <p:spPr>
          <a:xfrm>
            <a:off x="4367974" y="1170031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19"/>
          <p:cNvSpPr txBox="1"/>
          <p:nvPr/>
        </p:nvSpPr>
        <p:spPr>
          <a:xfrm>
            <a:off x="471698" y="990457"/>
            <a:ext cx="1588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19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19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19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19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9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19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19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19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19"/>
          <p:cNvSpPr txBox="1"/>
          <p:nvPr/>
        </p:nvSpPr>
        <p:spPr>
          <a:xfrm>
            <a:off x="2433587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19"/>
          <p:cNvSpPr txBox="1"/>
          <p:nvPr/>
        </p:nvSpPr>
        <p:spPr>
          <a:xfrm>
            <a:off x="3379389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19"/>
          <p:cNvSpPr txBox="1"/>
          <p:nvPr/>
        </p:nvSpPr>
        <p:spPr>
          <a:xfrm>
            <a:off x="4325191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19"/>
          <p:cNvSpPr txBox="1"/>
          <p:nvPr/>
        </p:nvSpPr>
        <p:spPr>
          <a:xfrm>
            <a:off x="5373544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9"/>
          <p:cNvSpPr txBox="1"/>
          <p:nvPr/>
        </p:nvSpPr>
        <p:spPr>
          <a:xfrm>
            <a:off x="642189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19"/>
          <p:cNvSpPr txBox="1"/>
          <p:nvPr/>
        </p:nvSpPr>
        <p:spPr>
          <a:xfrm>
            <a:off x="7411566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19"/>
          <p:cNvSpPr txBox="1"/>
          <p:nvPr/>
        </p:nvSpPr>
        <p:spPr>
          <a:xfrm>
            <a:off x="840123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19"/>
          <p:cNvSpPr txBox="1"/>
          <p:nvPr/>
        </p:nvSpPr>
        <p:spPr>
          <a:xfrm>
            <a:off x="939090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2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110" name="Google Shape;1110;p2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111" name="Google Shape;1111;p2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2" name="Google Shape;1112;p2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1113" name="Google Shape;1113;p20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20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20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20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0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20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0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20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20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20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0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20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0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20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0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20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0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20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20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20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0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20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20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20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20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0"/>
          <p:cNvSpPr/>
          <p:nvPr/>
        </p:nvSpPr>
        <p:spPr>
          <a:xfrm>
            <a:off x="5160362" y="4077954"/>
            <a:ext cx="824400" cy="1386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0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20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0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0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0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0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0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20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20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20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0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20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0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20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0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20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20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20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0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20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20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20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20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20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20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20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20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20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20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20"/>
          <p:cNvSpPr/>
          <p:nvPr/>
        </p:nvSpPr>
        <p:spPr>
          <a:xfrm>
            <a:off x="4367974" y="1170031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20"/>
          <p:cNvSpPr txBox="1"/>
          <p:nvPr/>
        </p:nvSpPr>
        <p:spPr>
          <a:xfrm>
            <a:off x="471698" y="990457"/>
            <a:ext cx="1588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20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20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20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20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20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20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20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20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20"/>
          <p:cNvSpPr txBox="1"/>
          <p:nvPr/>
        </p:nvSpPr>
        <p:spPr>
          <a:xfrm>
            <a:off x="2433587" y="431342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20"/>
          <p:cNvSpPr txBox="1"/>
          <p:nvPr/>
        </p:nvSpPr>
        <p:spPr>
          <a:xfrm>
            <a:off x="3379389" y="427424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20"/>
          <p:cNvSpPr txBox="1"/>
          <p:nvPr/>
        </p:nvSpPr>
        <p:spPr>
          <a:xfrm>
            <a:off x="4325191" y="429343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20"/>
          <p:cNvSpPr txBox="1"/>
          <p:nvPr/>
        </p:nvSpPr>
        <p:spPr>
          <a:xfrm>
            <a:off x="5373544" y="430655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20"/>
          <p:cNvSpPr txBox="1"/>
          <p:nvPr/>
        </p:nvSpPr>
        <p:spPr>
          <a:xfrm>
            <a:off x="6421897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20"/>
          <p:cNvSpPr txBox="1"/>
          <p:nvPr/>
        </p:nvSpPr>
        <p:spPr>
          <a:xfrm>
            <a:off x="7411566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20"/>
          <p:cNvSpPr txBox="1"/>
          <p:nvPr/>
        </p:nvSpPr>
        <p:spPr>
          <a:xfrm>
            <a:off x="8401237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20"/>
          <p:cNvSpPr txBox="1"/>
          <p:nvPr/>
        </p:nvSpPr>
        <p:spPr>
          <a:xfrm>
            <a:off x="9390907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2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191" name="Google Shape;1191;p2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192" name="Google Shape;1192;p2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3" name="Google Shape;1193;p2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1194" name="Google Shape;1194;p21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21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21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21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1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21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21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21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21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21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1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21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21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21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21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21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1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21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21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21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21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21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21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21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21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21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21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21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21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21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21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21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21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21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21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21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21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21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21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1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21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21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21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21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21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21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21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21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21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21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21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21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21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21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21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21"/>
          <p:cNvSpPr/>
          <p:nvPr/>
        </p:nvSpPr>
        <p:spPr>
          <a:xfrm>
            <a:off x="5342056" y="1193962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21"/>
          <p:cNvSpPr txBox="1"/>
          <p:nvPr/>
        </p:nvSpPr>
        <p:spPr>
          <a:xfrm>
            <a:off x="471698" y="990457"/>
            <a:ext cx="1588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21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21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21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21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21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21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21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21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21"/>
          <p:cNvSpPr txBox="1"/>
          <p:nvPr/>
        </p:nvSpPr>
        <p:spPr>
          <a:xfrm>
            <a:off x="2433587" y="419446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21"/>
          <p:cNvSpPr txBox="1"/>
          <p:nvPr/>
        </p:nvSpPr>
        <p:spPr>
          <a:xfrm>
            <a:off x="3379389" y="4155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21"/>
          <p:cNvSpPr txBox="1"/>
          <p:nvPr/>
        </p:nvSpPr>
        <p:spPr>
          <a:xfrm>
            <a:off x="4325191" y="4174471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21"/>
          <p:cNvSpPr txBox="1"/>
          <p:nvPr/>
        </p:nvSpPr>
        <p:spPr>
          <a:xfrm>
            <a:off x="5373544" y="418759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21"/>
          <p:cNvSpPr txBox="1"/>
          <p:nvPr/>
        </p:nvSpPr>
        <p:spPr>
          <a:xfrm>
            <a:off x="642189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21"/>
          <p:cNvSpPr txBox="1"/>
          <p:nvPr/>
        </p:nvSpPr>
        <p:spPr>
          <a:xfrm>
            <a:off x="7411566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21"/>
          <p:cNvSpPr txBox="1"/>
          <p:nvPr/>
        </p:nvSpPr>
        <p:spPr>
          <a:xfrm>
            <a:off x="840123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21"/>
          <p:cNvSpPr txBox="1"/>
          <p:nvPr/>
        </p:nvSpPr>
        <p:spPr>
          <a:xfrm>
            <a:off x="939090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2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272" name="Google Shape;1272;p2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273" name="Google Shape;1273;p2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4" name="Google Shape;1274;p2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1275" name="Google Shape;1275;p22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22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22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22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22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22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22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22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22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22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22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22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22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22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22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22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22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22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22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22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22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22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22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22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22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22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22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22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22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22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22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22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22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22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22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22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22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22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22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22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22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22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22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22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22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22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22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22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22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22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22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22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22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22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22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22"/>
          <p:cNvSpPr/>
          <p:nvPr/>
        </p:nvSpPr>
        <p:spPr>
          <a:xfrm>
            <a:off x="5342056" y="1193962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22"/>
          <p:cNvSpPr txBox="1"/>
          <p:nvPr/>
        </p:nvSpPr>
        <p:spPr>
          <a:xfrm>
            <a:off x="471698" y="990457"/>
            <a:ext cx="1588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22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22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22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22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22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22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22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22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22"/>
          <p:cNvSpPr txBox="1"/>
          <p:nvPr/>
        </p:nvSpPr>
        <p:spPr>
          <a:xfrm>
            <a:off x="2433587" y="419446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22"/>
          <p:cNvSpPr txBox="1"/>
          <p:nvPr/>
        </p:nvSpPr>
        <p:spPr>
          <a:xfrm>
            <a:off x="3379389" y="4155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22"/>
          <p:cNvSpPr txBox="1"/>
          <p:nvPr/>
        </p:nvSpPr>
        <p:spPr>
          <a:xfrm>
            <a:off x="4325191" y="4174471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22"/>
          <p:cNvSpPr txBox="1"/>
          <p:nvPr/>
        </p:nvSpPr>
        <p:spPr>
          <a:xfrm>
            <a:off x="5373544" y="418759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22"/>
          <p:cNvSpPr txBox="1"/>
          <p:nvPr/>
        </p:nvSpPr>
        <p:spPr>
          <a:xfrm>
            <a:off x="642189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22"/>
          <p:cNvSpPr txBox="1"/>
          <p:nvPr/>
        </p:nvSpPr>
        <p:spPr>
          <a:xfrm>
            <a:off x="7411566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22"/>
          <p:cNvSpPr txBox="1"/>
          <p:nvPr/>
        </p:nvSpPr>
        <p:spPr>
          <a:xfrm>
            <a:off x="840123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22"/>
          <p:cNvSpPr txBox="1"/>
          <p:nvPr/>
        </p:nvSpPr>
        <p:spPr>
          <a:xfrm>
            <a:off x="939090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2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353" name="Google Shape;1353;p2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354" name="Google Shape;1354;p2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5" name="Google Shape;1355;p2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1356" name="Google Shape;1356;p23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23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23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23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23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23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23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23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23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23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23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23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23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23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23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23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23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23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23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23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23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23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23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23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23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23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23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23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23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23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23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23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23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23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23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23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23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23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23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23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23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23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23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23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23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23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23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23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23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23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23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23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23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23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23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23"/>
          <p:cNvSpPr/>
          <p:nvPr/>
        </p:nvSpPr>
        <p:spPr>
          <a:xfrm>
            <a:off x="6369011" y="1186092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23"/>
          <p:cNvSpPr txBox="1"/>
          <p:nvPr/>
        </p:nvSpPr>
        <p:spPr>
          <a:xfrm>
            <a:off x="471698" y="990457"/>
            <a:ext cx="1588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23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23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23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23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23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23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23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23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23"/>
          <p:cNvSpPr txBox="1"/>
          <p:nvPr/>
        </p:nvSpPr>
        <p:spPr>
          <a:xfrm>
            <a:off x="2433587" y="431342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23"/>
          <p:cNvSpPr txBox="1"/>
          <p:nvPr/>
        </p:nvSpPr>
        <p:spPr>
          <a:xfrm>
            <a:off x="3379389" y="427424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23"/>
          <p:cNvSpPr txBox="1"/>
          <p:nvPr/>
        </p:nvSpPr>
        <p:spPr>
          <a:xfrm>
            <a:off x="4325191" y="429343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23"/>
          <p:cNvSpPr txBox="1"/>
          <p:nvPr/>
        </p:nvSpPr>
        <p:spPr>
          <a:xfrm>
            <a:off x="5373544" y="430655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23"/>
          <p:cNvSpPr txBox="1"/>
          <p:nvPr/>
        </p:nvSpPr>
        <p:spPr>
          <a:xfrm>
            <a:off x="6421897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23"/>
          <p:cNvSpPr txBox="1"/>
          <p:nvPr/>
        </p:nvSpPr>
        <p:spPr>
          <a:xfrm>
            <a:off x="7411566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23"/>
          <p:cNvSpPr txBox="1"/>
          <p:nvPr/>
        </p:nvSpPr>
        <p:spPr>
          <a:xfrm>
            <a:off x="8401237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23"/>
          <p:cNvSpPr txBox="1"/>
          <p:nvPr/>
        </p:nvSpPr>
        <p:spPr>
          <a:xfrm>
            <a:off x="9390907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2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434" name="Google Shape;1434;p2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435" name="Google Shape;1435;p2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6" name="Google Shape;1436;p2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1437" name="Google Shape;1437;p24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24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24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24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24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24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24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24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24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24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24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24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24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24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24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24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24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24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24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24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24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24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24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24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24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24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24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24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24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24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24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24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24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24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24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24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24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24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24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24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24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24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24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24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24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24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24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24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24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24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24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24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24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24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24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24"/>
          <p:cNvSpPr/>
          <p:nvPr/>
        </p:nvSpPr>
        <p:spPr>
          <a:xfrm>
            <a:off x="6369011" y="1186092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24"/>
          <p:cNvSpPr txBox="1"/>
          <p:nvPr/>
        </p:nvSpPr>
        <p:spPr>
          <a:xfrm>
            <a:off x="471698" y="990457"/>
            <a:ext cx="1588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24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24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24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24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24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24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24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24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24"/>
          <p:cNvSpPr txBox="1"/>
          <p:nvPr/>
        </p:nvSpPr>
        <p:spPr>
          <a:xfrm>
            <a:off x="2433587" y="419758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24"/>
          <p:cNvSpPr txBox="1"/>
          <p:nvPr/>
        </p:nvSpPr>
        <p:spPr>
          <a:xfrm>
            <a:off x="3379389" y="415840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24"/>
          <p:cNvSpPr txBox="1"/>
          <p:nvPr/>
        </p:nvSpPr>
        <p:spPr>
          <a:xfrm>
            <a:off x="4325191" y="4177596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24"/>
          <p:cNvSpPr txBox="1"/>
          <p:nvPr/>
        </p:nvSpPr>
        <p:spPr>
          <a:xfrm>
            <a:off x="5373544" y="419071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24"/>
          <p:cNvSpPr txBox="1"/>
          <p:nvPr/>
        </p:nvSpPr>
        <p:spPr>
          <a:xfrm>
            <a:off x="642189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24"/>
          <p:cNvSpPr txBox="1"/>
          <p:nvPr/>
        </p:nvSpPr>
        <p:spPr>
          <a:xfrm>
            <a:off x="7411566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24"/>
          <p:cNvSpPr txBox="1"/>
          <p:nvPr/>
        </p:nvSpPr>
        <p:spPr>
          <a:xfrm>
            <a:off x="840123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24"/>
          <p:cNvSpPr txBox="1"/>
          <p:nvPr/>
        </p:nvSpPr>
        <p:spPr>
          <a:xfrm>
            <a:off x="939090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2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515" name="Google Shape;1515;p2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516" name="Google Shape;1516;p2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7" name="Google Shape;1517;p2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1518" name="Google Shape;1518;p25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25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25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25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25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25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25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25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25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25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25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p25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25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25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25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25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25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25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25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25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25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25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25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25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25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25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25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25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25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25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25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25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25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25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25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25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25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25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25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25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25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25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25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25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25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25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25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25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25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25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25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25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25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25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25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25"/>
          <p:cNvSpPr/>
          <p:nvPr/>
        </p:nvSpPr>
        <p:spPr>
          <a:xfrm>
            <a:off x="7380079" y="1195462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25"/>
          <p:cNvSpPr txBox="1"/>
          <p:nvPr/>
        </p:nvSpPr>
        <p:spPr>
          <a:xfrm>
            <a:off x="471698" y="990457"/>
            <a:ext cx="1588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25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25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25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25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25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25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25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25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25"/>
          <p:cNvSpPr txBox="1"/>
          <p:nvPr/>
        </p:nvSpPr>
        <p:spPr>
          <a:xfrm>
            <a:off x="2402099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25"/>
          <p:cNvSpPr txBox="1"/>
          <p:nvPr/>
        </p:nvSpPr>
        <p:spPr>
          <a:xfrm>
            <a:off x="3347901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25"/>
          <p:cNvSpPr txBox="1"/>
          <p:nvPr/>
        </p:nvSpPr>
        <p:spPr>
          <a:xfrm>
            <a:off x="4293703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25"/>
          <p:cNvSpPr txBox="1"/>
          <p:nvPr/>
        </p:nvSpPr>
        <p:spPr>
          <a:xfrm>
            <a:off x="5342056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25"/>
          <p:cNvSpPr txBox="1"/>
          <p:nvPr/>
        </p:nvSpPr>
        <p:spPr>
          <a:xfrm>
            <a:off x="639040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25"/>
          <p:cNvSpPr txBox="1"/>
          <p:nvPr/>
        </p:nvSpPr>
        <p:spPr>
          <a:xfrm>
            <a:off x="738007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25"/>
          <p:cNvSpPr txBox="1"/>
          <p:nvPr/>
        </p:nvSpPr>
        <p:spPr>
          <a:xfrm>
            <a:off x="836974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25"/>
          <p:cNvSpPr txBox="1"/>
          <p:nvPr/>
        </p:nvSpPr>
        <p:spPr>
          <a:xfrm>
            <a:off x="935941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2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596" name="Google Shape;1596;p2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597" name="Google Shape;1597;p2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8" name="Google Shape;1598;p2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1599" name="Google Shape;1599;p26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26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26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26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26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26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26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26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26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26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26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26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26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2" name="Google Shape;1612;p26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26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26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26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26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26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26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26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26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26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26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26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26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26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26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26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26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26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26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26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26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26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26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26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6" name="Google Shape;1636;p26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26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26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26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26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26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p26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26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26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26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26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26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26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26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26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26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26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26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26"/>
          <p:cNvSpPr/>
          <p:nvPr/>
        </p:nvSpPr>
        <p:spPr>
          <a:xfrm>
            <a:off x="7380079" y="1195462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26"/>
          <p:cNvSpPr txBox="1"/>
          <p:nvPr/>
        </p:nvSpPr>
        <p:spPr>
          <a:xfrm>
            <a:off x="471698" y="990457"/>
            <a:ext cx="1588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26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26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8" name="Google Shape;1658;p26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9" name="Google Shape;1659;p26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0" name="Google Shape;1660;p26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p26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26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26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26"/>
          <p:cNvSpPr txBox="1"/>
          <p:nvPr/>
        </p:nvSpPr>
        <p:spPr>
          <a:xfrm>
            <a:off x="2433587" y="431342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26"/>
          <p:cNvSpPr txBox="1"/>
          <p:nvPr/>
        </p:nvSpPr>
        <p:spPr>
          <a:xfrm>
            <a:off x="3379389" y="427424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26"/>
          <p:cNvSpPr txBox="1"/>
          <p:nvPr/>
        </p:nvSpPr>
        <p:spPr>
          <a:xfrm>
            <a:off x="4325191" y="429343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26"/>
          <p:cNvSpPr txBox="1"/>
          <p:nvPr/>
        </p:nvSpPr>
        <p:spPr>
          <a:xfrm>
            <a:off x="5373544" y="430655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26"/>
          <p:cNvSpPr txBox="1"/>
          <p:nvPr/>
        </p:nvSpPr>
        <p:spPr>
          <a:xfrm>
            <a:off x="6421897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26"/>
          <p:cNvSpPr txBox="1"/>
          <p:nvPr/>
        </p:nvSpPr>
        <p:spPr>
          <a:xfrm>
            <a:off x="7411566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26"/>
          <p:cNvSpPr txBox="1"/>
          <p:nvPr/>
        </p:nvSpPr>
        <p:spPr>
          <a:xfrm>
            <a:off x="8401237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26"/>
          <p:cNvSpPr txBox="1"/>
          <p:nvPr/>
        </p:nvSpPr>
        <p:spPr>
          <a:xfrm>
            <a:off x="9390907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2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677" name="Google Shape;1677;p2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678" name="Google Shape;1678;p2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9" name="Google Shape;1679;p2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1680" name="Google Shape;1680;p27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27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27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27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27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27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27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27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27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27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27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27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27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27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27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27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27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27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27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27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27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27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27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27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27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27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27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27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27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27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27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27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27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27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27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p27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27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27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27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27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27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27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27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27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27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p27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27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7" name="Google Shape;1727;p27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8" name="Google Shape;1728;p27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p27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p27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27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27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27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27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27"/>
          <p:cNvSpPr/>
          <p:nvPr/>
        </p:nvSpPr>
        <p:spPr>
          <a:xfrm>
            <a:off x="8369749" y="1195462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27"/>
          <p:cNvSpPr txBox="1"/>
          <p:nvPr/>
        </p:nvSpPr>
        <p:spPr>
          <a:xfrm>
            <a:off x="471698" y="990457"/>
            <a:ext cx="1588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27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27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27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27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27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27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27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27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27"/>
          <p:cNvSpPr txBox="1"/>
          <p:nvPr/>
        </p:nvSpPr>
        <p:spPr>
          <a:xfrm>
            <a:off x="2433587" y="419446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27"/>
          <p:cNvSpPr txBox="1"/>
          <p:nvPr/>
        </p:nvSpPr>
        <p:spPr>
          <a:xfrm>
            <a:off x="3379389" y="4155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27"/>
          <p:cNvSpPr txBox="1"/>
          <p:nvPr/>
        </p:nvSpPr>
        <p:spPr>
          <a:xfrm>
            <a:off x="4325191" y="4174471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27"/>
          <p:cNvSpPr txBox="1"/>
          <p:nvPr/>
        </p:nvSpPr>
        <p:spPr>
          <a:xfrm>
            <a:off x="5373544" y="418759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27"/>
          <p:cNvSpPr txBox="1"/>
          <p:nvPr/>
        </p:nvSpPr>
        <p:spPr>
          <a:xfrm>
            <a:off x="642189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27"/>
          <p:cNvSpPr txBox="1"/>
          <p:nvPr/>
        </p:nvSpPr>
        <p:spPr>
          <a:xfrm>
            <a:off x="7411566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27"/>
          <p:cNvSpPr txBox="1"/>
          <p:nvPr/>
        </p:nvSpPr>
        <p:spPr>
          <a:xfrm>
            <a:off x="840123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27"/>
          <p:cNvSpPr txBox="1"/>
          <p:nvPr/>
        </p:nvSpPr>
        <p:spPr>
          <a:xfrm>
            <a:off x="939090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2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758" name="Google Shape;1758;p2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759" name="Google Shape;1759;p2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0" name="Google Shape;1760;p2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1761" name="Google Shape;1761;p28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28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28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4" name="Google Shape;1764;p28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28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p28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28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p28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28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p28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28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28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28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28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28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28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28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8" name="Google Shape;1778;p28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28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28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28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28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28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28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28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28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28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28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28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28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28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28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28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28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28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p28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28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28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28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28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28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28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28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28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28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28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28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28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p28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28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28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28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28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28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28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p28"/>
          <p:cNvSpPr/>
          <p:nvPr/>
        </p:nvSpPr>
        <p:spPr>
          <a:xfrm>
            <a:off x="9359419" y="1150590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28"/>
          <p:cNvSpPr txBox="1"/>
          <p:nvPr/>
        </p:nvSpPr>
        <p:spPr>
          <a:xfrm>
            <a:off x="471698" y="990457"/>
            <a:ext cx="1588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28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28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28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p28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28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28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p28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28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28"/>
          <p:cNvSpPr txBox="1"/>
          <p:nvPr/>
        </p:nvSpPr>
        <p:spPr>
          <a:xfrm>
            <a:off x="2321124" y="431342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28"/>
          <p:cNvSpPr txBox="1"/>
          <p:nvPr/>
        </p:nvSpPr>
        <p:spPr>
          <a:xfrm>
            <a:off x="3266926" y="427424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8" name="Google Shape;1828;p28"/>
          <p:cNvSpPr txBox="1"/>
          <p:nvPr/>
        </p:nvSpPr>
        <p:spPr>
          <a:xfrm>
            <a:off x="4212728" y="429343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9" name="Google Shape;1829;p28"/>
          <p:cNvSpPr txBox="1"/>
          <p:nvPr/>
        </p:nvSpPr>
        <p:spPr>
          <a:xfrm>
            <a:off x="5261081" y="430655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0" name="Google Shape;1830;p28"/>
          <p:cNvSpPr txBox="1"/>
          <p:nvPr/>
        </p:nvSpPr>
        <p:spPr>
          <a:xfrm>
            <a:off x="6309434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p28"/>
          <p:cNvSpPr txBox="1"/>
          <p:nvPr/>
        </p:nvSpPr>
        <p:spPr>
          <a:xfrm>
            <a:off x="7299104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28"/>
          <p:cNvSpPr txBox="1"/>
          <p:nvPr/>
        </p:nvSpPr>
        <p:spPr>
          <a:xfrm>
            <a:off x="8288774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p28"/>
          <p:cNvSpPr txBox="1"/>
          <p:nvPr/>
        </p:nvSpPr>
        <p:spPr>
          <a:xfrm>
            <a:off x="9278444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2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839" name="Google Shape;1839;p2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840" name="Google Shape;1840;p2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1" name="Google Shape;1841;p2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1842" name="Google Shape;1842;p29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" name="Google Shape;1843;p29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29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29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29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7" name="Google Shape;1847;p29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29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29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29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29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29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29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29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29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29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p29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29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p29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29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29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29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29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29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29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29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29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29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29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29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29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p29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29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29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29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29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p29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29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9" name="Google Shape;1879;p29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29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1" name="Google Shape;1881;p29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29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29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29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29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29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29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29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29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29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p29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29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29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29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p29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29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29"/>
          <p:cNvSpPr/>
          <p:nvPr/>
        </p:nvSpPr>
        <p:spPr>
          <a:xfrm>
            <a:off x="9359419" y="1150590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29"/>
          <p:cNvSpPr txBox="1"/>
          <p:nvPr/>
        </p:nvSpPr>
        <p:spPr>
          <a:xfrm>
            <a:off x="471698" y="990457"/>
            <a:ext cx="1588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29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29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29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29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29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29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29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29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7" name="Google Shape;1907;p29"/>
          <p:cNvSpPr txBox="1"/>
          <p:nvPr/>
        </p:nvSpPr>
        <p:spPr>
          <a:xfrm>
            <a:off x="2433587" y="419758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8" name="Google Shape;1908;p29"/>
          <p:cNvSpPr txBox="1"/>
          <p:nvPr/>
        </p:nvSpPr>
        <p:spPr>
          <a:xfrm>
            <a:off x="3379389" y="415840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29"/>
          <p:cNvSpPr txBox="1"/>
          <p:nvPr/>
        </p:nvSpPr>
        <p:spPr>
          <a:xfrm>
            <a:off x="4325191" y="4177596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0" name="Google Shape;1910;p29"/>
          <p:cNvSpPr txBox="1"/>
          <p:nvPr/>
        </p:nvSpPr>
        <p:spPr>
          <a:xfrm>
            <a:off x="5373544" y="419071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p29"/>
          <p:cNvSpPr txBox="1"/>
          <p:nvPr/>
        </p:nvSpPr>
        <p:spPr>
          <a:xfrm>
            <a:off x="642189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29"/>
          <p:cNvSpPr txBox="1"/>
          <p:nvPr/>
        </p:nvSpPr>
        <p:spPr>
          <a:xfrm>
            <a:off x="7411566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29"/>
          <p:cNvSpPr txBox="1"/>
          <p:nvPr/>
        </p:nvSpPr>
        <p:spPr>
          <a:xfrm>
            <a:off x="840123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29"/>
          <p:cNvSpPr txBox="1"/>
          <p:nvPr/>
        </p:nvSpPr>
        <p:spPr>
          <a:xfrm>
            <a:off x="939090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3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920" name="Google Shape;1920;p3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921" name="Google Shape;1921;p3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2" name="Google Shape;1922;p3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1923" name="Google Shape;1923;p30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p30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30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30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30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30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30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30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30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2" name="Google Shape;1932;p30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30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30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30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30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30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30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30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p30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30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30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30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30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30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30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30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p30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30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0" name="Google Shape;1950;p30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p30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30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30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30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30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30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30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30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30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p30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30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30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30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30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30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30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30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p30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30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30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30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30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30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30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30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30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30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p30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p30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30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30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30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30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p30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30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p30"/>
          <p:cNvSpPr txBox="1"/>
          <p:nvPr/>
        </p:nvSpPr>
        <p:spPr>
          <a:xfrm>
            <a:off x="2321124" y="431342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30"/>
          <p:cNvSpPr txBox="1"/>
          <p:nvPr/>
        </p:nvSpPr>
        <p:spPr>
          <a:xfrm>
            <a:off x="3266926" y="427424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30"/>
          <p:cNvSpPr txBox="1"/>
          <p:nvPr/>
        </p:nvSpPr>
        <p:spPr>
          <a:xfrm>
            <a:off x="4212728" y="429343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9" name="Google Shape;1989;p30"/>
          <p:cNvSpPr txBox="1"/>
          <p:nvPr/>
        </p:nvSpPr>
        <p:spPr>
          <a:xfrm>
            <a:off x="5261081" y="430655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0" name="Google Shape;1990;p30"/>
          <p:cNvSpPr txBox="1"/>
          <p:nvPr/>
        </p:nvSpPr>
        <p:spPr>
          <a:xfrm>
            <a:off x="6309434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30"/>
          <p:cNvSpPr txBox="1"/>
          <p:nvPr/>
        </p:nvSpPr>
        <p:spPr>
          <a:xfrm>
            <a:off x="7299104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30"/>
          <p:cNvSpPr txBox="1"/>
          <p:nvPr/>
        </p:nvSpPr>
        <p:spPr>
          <a:xfrm>
            <a:off x="8288774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30"/>
          <p:cNvSpPr txBox="1"/>
          <p:nvPr/>
        </p:nvSpPr>
        <p:spPr>
          <a:xfrm>
            <a:off x="9278444" y="43196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3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999" name="Google Shape;1999;p3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000" name="Google Shape;2000;p3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1" name="Google Shape;2001;p3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2002" name="Google Shape;2002;p31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31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31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31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31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31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31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p31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31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31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31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31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31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Google Shape;2015;p31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31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p31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31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31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p31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31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31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p31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31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31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31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7" name="Google Shape;2027;p31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31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p31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31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1" name="Google Shape;2031;p31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31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p31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31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31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6" name="Google Shape;2036;p31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31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31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9" name="Google Shape;2039;p31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31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1" name="Google Shape;2041;p31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p31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31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31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p31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31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p31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31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31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31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p31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2" name="Google Shape;2052;p31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3" name="Google Shape;2053;p31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4" name="Google Shape;2054;p31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5" name="Google Shape;2055;p31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6" name="Google Shape;2056;p31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7" name="Google Shape;2057;p31"/>
          <p:cNvSpPr/>
          <p:nvPr/>
        </p:nvSpPr>
        <p:spPr>
          <a:xfrm>
            <a:off x="4393291" y="4518345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31"/>
          <p:cNvSpPr txBox="1"/>
          <p:nvPr/>
        </p:nvSpPr>
        <p:spPr>
          <a:xfrm>
            <a:off x="471698" y="990457"/>
            <a:ext cx="12378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31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0" name="Google Shape;2060;p31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1" name="Google Shape;2061;p31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2" name="Google Shape;2062;p31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3" name="Google Shape;2063;p31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4" name="Google Shape;2064;p31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5" name="Google Shape;2065;p31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31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31"/>
          <p:cNvSpPr txBox="1"/>
          <p:nvPr/>
        </p:nvSpPr>
        <p:spPr>
          <a:xfrm>
            <a:off x="2433587" y="419758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31"/>
          <p:cNvSpPr txBox="1"/>
          <p:nvPr/>
        </p:nvSpPr>
        <p:spPr>
          <a:xfrm>
            <a:off x="3379389" y="415840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9" name="Google Shape;2069;p31"/>
          <p:cNvSpPr txBox="1"/>
          <p:nvPr/>
        </p:nvSpPr>
        <p:spPr>
          <a:xfrm>
            <a:off x="4325191" y="4177596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p31"/>
          <p:cNvSpPr txBox="1"/>
          <p:nvPr/>
        </p:nvSpPr>
        <p:spPr>
          <a:xfrm>
            <a:off x="5373544" y="419071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1" name="Google Shape;2071;p31"/>
          <p:cNvSpPr txBox="1"/>
          <p:nvPr/>
        </p:nvSpPr>
        <p:spPr>
          <a:xfrm>
            <a:off x="642189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31"/>
          <p:cNvSpPr txBox="1"/>
          <p:nvPr/>
        </p:nvSpPr>
        <p:spPr>
          <a:xfrm>
            <a:off x="7411566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31"/>
          <p:cNvSpPr txBox="1"/>
          <p:nvPr/>
        </p:nvSpPr>
        <p:spPr>
          <a:xfrm>
            <a:off x="840123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4" name="Google Shape;2074;p31"/>
          <p:cNvSpPr txBox="1"/>
          <p:nvPr/>
        </p:nvSpPr>
        <p:spPr>
          <a:xfrm>
            <a:off x="939090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3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080" name="Google Shape;2080;p3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081" name="Google Shape;2081;p3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2" name="Google Shape;2082;p3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2083" name="Google Shape;2083;p32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4" name="Google Shape;2084;p32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32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6" name="Google Shape;2086;p32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32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8" name="Google Shape;2088;p32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32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0" name="Google Shape;2090;p32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32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32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p32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32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32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6" name="Google Shape;2096;p32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32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32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p32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0" name="Google Shape;2100;p32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1" name="Google Shape;2101;p32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2" name="Google Shape;2102;p32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3" name="Google Shape;2103;p32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4" name="Google Shape;2104;p32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32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32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32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8" name="Google Shape;2108;p32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32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0" name="Google Shape;2110;p32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32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32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32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4" name="Google Shape;2114;p32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32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6" name="Google Shape;2116;p32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32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32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32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0" name="Google Shape;2120;p32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32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2" name="Google Shape;2122;p32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32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4" name="Google Shape;2124;p32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5" name="Google Shape;2125;p32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6" name="Google Shape;2126;p32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7" name="Google Shape;2127;p32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8" name="Google Shape;2128;p32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9" name="Google Shape;2129;p32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0" name="Google Shape;2130;p32"/>
          <p:cNvSpPr/>
          <p:nvPr/>
        </p:nvSpPr>
        <p:spPr>
          <a:xfrm>
            <a:off x="4393291" y="4518345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32"/>
          <p:cNvSpPr txBox="1"/>
          <p:nvPr/>
        </p:nvSpPr>
        <p:spPr>
          <a:xfrm>
            <a:off x="471698" y="990457"/>
            <a:ext cx="12378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2" name="Google Shape;2132;p32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3" name="Google Shape;2133;p32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32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5" name="Google Shape;2135;p32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6" name="Google Shape;2136;p32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7" name="Google Shape;2137;p32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8" name="Google Shape;2138;p32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9" name="Google Shape;2139;p32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0" name="Google Shape;2140;p32"/>
          <p:cNvSpPr txBox="1"/>
          <p:nvPr/>
        </p:nvSpPr>
        <p:spPr>
          <a:xfrm>
            <a:off x="2433587" y="395482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1" name="Google Shape;2141;p32"/>
          <p:cNvSpPr txBox="1"/>
          <p:nvPr/>
        </p:nvSpPr>
        <p:spPr>
          <a:xfrm>
            <a:off x="3379389" y="391564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2" name="Google Shape;2142;p32"/>
          <p:cNvSpPr txBox="1"/>
          <p:nvPr/>
        </p:nvSpPr>
        <p:spPr>
          <a:xfrm>
            <a:off x="4325191" y="393483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3" name="Google Shape;2143;p32"/>
          <p:cNvSpPr txBox="1"/>
          <p:nvPr/>
        </p:nvSpPr>
        <p:spPr>
          <a:xfrm>
            <a:off x="5373544" y="394795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4" name="Google Shape;2144;p32"/>
          <p:cNvSpPr txBox="1"/>
          <p:nvPr/>
        </p:nvSpPr>
        <p:spPr>
          <a:xfrm>
            <a:off x="6421897" y="39610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5" name="Google Shape;2145;p32"/>
          <p:cNvSpPr txBox="1"/>
          <p:nvPr/>
        </p:nvSpPr>
        <p:spPr>
          <a:xfrm>
            <a:off x="7411566" y="39610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6" name="Google Shape;2146;p32"/>
          <p:cNvSpPr txBox="1"/>
          <p:nvPr/>
        </p:nvSpPr>
        <p:spPr>
          <a:xfrm>
            <a:off x="8401237" y="39610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7" name="Google Shape;2147;p32"/>
          <p:cNvSpPr txBox="1"/>
          <p:nvPr/>
        </p:nvSpPr>
        <p:spPr>
          <a:xfrm>
            <a:off x="9390907" y="39610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3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53" name="Google Shape;2153;p3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54" name="Google Shape;2154;p3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5" name="Google Shape;2155;p3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2156" name="Google Shape;2156;p33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7" name="Google Shape;2157;p33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33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9" name="Google Shape;2159;p33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0" name="Google Shape;2160;p33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1" name="Google Shape;2161;p33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33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33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33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5" name="Google Shape;2165;p33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6" name="Google Shape;2166;p33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7" name="Google Shape;2167;p33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8" name="Google Shape;2168;p33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9" name="Google Shape;2169;p33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0" name="Google Shape;2170;p33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1" name="Google Shape;2171;p33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2" name="Google Shape;2172;p33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p33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33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33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33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33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8" name="Google Shape;2178;p33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33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p33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p33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2" name="Google Shape;2182;p33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3" name="Google Shape;2183;p33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4" name="Google Shape;2184;p33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33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p33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7" name="Google Shape;2187;p33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33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9" name="Google Shape;2189;p33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0" name="Google Shape;2190;p33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33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2" name="Google Shape;2192;p33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3" name="Google Shape;2193;p33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33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33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p33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7" name="Google Shape;2197;p33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33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33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33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1" name="Google Shape;2201;p33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2" name="Google Shape;2202;p33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3" name="Google Shape;2203;p33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33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33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p33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33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33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33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33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1" name="Google Shape;2211;p33"/>
          <p:cNvSpPr/>
          <p:nvPr/>
        </p:nvSpPr>
        <p:spPr>
          <a:xfrm>
            <a:off x="5444331" y="4626049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p33"/>
          <p:cNvSpPr txBox="1"/>
          <p:nvPr/>
        </p:nvSpPr>
        <p:spPr>
          <a:xfrm>
            <a:off x="471698" y="990457"/>
            <a:ext cx="12378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33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33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5" name="Google Shape;2215;p33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6" name="Google Shape;2216;p33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33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8" name="Google Shape;2218;p33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33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33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1" name="Google Shape;2221;p33"/>
          <p:cNvSpPr txBox="1"/>
          <p:nvPr/>
        </p:nvSpPr>
        <p:spPr>
          <a:xfrm>
            <a:off x="2536549" y="418446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33"/>
          <p:cNvSpPr txBox="1"/>
          <p:nvPr/>
        </p:nvSpPr>
        <p:spPr>
          <a:xfrm>
            <a:off x="3482351" y="4145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3" name="Google Shape;2223;p33"/>
          <p:cNvSpPr txBox="1"/>
          <p:nvPr/>
        </p:nvSpPr>
        <p:spPr>
          <a:xfrm>
            <a:off x="4428153" y="4164471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4" name="Google Shape;2224;p33"/>
          <p:cNvSpPr txBox="1"/>
          <p:nvPr/>
        </p:nvSpPr>
        <p:spPr>
          <a:xfrm>
            <a:off x="5476506" y="417759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5" name="Google Shape;2225;p33"/>
          <p:cNvSpPr txBox="1"/>
          <p:nvPr/>
        </p:nvSpPr>
        <p:spPr>
          <a:xfrm>
            <a:off x="6524859" y="419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6" name="Google Shape;2226;p33"/>
          <p:cNvSpPr txBox="1"/>
          <p:nvPr/>
        </p:nvSpPr>
        <p:spPr>
          <a:xfrm>
            <a:off x="7514529" y="419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33"/>
          <p:cNvSpPr txBox="1"/>
          <p:nvPr/>
        </p:nvSpPr>
        <p:spPr>
          <a:xfrm>
            <a:off x="8504199" y="419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8" name="Google Shape;2228;p33"/>
          <p:cNvSpPr txBox="1"/>
          <p:nvPr/>
        </p:nvSpPr>
        <p:spPr>
          <a:xfrm>
            <a:off x="9493869" y="419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3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234" name="Google Shape;2234;p3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235" name="Google Shape;2235;p3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6" name="Google Shape;2236;p3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2237" name="Google Shape;2237;p34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8" name="Google Shape;2238;p34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9" name="Google Shape;2239;p34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0" name="Google Shape;2240;p34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1" name="Google Shape;2241;p34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2" name="Google Shape;2242;p34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3" name="Google Shape;2243;p34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4" name="Google Shape;2244;p34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5" name="Google Shape;2245;p34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6" name="Google Shape;2246;p34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7" name="Google Shape;2247;p34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8" name="Google Shape;2248;p34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34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0" name="Google Shape;2250;p34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1" name="Google Shape;2251;p34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34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34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4" name="Google Shape;2254;p34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p34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34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34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34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34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34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34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2" name="Google Shape;2262;p34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p34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34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5" name="Google Shape;2265;p34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p34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34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34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p34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34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34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34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34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p34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34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6" name="Google Shape;2276;p34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7" name="Google Shape;2277;p34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p34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9" name="Google Shape;2279;p34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34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p34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2" name="Google Shape;2282;p34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3" name="Google Shape;2283;p34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4" name="Google Shape;2284;p34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p34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34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7" name="Google Shape;2287;p34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8" name="Google Shape;2288;p34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9" name="Google Shape;2289;p34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0" name="Google Shape;2290;p34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1" name="Google Shape;2291;p34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2" name="Google Shape;2292;p34"/>
          <p:cNvSpPr/>
          <p:nvPr/>
        </p:nvSpPr>
        <p:spPr>
          <a:xfrm>
            <a:off x="5444331" y="4626049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3" name="Google Shape;2293;p34"/>
          <p:cNvSpPr txBox="1"/>
          <p:nvPr/>
        </p:nvSpPr>
        <p:spPr>
          <a:xfrm>
            <a:off x="471698" y="990457"/>
            <a:ext cx="12378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4" name="Google Shape;2294;p34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34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6" name="Google Shape;2296;p34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34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34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9" name="Google Shape;2299;p34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0" name="Google Shape;2300;p34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34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2" name="Google Shape;2302;p34"/>
          <p:cNvSpPr txBox="1"/>
          <p:nvPr/>
        </p:nvSpPr>
        <p:spPr>
          <a:xfrm>
            <a:off x="2536549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Google Shape;2303;p34"/>
          <p:cNvSpPr txBox="1"/>
          <p:nvPr/>
        </p:nvSpPr>
        <p:spPr>
          <a:xfrm>
            <a:off x="3482351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4" name="Google Shape;2304;p34"/>
          <p:cNvSpPr txBox="1"/>
          <p:nvPr/>
        </p:nvSpPr>
        <p:spPr>
          <a:xfrm>
            <a:off x="4428153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5" name="Google Shape;2305;p34"/>
          <p:cNvSpPr txBox="1"/>
          <p:nvPr/>
        </p:nvSpPr>
        <p:spPr>
          <a:xfrm>
            <a:off x="5476506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6" name="Google Shape;2306;p34"/>
          <p:cNvSpPr txBox="1"/>
          <p:nvPr/>
        </p:nvSpPr>
        <p:spPr>
          <a:xfrm>
            <a:off x="652485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34"/>
          <p:cNvSpPr txBox="1"/>
          <p:nvPr/>
        </p:nvSpPr>
        <p:spPr>
          <a:xfrm>
            <a:off x="751452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34"/>
          <p:cNvSpPr txBox="1"/>
          <p:nvPr/>
        </p:nvSpPr>
        <p:spPr>
          <a:xfrm>
            <a:off x="850419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p34"/>
          <p:cNvSpPr txBox="1"/>
          <p:nvPr/>
        </p:nvSpPr>
        <p:spPr>
          <a:xfrm>
            <a:off x="949386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3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p3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315" name="Google Shape;2315;p3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316" name="Google Shape;2316;p3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7" name="Google Shape;2317;p3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2318" name="Google Shape;2318;p35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35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0" name="Google Shape;2320;p35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1" name="Google Shape;2321;p35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2" name="Google Shape;2322;p35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3" name="Google Shape;2323;p35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35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5" name="Google Shape;2325;p35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p35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7" name="Google Shape;2327;p35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35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9" name="Google Shape;2329;p35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p35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1" name="Google Shape;2331;p35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p35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3" name="Google Shape;2333;p35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4" name="Google Shape;2334;p35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p35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6" name="Google Shape;2336;p35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7" name="Google Shape;2337;p35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8" name="Google Shape;2338;p35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9" name="Google Shape;2339;p35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0" name="Google Shape;2340;p35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1" name="Google Shape;2341;p35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2" name="Google Shape;2342;p35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3" name="Google Shape;2343;p35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4" name="Google Shape;2344;p35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5" name="Google Shape;2345;p35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6" name="Google Shape;2346;p35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7" name="Google Shape;2347;p35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p35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9" name="Google Shape;2349;p35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0" name="Google Shape;2350;p35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1" name="Google Shape;2351;p35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2" name="Google Shape;2352;p35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3" name="Google Shape;2353;p35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4" name="Google Shape;2354;p35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p35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p35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p35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8" name="Google Shape;2358;p35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35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p35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1" name="Google Shape;2361;p35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35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3" name="Google Shape;2363;p35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4" name="Google Shape;2364;p35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p35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6" name="Google Shape;2366;p35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7" name="Google Shape;2367;p35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8" name="Google Shape;2368;p35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9" name="Google Shape;2369;p35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0" name="Google Shape;2370;p35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p35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2" name="Google Shape;2372;p35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3" name="Google Shape;2373;p35"/>
          <p:cNvSpPr/>
          <p:nvPr/>
        </p:nvSpPr>
        <p:spPr>
          <a:xfrm>
            <a:off x="6403573" y="4616340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35"/>
          <p:cNvSpPr txBox="1"/>
          <p:nvPr/>
        </p:nvSpPr>
        <p:spPr>
          <a:xfrm>
            <a:off x="471698" y="990457"/>
            <a:ext cx="12378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5" name="Google Shape;2375;p35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6" name="Google Shape;2376;p35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7" name="Google Shape;2377;p35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8" name="Google Shape;2378;p35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9" name="Google Shape;2379;p35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0" name="Google Shape;2380;p35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1" name="Google Shape;2381;p35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2" name="Google Shape;2382;p35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p35"/>
          <p:cNvSpPr txBox="1"/>
          <p:nvPr/>
        </p:nvSpPr>
        <p:spPr>
          <a:xfrm>
            <a:off x="2321099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4" name="Google Shape;2384;p35"/>
          <p:cNvSpPr txBox="1"/>
          <p:nvPr/>
        </p:nvSpPr>
        <p:spPr>
          <a:xfrm>
            <a:off x="3266901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5" name="Google Shape;2385;p35"/>
          <p:cNvSpPr txBox="1"/>
          <p:nvPr/>
        </p:nvSpPr>
        <p:spPr>
          <a:xfrm>
            <a:off x="4212703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6" name="Google Shape;2386;p35"/>
          <p:cNvSpPr txBox="1"/>
          <p:nvPr/>
        </p:nvSpPr>
        <p:spPr>
          <a:xfrm>
            <a:off x="5261056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7" name="Google Shape;2387;p35"/>
          <p:cNvSpPr txBox="1"/>
          <p:nvPr/>
        </p:nvSpPr>
        <p:spPr>
          <a:xfrm>
            <a:off x="630940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8" name="Google Shape;2388;p35"/>
          <p:cNvSpPr txBox="1"/>
          <p:nvPr/>
        </p:nvSpPr>
        <p:spPr>
          <a:xfrm>
            <a:off x="729907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9" name="Google Shape;2389;p35"/>
          <p:cNvSpPr txBox="1"/>
          <p:nvPr/>
        </p:nvSpPr>
        <p:spPr>
          <a:xfrm>
            <a:off x="828874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0" name="Google Shape;2390;p35"/>
          <p:cNvSpPr txBox="1"/>
          <p:nvPr/>
        </p:nvSpPr>
        <p:spPr>
          <a:xfrm>
            <a:off x="927841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4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Google Shape;2395;p3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396" name="Google Shape;2396;p3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397" name="Google Shape;2397;p3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8" name="Google Shape;2398;p3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2399" name="Google Shape;2399;p36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0" name="Google Shape;2400;p36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1" name="Google Shape;2401;p36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2" name="Google Shape;2402;p36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3" name="Google Shape;2403;p36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4" name="Google Shape;2404;p36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5" name="Google Shape;2405;p36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36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7" name="Google Shape;2407;p36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8" name="Google Shape;2408;p36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9" name="Google Shape;2409;p36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36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1" name="Google Shape;2411;p36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2" name="Google Shape;2412;p36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3" name="Google Shape;2413;p36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p36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5" name="Google Shape;2415;p36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6" name="Google Shape;2416;p36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7" name="Google Shape;2417;p36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36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9" name="Google Shape;2419;p36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0" name="Google Shape;2420;p36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36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p36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3" name="Google Shape;2423;p36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36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5" name="Google Shape;2425;p36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6" name="Google Shape;2426;p36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7" name="Google Shape;2427;p36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8" name="Google Shape;2428;p36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9" name="Google Shape;2429;p36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36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1" name="Google Shape;2431;p36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p36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3" name="Google Shape;2433;p36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4" name="Google Shape;2434;p36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5" name="Google Shape;2435;p36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36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36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8" name="Google Shape;2438;p36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9" name="Google Shape;2439;p36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0" name="Google Shape;2440;p36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1" name="Google Shape;2441;p36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2" name="Google Shape;2442;p36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p36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4" name="Google Shape;2444;p36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36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6" name="Google Shape;2446;p36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7" name="Google Shape;2447;p36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36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9" name="Google Shape;2449;p36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0" name="Google Shape;2450;p36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1" name="Google Shape;2451;p36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2" name="Google Shape;2452;p36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3" name="Google Shape;2453;p36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4" name="Google Shape;2454;p36"/>
          <p:cNvSpPr/>
          <p:nvPr/>
        </p:nvSpPr>
        <p:spPr>
          <a:xfrm>
            <a:off x="6403573" y="4616340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5" name="Google Shape;2455;p36"/>
          <p:cNvSpPr txBox="1"/>
          <p:nvPr/>
        </p:nvSpPr>
        <p:spPr>
          <a:xfrm>
            <a:off x="471698" y="990457"/>
            <a:ext cx="12378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6" name="Google Shape;2456;p36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7" name="Google Shape;2457;p36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8" name="Google Shape;2458;p36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9" name="Google Shape;2459;p36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0" name="Google Shape;2460;p36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1" name="Google Shape;2461;p36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2" name="Google Shape;2462;p36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3" name="Google Shape;2463;p36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4" name="Google Shape;2464;p36"/>
          <p:cNvSpPr txBox="1"/>
          <p:nvPr/>
        </p:nvSpPr>
        <p:spPr>
          <a:xfrm>
            <a:off x="2433587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36"/>
          <p:cNvSpPr txBox="1"/>
          <p:nvPr/>
        </p:nvSpPr>
        <p:spPr>
          <a:xfrm>
            <a:off x="3379389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36"/>
          <p:cNvSpPr txBox="1"/>
          <p:nvPr/>
        </p:nvSpPr>
        <p:spPr>
          <a:xfrm>
            <a:off x="4325191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36"/>
          <p:cNvSpPr txBox="1"/>
          <p:nvPr/>
        </p:nvSpPr>
        <p:spPr>
          <a:xfrm>
            <a:off x="5373544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36"/>
          <p:cNvSpPr txBox="1"/>
          <p:nvPr/>
        </p:nvSpPr>
        <p:spPr>
          <a:xfrm>
            <a:off x="642189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36"/>
          <p:cNvSpPr txBox="1"/>
          <p:nvPr/>
        </p:nvSpPr>
        <p:spPr>
          <a:xfrm>
            <a:off x="7411566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0" name="Google Shape;2470;p36"/>
          <p:cNvSpPr txBox="1"/>
          <p:nvPr/>
        </p:nvSpPr>
        <p:spPr>
          <a:xfrm>
            <a:off x="840123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1" name="Google Shape;2471;p36"/>
          <p:cNvSpPr txBox="1"/>
          <p:nvPr/>
        </p:nvSpPr>
        <p:spPr>
          <a:xfrm>
            <a:off x="939090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5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3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477" name="Google Shape;2477;p3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478" name="Google Shape;2478;p3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9" name="Google Shape;2479;p3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2480" name="Google Shape;2480;p37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1" name="Google Shape;2481;p37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2" name="Google Shape;2482;p37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3" name="Google Shape;2483;p37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4" name="Google Shape;2484;p37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5" name="Google Shape;2485;p37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6" name="Google Shape;2486;p37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7" name="Google Shape;2487;p37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8" name="Google Shape;2488;p37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9" name="Google Shape;2489;p37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0" name="Google Shape;2490;p37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1" name="Google Shape;2491;p37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2" name="Google Shape;2492;p37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3" name="Google Shape;2493;p37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4" name="Google Shape;2494;p37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5" name="Google Shape;2495;p37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6" name="Google Shape;2496;p37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37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8" name="Google Shape;2498;p37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9" name="Google Shape;2499;p37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0" name="Google Shape;2500;p37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1" name="Google Shape;2501;p37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2" name="Google Shape;2502;p37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3" name="Google Shape;2503;p37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4" name="Google Shape;2504;p37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5" name="Google Shape;2505;p37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6" name="Google Shape;2506;p37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7" name="Google Shape;2507;p37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8" name="Google Shape;2508;p37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9" name="Google Shape;2509;p37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0" name="Google Shape;2510;p37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1" name="Google Shape;2511;p37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2" name="Google Shape;2512;p37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3" name="Google Shape;2513;p37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4" name="Google Shape;2514;p37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5" name="Google Shape;2515;p37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6" name="Google Shape;2516;p37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7" name="Google Shape;2517;p37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p37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9" name="Google Shape;2519;p37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37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1" name="Google Shape;2521;p37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2" name="Google Shape;2522;p37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3" name="Google Shape;2523;p37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4" name="Google Shape;2524;p37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5" name="Google Shape;2525;p37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6" name="Google Shape;2526;p37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7" name="Google Shape;2527;p37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8" name="Google Shape;2528;p37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9" name="Google Shape;2529;p37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37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1" name="Google Shape;2531;p37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2" name="Google Shape;2532;p37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3" name="Google Shape;2533;p37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4" name="Google Shape;2534;p37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5" name="Google Shape;2535;p37"/>
          <p:cNvSpPr/>
          <p:nvPr/>
        </p:nvSpPr>
        <p:spPr>
          <a:xfrm>
            <a:off x="7438762" y="4620371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6" name="Google Shape;2536;p37"/>
          <p:cNvSpPr txBox="1"/>
          <p:nvPr/>
        </p:nvSpPr>
        <p:spPr>
          <a:xfrm>
            <a:off x="471698" y="990457"/>
            <a:ext cx="12378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7" name="Google Shape;2537;p37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8" name="Google Shape;2538;p37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9" name="Google Shape;2539;p37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0" name="Google Shape;2540;p37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1" name="Google Shape;2541;p37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2" name="Google Shape;2542;p37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3" name="Google Shape;2543;p37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4" name="Google Shape;2544;p37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5" name="Google Shape;2545;p37"/>
          <p:cNvSpPr txBox="1"/>
          <p:nvPr/>
        </p:nvSpPr>
        <p:spPr>
          <a:xfrm>
            <a:off x="2433587" y="406398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6" name="Google Shape;2546;p37"/>
          <p:cNvSpPr txBox="1"/>
          <p:nvPr/>
        </p:nvSpPr>
        <p:spPr>
          <a:xfrm>
            <a:off x="3379389" y="402480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7" name="Google Shape;2547;p37"/>
          <p:cNvSpPr txBox="1"/>
          <p:nvPr/>
        </p:nvSpPr>
        <p:spPr>
          <a:xfrm>
            <a:off x="4325191" y="4043996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37"/>
          <p:cNvSpPr txBox="1"/>
          <p:nvPr/>
        </p:nvSpPr>
        <p:spPr>
          <a:xfrm>
            <a:off x="5373544" y="405711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37"/>
          <p:cNvSpPr txBox="1"/>
          <p:nvPr/>
        </p:nvSpPr>
        <p:spPr>
          <a:xfrm>
            <a:off x="6421897" y="40702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0" name="Google Shape;2550;p37"/>
          <p:cNvSpPr txBox="1"/>
          <p:nvPr/>
        </p:nvSpPr>
        <p:spPr>
          <a:xfrm>
            <a:off x="7411566" y="40702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1" name="Google Shape;2551;p37"/>
          <p:cNvSpPr txBox="1"/>
          <p:nvPr/>
        </p:nvSpPr>
        <p:spPr>
          <a:xfrm>
            <a:off x="8401237" y="40702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2" name="Google Shape;2552;p37"/>
          <p:cNvSpPr txBox="1"/>
          <p:nvPr/>
        </p:nvSpPr>
        <p:spPr>
          <a:xfrm>
            <a:off x="9390907" y="40702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6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" name="Google Shape;2557;p3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558" name="Google Shape;2558;p3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559" name="Google Shape;2559;p3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0" name="Google Shape;2560;p3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2561" name="Google Shape;2561;p38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2" name="Google Shape;2562;p38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3" name="Google Shape;2563;p38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4" name="Google Shape;2564;p38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5" name="Google Shape;2565;p38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6" name="Google Shape;2566;p38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7" name="Google Shape;2567;p38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8" name="Google Shape;2568;p38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9" name="Google Shape;2569;p38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0" name="Google Shape;2570;p38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1" name="Google Shape;2571;p38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2" name="Google Shape;2572;p38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3" name="Google Shape;2573;p38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4" name="Google Shape;2574;p38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5" name="Google Shape;2575;p38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6" name="Google Shape;2576;p38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7" name="Google Shape;2577;p38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8" name="Google Shape;2578;p38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9" name="Google Shape;2579;p38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0" name="Google Shape;2580;p38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1" name="Google Shape;2581;p38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2" name="Google Shape;2582;p38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3" name="Google Shape;2583;p38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4" name="Google Shape;2584;p38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5" name="Google Shape;2585;p38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6" name="Google Shape;2586;p38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7" name="Google Shape;2587;p38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8" name="Google Shape;2588;p38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9" name="Google Shape;2589;p38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0" name="Google Shape;2590;p38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1" name="Google Shape;2591;p38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2" name="Google Shape;2592;p38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3" name="Google Shape;2593;p38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4" name="Google Shape;2594;p38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5" name="Google Shape;2595;p38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6" name="Google Shape;2596;p38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7" name="Google Shape;2597;p38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8" name="Google Shape;2598;p38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9" name="Google Shape;2599;p38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0" name="Google Shape;2600;p38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1" name="Google Shape;2601;p38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2" name="Google Shape;2602;p38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3" name="Google Shape;2603;p38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4" name="Google Shape;2604;p38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5" name="Google Shape;2605;p38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6" name="Google Shape;2606;p38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7" name="Google Shape;2607;p38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8" name="Google Shape;2608;p38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9" name="Google Shape;2609;p38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0" name="Google Shape;2610;p38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1" name="Google Shape;2611;p38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2" name="Google Shape;2612;p38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3" name="Google Shape;2613;p38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4" name="Google Shape;2614;p38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5" name="Google Shape;2615;p38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6" name="Google Shape;2616;p38"/>
          <p:cNvSpPr/>
          <p:nvPr/>
        </p:nvSpPr>
        <p:spPr>
          <a:xfrm>
            <a:off x="7438762" y="4620371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7" name="Google Shape;2617;p38"/>
          <p:cNvSpPr txBox="1"/>
          <p:nvPr/>
        </p:nvSpPr>
        <p:spPr>
          <a:xfrm>
            <a:off x="471698" y="990457"/>
            <a:ext cx="12378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8" name="Google Shape;2618;p38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9" name="Google Shape;2619;p38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0" name="Google Shape;2620;p38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1" name="Google Shape;2621;p38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2" name="Google Shape;2622;p38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3" name="Google Shape;2623;p38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4" name="Google Shape;2624;p38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5" name="Google Shape;2625;p38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6" name="Google Shape;2626;p38"/>
          <p:cNvSpPr txBox="1"/>
          <p:nvPr/>
        </p:nvSpPr>
        <p:spPr>
          <a:xfrm>
            <a:off x="2518599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7" name="Google Shape;2627;p38"/>
          <p:cNvSpPr txBox="1"/>
          <p:nvPr/>
        </p:nvSpPr>
        <p:spPr>
          <a:xfrm>
            <a:off x="3464401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8" name="Google Shape;2628;p38"/>
          <p:cNvSpPr txBox="1"/>
          <p:nvPr/>
        </p:nvSpPr>
        <p:spPr>
          <a:xfrm>
            <a:off x="4410203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9" name="Google Shape;2629;p38"/>
          <p:cNvSpPr txBox="1"/>
          <p:nvPr/>
        </p:nvSpPr>
        <p:spPr>
          <a:xfrm>
            <a:off x="5458556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0" name="Google Shape;2630;p38"/>
          <p:cNvSpPr txBox="1"/>
          <p:nvPr/>
        </p:nvSpPr>
        <p:spPr>
          <a:xfrm>
            <a:off x="650690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1" name="Google Shape;2631;p38"/>
          <p:cNvSpPr txBox="1"/>
          <p:nvPr/>
        </p:nvSpPr>
        <p:spPr>
          <a:xfrm>
            <a:off x="749657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2" name="Google Shape;2632;p38"/>
          <p:cNvSpPr txBox="1"/>
          <p:nvPr/>
        </p:nvSpPr>
        <p:spPr>
          <a:xfrm>
            <a:off x="848624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3" name="Google Shape;2633;p38"/>
          <p:cNvSpPr txBox="1"/>
          <p:nvPr/>
        </p:nvSpPr>
        <p:spPr>
          <a:xfrm>
            <a:off x="947591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7" name="Shape 2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8" name="Google Shape;2638;p3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639" name="Google Shape;2639;p3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640" name="Google Shape;2640;p3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1" name="Google Shape;2641;p3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2642" name="Google Shape;2642;p39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3" name="Google Shape;2643;p39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4" name="Google Shape;2644;p39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5" name="Google Shape;2645;p39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6" name="Google Shape;2646;p39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7" name="Google Shape;2647;p39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8" name="Google Shape;2648;p39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9" name="Google Shape;2649;p39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0" name="Google Shape;2650;p39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1" name="Google Shape;2651;p39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2" name="Google Shape;2652;p39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3" name="Google Shape;2653;p39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4" name="Google Shape;2654;p39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5" name="Google Shape;2655;p39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6" name="Google Shape;2656;p39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7" name="Google Shape;2657;p39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8" name="Google Shape;2658;p39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9" name="Google Shape;2659;p39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0" name="Google Shape;2660;p39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1" name="Google Shape;2661;p39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2" name="Google Shape;2662;p39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3" name="Google Shape;2663;p39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4" name="Google Shape;2664;p39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5" name="Google Shape;2665;p39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6" name="Google Shape;2666;p39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7" name="Google Shape;2667;p39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8" name="Google Shape;2668;p39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9" name="Google Shape;2669;p39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0" name="Google Shape;2670;p39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1" name="Google Shape;2671;p39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2" name="Google Shape;2672;p39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3" name="Google Shape;2673;p39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4" name="Google Shape;2674;p39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5" name="Google Shape;2675;p39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6" name="Google Shape;2676;p39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7" name="Google Shape;2677;p39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8" name="Google Shape;2678;p39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9" name="Google Shape;2679;p39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0" name="Google Shape;2680;p39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39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2" name="Google Shape;2682;p39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3" name="Google Shape;2683;p39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4" name="Google Shape;2684;p39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5" name="Google Shape;2685;p39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6" name="Google Shape;2686;p39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39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8" name="Google Shape;2688;p39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9" name="Google Shape;2689;p39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0" name="Google Shape;2690;p39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1" name="Google Shape;2691;p39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2" name="Google Shape;2692;p39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3" name="Google Shape;2693;p39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4" name="Google Shape;2694;p39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39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6" name="Google Shape;2696;p39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7" name="Google Shape;2697;p39"/>
          <p:cNvSpPr/>
          <p:nvPr/>
        </p:nvSpPr>
        <p:spPr>
          <a:xfrm>
            <a:off x="8388839" y="4573991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8" name="Google Shape;2698;p39"/>
          <p:cNvSpPr txBox="1"/>
          <p:nvPr/>
        </p:nvSpPr>
        <p:spPr>
          <a:xfrm>
            <a:off x="471698" y="990457"/>
            <a:ext cx="12378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9" name="Google Shape;2699;p39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0" name="Google Shape;2700;p39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1" name="Google Shape;2701;p39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2" name="Google Shape;2702;p39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3" name="Google Shape;2703;p39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4" name="Google Shape;2704;p39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5" name="Google Shape;2705;p39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6" name="Google Shape;2706;p39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7" name="Google Shape;2707;p39"/>
          <p:cNvSpPr txBox="1"/>
          <p:nvPr/>
        </p:nvSpPr>
        <p:spPr>
          <a:xfrm>
            <a:off x="2433587" y="419446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8" name="Google Shape;2708;p39"/>
          <p:cNvSpPr txBox="1"/>
          <p:nvPr/>
        </p:nvSpPr>
        <p:spPr>
          <a:xfrm>
            <a:off x="3379389" y="4155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39"/>
          <p:cNvSpPr txBox="1"/>
          <p:nvPr/>
        </p:nvSpPr>
        <p:spPr>
          <a:xfrm>
            <a:off x="4325191" y="4174471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39"/>
          <p:cNvSpPr txBox="1"/>
          <p:nvPr/>
        </p:nvSpPr>
        <p:spPr>
          <a:xfrm>
            <a:off x="5373544" y="418759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1" name="Google Shape;2711;p39"/>
          <p:cNvSpPr txBox="1"/>
          <p:nvPr/>
        </p:nvSpPr>
        <p:spPr>
          <a:xfrm>
            <a:off x="642189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2" name="Google Shape;2712;p39"/>
          <p:cNvSpPr txBox="1"/>
          <p:nvPr/>
        </p:nvSpPr>
        <p:spPr>
          <a:xfrm>
            <a:off x="7411566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3" name="Google Shape;2713;p39"/>
          <p:cNvSpPr txBox="1"/>
          <p:nvPr/>
        </p:nvSpPr>
        <p:spPr>
          <a:xfrm>
            <a:off x="840123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4" name="Google Shape;2714;p39"/>
          <p:cNvSpPr txBox="1"/>
          <p:nvPr/>
        </p:nvSpPr>
        <p:spPr>
          <a:xfrm>
            <a:off x="939090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8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9" name="Google Shape;2719;p4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720" name="Google Shape;2720;p4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721" name="Google Shape;2721;p4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2" name="Google Shape;2722;p4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2723" name="Google Shape;2723;p40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4" name="Google Shape;2724;p40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5" name="Google Shape;2725;p40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6" name="Google Shape;2726;p40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7" name="Google Shape;2727;p40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8" name="Google Shape;2728;p40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9" name="Google Shape;2729;p40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0" name="Google Shape;2730;p40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1" name="Google Shape;2731;p40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2" name="Google Shape;2732;p40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p40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4" name="Google Shape;2734;p40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p40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6" name="Google Shape;2736;p40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7" name="Google Shape;2737;p40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8" name="Google Shape;2738;p40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9" name="Google Shape;2739;p40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0" name="Google Shape;2740;p40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1" name="Google Shape;2741;p40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2" name="Google Shape;2742;p40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3" name="Google Shape;2743;p40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p40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5" name="Google Shape;2745;p40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6" name="Google Shape;2746;p40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7" name="Google Shape;2747;p40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8" name="Google Shape;2748;p40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9" name="Google Shape;2749;p40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0" name="Google Shape;2750;p40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1" name="Google Shape;2751;p40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2" name="Google Shape;2752;p40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3" name="Google Shape;2753;p40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4" name="Google Shape;2754;p40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5" name="Google Shape;2755;p40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6" name="Google Shape;2756;p40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7" name="Google Shape;2757;p40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8" name="Google Shape;2758;p40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9" name="Google Shape;2759;p40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0" name="Google Shape;2760;p40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1" name="Google Shape;2761;p40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2" name="Google Shape;2762;p40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3" name="Google Shape;2763;p40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4" name="Google Shape;2764;p40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5" name="Google Shape;2765;p40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40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7" name="Google Shape;2767;p40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8" name="Google Shape;2768;p40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9" name="Google Shape;2769;p40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0" name="Google Shape;2770;p40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1" name="Google Shape;2771;p40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2" name="Google Shape;2772;p40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3" name="Google Shape;2773;p40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4" name="Google Shape;2774;p40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5" name="Google Shape;2775;p40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6" name="Google Shape;2776;p40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7" name="Google Shape;2777;p40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8" name="Google Shape;2778;p40"/>
          <p:cNvSpPr/>
          <p:nvPr/>
        </p:nvSpPr>
        <p:spPr>
          <a:xfrm>
            <a:off x="8388839" y="4573991"/>
            <a:ext cx="367408" cy="4475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9" name="Google Shape;2779;p40"/>
          <p:cNvSpPr txBox="1"/>
          <p:nvPr/>
        </p:nvSpPr>
        <p:spPr>
          <a:xfrm>
            <a:off x="471698" y="990457"/>
            <a:ext cx="12378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0" name="Google Shape;2780;p40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1" name="Google Shape;2781;p40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2" name="Google Shape;2782;p40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3" name="Google Shape;2783;p40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4" name="Google Shape;2784;p40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5" name="Google Shape;2785;p40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6" name="Google Shape;2786;p40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7" name="Google Shape;2787;p40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8" name="Google Shape;2788;p40"/>
          <p:cNvSpPr txBox="1"/>
          <p:nvPr/>
        </p:nvSpPr>
        <p:spPr>
          <a:xfrm>
            <a:off x="2433587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9" name="Google Shape;2789;p40"/>
          <p:cNvSpPr txBox="1"/>
          <p:nvPr/>
        </p:nvSpPr>
        <p:spPr>
          <a:xfrm>
            <a:off x="3379389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0" name="Google Shape;2790;p40"/>
          <p:cNvSpPr txBox="1"/>
          <p:nvPr/>
        </p:nvSpPr>
        <p:spPr>
          <a:xfrm>
            <a:off x="4325191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1" name="Google Shape;2791;p40"/>
          <p:cNvSpPr txBox="1"/>
          <p:nvPr/>
        </p:nvSpPr>
        <p:spPr>
          <a:xfrm>
            <a:off x="5373544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2" name="Google Shape;2792;p40"/>
          <p:cNvSpPr txBox="1"/>
          <p:nvPr/>
        </p:nvSpPr>
        <p:spPr>
          <a:xfrm>
            <a:off x="642189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3" name="Google Shape;2793;p40"/>
          <p:cNvSpPr txBox="1"/>
          <p:nvPr/>
        </p:nvSpPr>
        <p:spPr>
          <a:xfrm>
            <a:off x="7411566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4" name="Google Shape;2794;p40"/>
          <p:cNvSpPr txBox="1"/>
          <p:nvPr/>
        </p:nvSpPr>
        <p:spPr>
          <a:xfrm>
            <a:off x="840123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5" name="Google Shape;2795;p40"/>
          <p:cNvSpPr txBox="1"/>
          <p:nvPr/>
        </p:nvSpPr>
        <p:spPr>
          <a:xfrm>
            <a:off x="939090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9" name="Shape 2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0" name="Google Shape;2800;p4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801" name="Google Shape;2801;p4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802" name="Google Shape;2802;p4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3" name="Google Shape;2803;p4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2804" name="Google Shape;2804;p41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5" name="Google Shape;2805;p41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6" name="Google Shape;2806;p41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7" name="Google Shape;2807;p41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8" name="Google Shape;2808;p41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9" name="Google Shape;2809;p41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0" name="Google Shape;2810;p41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1" name="Google Shape;2811;p41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2" name="Google Shape;2812;p41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3" name="Google Shape;2813;p41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4" name="Google Shape;2814;p41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5" name="Google Shape;2815;p41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6" name="Google Shape;2816;p41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7" name="Google Shape;2817;p41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41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9" name="Google Shape;2819;p41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0" name="Google Shape;2820;p41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1" name="Google Shape;2821;p41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2" name="Google Shape;2822;p41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3" name="Google Shape;2823;p41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4" name="Google Shape;2824;p41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5" name="Google Shape;2825;p41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6" name="Google Shape;2826;p41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7" name="Google Shape;2827;p41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41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9" name="Google Shape;2829;p41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0" name="Google Shape;2830;p41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1" name="Google Shape;2831;p41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2" name="Google Shape;2832;p41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3" name="Google Shape;2833;p41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4" name="Google Shape;2834;p41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5" name="Google Shape;2835;p41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41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p41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41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9" name="Google Shape;2839;p41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0" name="Google Shape;2840;p41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1" name="Google Shape;2841;p41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2" name="Google Shape;2842;p41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3" name="Google Shape;2843;p41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4" name="Google Shape;2844;p41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5" name="Google Shape;2845;p41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6" name="Google Shape;2846;p41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7" name="Google Shape;2847;p41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8" name="Google Shape;2848;p41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9" name="Google Shape;2849;p41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0" name="Google Shape;2850;p41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1" name="Google Shape;2851;p41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2" name="Google Shape;2852;p41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3" name="Google Shape;2853;p41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4" name="Google Shape;2854;p41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5" name="Google Shape;2855;p41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6" name="Google Shape;2856;p41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7" name="Google Shape;2857;p41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8" name="Google Shape;2858;p41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9" name="Google Shape;2859;p41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0" name="Google Shape;2860;p41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1" name="Google Shape;2861;p41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2" name="Google Shape;2862;p41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3" name="Google Shape;2863;p41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4" name="Google Shape;2864;p41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5" name="Google Shape;2865;p41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6" name="Google Shape;2866;p41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7" name="Google Shape;2867;p41"/>
          <p:cNvSpPr txBox="1"/>
          <p:nvPr/>
        </p:nvSpPr>
        <p:spPr>
          <a:xfrm>
            <a:off x="2433587" y="419446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8" name="Google Shape;2868;p41"/>
          <p:cNvSpPr txBox="1"/>
          <p:nvPr/>
        </p:nvSpPr>
        <p:spPr>
          <a:xfrm>
            <a:off x="3379389" y="4155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9" name="Google Shape;2869;p41"/>
          <p:cNvSpPr txBox="1"/>
          <p:nvPr/>
        </p:nvSpPr>
        <p:spPr>
          <a:xfrm>
            <a:off x="4325191" y="4174471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0" name="Google Shape;2870;p41"/>
          <p:cNvSpPr txBox="1"/>
          <p:nvPr/>
        </p:nvSpPr>
        <p:spPr>
          <a:xfrm>
            <a:off x="5373544" y="418759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1" name="Google Shape;2871;p41"/>
          <p:cNvSpPr txBox="1"/>
          <p:nvPr/>
        </p:nvSpPr>
        <p:spPr>
          <a:xfrm>
            <a:off x="642189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2" name="Google Shape;2872;p41"/>
          <p:cNvSpPr txBox="1"/>
          <p:nvPr/>
        </p:nvSpPr>
        <p:spPr>
          <a:xfrm>
            <a:off x="7411566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3" name="Google Shape;2873;p41"/>
          <p:cNvSpPr txBox="1"/>
          <p:nvPr/>
        </p:nvSpPr>
        <p:spPr>
          <a:xfrm>
            <a:off x="840123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4" name="Google Shape;2874;p41"/>
          <p:cNvSpPr txBox="1"/>
          <p:nvPr/>
        </p:nvSpPr>
        <p:spPr>
          <a:xfrm>
            <a:off x="939090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8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p4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880" name="Google Shape;2880;p4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881" name="Google Shape;2881;p4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2" name="Google Shape;2882;p4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2883" name="Google Shape;2883;p42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4" name="Google Shape;2884;p42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5" name="Google Shape;2885;p42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6" name="Google Shape;2886;p42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7" name="Google Shape;2887;p42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8" name="Google Shape;2888;p42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9" name="Google Shape;2889;p42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0" name="Google Shape;2890;p42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42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2" name="Google Shape;2892;p42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3" name="Google Shape;2893;p42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4" name="Google Shape;2894;p42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5" name="Google Shape;2895;p42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6" name="Google Shape;2896;p42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p42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8" name="Google Shape;2898;p42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p42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0" name="Google Shape;2900;p42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1" name="Google Shape;2901;p42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2" name="Google Shape;2902;p42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3" name="Google Shape;2903;p42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4" name="Google Shape;2904;p42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5" name="Google Shape;2905;p42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6" name="Google Shape;2906;p42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7" name="Google Shape;2907;p42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8" name="Google Shape;2908;p42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9" name="Google Shape;2909;p42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42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p42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2" name="Google Shape;2912;p42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3" name="Google Shape;2913;p42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4" name="Google Shape;2914;p42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5" name="Google Shape;2915;p42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6" name="Google Shape;2916;p42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7" name="Google Shape;2917;p42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8" name="Google Shape;2918;p42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9" name="Google Shape;2919;p42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0" name="Google Shape;2920;p42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1" name="Google Shape;2921;p42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2" name="Google Shape;2922;p42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p42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4" name="Google Shape;2924;p42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5" name="Google Shape;2925;p42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6" name="Google Shape;2926;p42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7" name="Google Shape;2927;p42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8" name="Google Shape;2928;p42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9" name="Google Shape;2929;p42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0" name="Google Shape;2930;p42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1" name="Google Shape;2931;p42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2" name="Google Shape;2932;p42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3" name="Google Shape;2933;p42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4" name="Google Shape;2934;p42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5" name="Google Shape;2935;p42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6" name="Google Shape;2936;p42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7" name="Google Shape;2937;p42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8" name="Google Shape;2938;p42"/>
          <p:cNvSpPr txBox="1"/>
          <p:nvPr/>
        </p:nvSpPr>
        <p:spPr>
          <a:xfrm>
            <a:off x="436176" y="5098450"/>
            <a:ext cx="19868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C SAYING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9" name="Google Shape;2939;p42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0" name="Google Shape;2940;p42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1" name="Google Shape;2941;p42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2" name="Google Shape;2942;p42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3" name="Google Shape;2943;p42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4" name="Google Shape;2944;p42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5" name="Google Shape;2945;p42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6" name="Google Shape;2946;p42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7" name="Google Shape;2947;p42"/>
          <p:cNvSpPr txBox="1"/>
          <p:nvPr/>
        </p:nvSpPr>
        <p:spPr>
          <a:xfrm>
            <a:off x="2433587" y="419758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8" name="Google Shape;2948;p42"/>
          <p:cNvSpPr txBox="1"/>
          <p:nvPr/>
        </p:nvSpPr>
        <p:spPr>
          <a:xfrm>
            <a:off x="3379389" y="415840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9" name="Google Shape;2949;p42"/>
          <p:cNvSpPr txBox="1"/>
          <p:nvPr/>
        </p:nvSpPr>
        <p:spPr>
          <a:xfrm>
            <a:off x="4325191" y="4177596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0" name="Google Shape;2950;p42"/>
          <p:cNvSpPr txBox="1"/>
          <p:nvPr/>
        </p:nvSpPr>
        <p:spPr>
          <a:xfrm>
            <a:off x="5373544" y="419071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1" name="Google Shape;2951;p42"/>
          <p:cNvSpPr txBox="1"/>
          <p:nvPr/>
        </p:nvSpPr>
        <p:spPr>
          <a:xfrm>
            <a:off x="642189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2" name="Google Shape;2952;p42"/>
          <p:cNvSpPr txBox="1"/>
          <p:nvPr/>
        </p:nvSpPr>
        <p:spPr>
          <a:xfrm>
            <a:off x="7411566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3" name="Google Shape;2953;p42"/>
          <p:cNvSpPr txBox="1"/>
          <p:nvPr/>
        </p:nvSpPr>
        <p:spPr>
          <a:xfrm>
            <a:off x="840123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4" name="Google Shape;2954;p42"/>
          <p:cNvSpPr txBox="1"/>
          <p:nvPr/>
        </p:nvSpPr>
        <p:spPr>
          <a:xfrm>
            <a:off x="939090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8" name="Shape 2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" name="Google Shape;2959;p4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960" name="Google Shape;2960;p4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961" name="Google Shape;2961;p4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62" name="Google Shape;2962;p4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2963" name="Google Shape;2963;p43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4" name="Google Shape;2964;p43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5" name="Google Shape;2965;p43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6" name="Google Shape;2966;p43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7" name="Google Shape;2967;p43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8" name="Google Shape;2968;p43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9" name="Google Shape;2969;p43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0" name="Google Shape;2970;p43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1" name="Google Shape;2971;p43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2" name="Google Shape;2972;p43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3" name="Google Shape;2973;p43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4" name="Google Shape;2974;p43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5" name="Google Shape;2975;p43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6" name="Google Shape;2976;p43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7" name="Google Shape;2977;p43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8" name="Google Shape;2978;p43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9" name="Google Shape;2979;p43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0" name="Google Shape;2980;p43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1" name="Google Shape;2981;p43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2" name="Google Shape;2982;p43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3" name="Google Shape;2983;p43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4" name="Google Shape;2984;p43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5" name="Google Shape;2985;p43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6" name="Google Shape;2986;p43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7" name="Google Shape;2987;p43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8" name="Google Shape;2988;p43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9" name="Google Shape;2989;p43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0" name="Google Shape;2990;p43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1" name="Google Shape;2991;p43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2" name="Google Shape;2992;p43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3" name="Google Shape;2993;p43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4" name="Google Shape;2994;p43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5" name="Google Shape;2995;p43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6" name="Google Shape;2996;p43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7" name="Google Shape;2997;p43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8" name="Google Shape;2998;p43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43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0" name="Google Shape;3000;p43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1" name="Google Shape;3001;p43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2" name="Google Shape;3002;p43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3" name="Google Shape;3003;p43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4" name="Google Shape;3004;p43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5" name="Google Shape;3005;p43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6" name="Google Shape;3006;p43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7" name="Google Shape;3007;p43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8" name="Google Shape;3008;p43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9" name="Google Shape;3009;p43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0" name="Google Shape;3010;p43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1" name="Google Shape;3011;p43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2" name="Google Shape;3012;p43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3" name="Google Shape;3013;p43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4" name="Google Shape;3014;p43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5" name="Google Shape;3015;p43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6" name="Google Shape;3016;p43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7" name="Google Shape;3017;p43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8" name="Google Shape;3018;p43"/>
          <p:cNvSpPr txBox="1"/>
          <p:nvPr/>
        </p:nvSpPr>
        <p:spPr>
          <a:xfrm>
            <a:off x="436176" y="5098450"/>
            <a:ext cx="19868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C SAYING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9" name="Google Shape;3019;p43"/>
          <p:cNvSpPr/>
          <p:nvPr/>
        </p:nvSpPr>
        <p:spPr>
          <a:xfrm rot="-2851214">
            <a:off x="8728796" y="6222312"/>
            <a:ext cx="509808" cy="68385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0" name="Google Shape;3020;p43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1" name="Google Shape;3021;p43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2" name="Google Shape;3022;p43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3" name="Google Shape;3023;p43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4" name="Google Shape;3024;p43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5" name="Google Shape;3025;p43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6" name="Google Shape;3026;p43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7" name="Google Shape;3027;p43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8" name="Google Shape;3028;p43"/>
          <p:cNvSpPr txBox="1"/>
          <p:nvPr/>
        </p:nvSpPr>
        <p:spPr>
          <a:xfrm>
            <a:off x="2433587" y="419758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9" name="Google Shape;3029;p43"/>
          <p:cNvSpPr txBox="1"/>
          <p:nvPr/>
        </p:nvSpPr>
        <p:spPr>
          <a:xfrm>
            <a:off x="3379389" y="415840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0" name="Google Shape;3030;p43"/>
          <p:cNvSpPr txBox="1"/>
          <p:nvPr/>
        </p:nvSpPr>
        <p:spPr>
          <a:xfrm>
            <a:off x="4325191" y="4177596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1" name="Google Shape;3031;p43"/>
          <p:cNvSpPr txBox="1"/>
          <p:nvPr/>
        </p:nvSpPr>
        <p:spPr>
          <a:xfrm>
            <a:off x="5373544" y="419071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2" name="Google Shape;3032;p43"/>
          <p:cNvSpPr txBox="1"/>
          <p:nvPr/>
        </p:nvSpPr>
        <p:spPr>
          <a:xfrm>
            <a:off x="642189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3" name="Google Shape;3033;p43"/>
          <p:cNvSpPr txBox="1"/>
          <p:nvPr/>
        </p:nvSpPr>
        <p:spPr>
          <a:xfrm>
            <a:off x="7411566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4" name="Google Shape;3034;p43"/>
          <p:cNvSpPr txBox="1"/>
          <p:nvPr/>
        </p:nvSpPr>
        <p:spPr>
          <a:xfrm>
            <a:off x="840123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5" name="Google Shape;3035;p43"/>
          <p:cNvSpPr txBox="1"/>
          <p:nvPr/>
        </p:nvSpPr>
        <p:spPr>
          <a:xfrm>
            <a:off x="939090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9" name="Shape 3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0" name="Google Shape;3040;p4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041" name="Google Shape;3041;p4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042" name="Google Shape;3042;p4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43" name="Google Shape;3043;p4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3044" name="Google Shape;3044;p44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5" name="Google Shape;3045;p44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6" name="Google Shape;3046;p44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7" name="Google Shape;3047;p44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8" name="Google Shape;3048;p44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9" name="Google Shape;3049;p44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0" name="Google Shape;3050;p44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1" name="Google Shape;3051;p44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2" name="Google Shape;3052;p44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3" name="Google Shape;3053;p44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4" name="Google Shape;3054;p44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5" name="Google Shape;3055;p44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6" name="Google Shape;3056;p44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7" name="Google Shape;3057;p44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8" name="Google Shape;3058;p44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9" name="Google Shape;3059;p44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0" name="Google Shape;3060;p44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1" name="Google Shape;3061;p44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2" name="Google Shape;3062;p44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3" name="Google Shape;3063;p44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4" name="Google Shape;3064;p44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5" name="Google Shape;3065;p44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6" name="Google Shape;3066;p44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7" name="Google Shape;3067;p44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8" name="Google Shape;3068;p44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44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0" name="Google Shape;3070;p44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1" name="Google Shape;3071;p44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2" name="Google Shape;3072;p44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3" name="Google Shape;3073;p44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4" name="Google Shape;3074;p44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44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6" name="Google Shape;3076;p44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7" name="Google Shape;3077;p44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8" name="Google Shape;3078;p44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9" name="Google Shape;3079;p44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0" name="Google Shape;3080;p44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1" name="Google Shape;3081;p44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2" name="Google Shape;3082;p44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3" name="Google Shape;3083;p44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4" name="Google Shape;3084;p44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5" name="Google Shape;3085;p44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6" name="Google Shape;3086;p44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7" name="Google Shape;3087;p44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8" name="Google Shape;3088;p44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9" name="Google Shape;3089;p44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0" name="Google Shape;3090;p44"/>
          <p:cNvSpPr txBox="1"/>
          <p:nvPr/>
        </p:nvSpPr>
        <p:spPr>
          <a:xfrm>
            <a:off x="2402099" y="416843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1" name="Google Shape;3091;p44"/>
          <p:cNvSpPr txBox="1"/>
          <p:nvPr/>
        </p:nvSpPr>
        <p:spPr>
          <a:xfrm>
            <a:off x="3347901" y="41292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2" name="Google Shape;3092;p44"/>
          <p:cNvSpPr txBox="1"/>
          <p:nvPr/>
        </p:nvSpPr>
        <p:spPr>
          <a:xfrm>
            <a:off x="4293703" y="414843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3" name="Google Shape;3093;p44"/>
          <p:cNvSpPr txBox="1"/>
          <p:nvPr/>
        </p:nvSpPr>
        <p:spPr>
          <a:xfrm>
            <a:off x="5342056" y="416156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4" name="Google Shape;3094;p44"/>
          <p:cNvSpPr txBox="1"/>
          <p:nvPr/>
        </p:nvSpPr>
        <p:spPr>
          <a:xfrm>
            <a:off x="6390409" y="417468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5" name="Google Shape;3095;p44"/>
          <p:cNvSpPr txBox="1"/>
          <p:nvPr/>
        </p:nvSpPr>
        <p:spPr>
          <a:xfrm>
            <a:off x="7380079" y="417468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6" name="Google Shape;3096;p44"/>
          <p:cNvSpPr txBox="1"/>
          <p:nvPr/>
        </p:nvSpPr>
        <p:spPr>
          <a:xfrm>
            <a:off x="8369749" y="417468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7" name="Google Shape;3097;p44"/>
          <p:cNvSpPr txBox="1"/>
          <p:nvPr/>
        </p:nvSpPr>
        <p:spPr>
          <a:xfrm>
            <a:off x="9359419" y="417468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8" name="Google Shape;3098;p44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9" name="Google Shape;3099;p44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0" name="Google Shape;3100;p44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1" name="Google Shape;3101;p44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2" name="Google Shape;3102;p44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3" name="Google Shape;3103;p44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4" name="Google Shape;3104;p44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5" name="Google Shape;3105;p44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6" name="Google Shape;3106;p44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7" name="Google Shape;3107;p44"/>
          <p:cNvSpPr txBox="1"/>
          <p:nvPr/>
        </p:nvSpPr>
        <p:spPr>
          <a:xfrm>
            <a:off x="436176" y="5098450"/>
            <a:ext cx="19868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C SAYING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8" name="Google Shape;3108;p44"/>
          <p:cNvSpPr/>
          <p:nvPr/>
        </p:nvSpPr>
        <p:spPr>
          <a:xfrm rot="-2851214">
            <a:off x="7570058" y="6177227"/>
            <a:ext cx="509808" cy="68385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9" name="Google Shape;3109;p44"/>
          <p:cNvSpPr/>
          <p:nvPr/>
        </p:nvSpPr>
        <p:spPr>
          <a:xfrm>
            <a:off x="9106472" y="4345876"/>
            <a:ext cx="3163860" cy="2021868"/>
          </a:xfrm>
          <a:prstGeom prst="irregularSeal2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7 elements less than or equal to 4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sorted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0" name="Google Shape;3110;p44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1" name="Google Shape;3111;p44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2" name="Google Shape;3112;p44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3" name="Google Shape;3113;p44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4" name="Google Shape;3114;p44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5" name="Google Shape;3115;p44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6" name="Google Shape;3116;p44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7" name="Google Shape;3117;p44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1" name="Shape 3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2" name="Google Shape;3122;p4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123" name="Google Shape;3123;p4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124" name="Google Shape;3124;p4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5" name="Google Shape;3125;p4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3126" name="Google Shape;3126;p45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7" name="Google Shape;3127;p45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8" name="Google Shape;3128;p45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9" name="Google Shape;3129;p45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0" name="Google Shape;3130;p45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1" name="Google Shape;3131;p45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2" name="Google Shape;3132;p45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3" name="Google Shape;3133;p45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4" name="Google Shape;3134;p45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5" name="Google Shape;3135;p45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6" name="Google Shape;3136;p45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7" name="Google Shape;3137;p45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8" name="Google Shape;3138;p45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9" name="Google Shape;3139;p45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0" name="Google Shape;3140;p45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1" name="Google Shape;3141;p45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2" name="Google Shape;3142;p45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3" name="Google Shape;3143;p45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4" name="Google Shape;3144;p45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5" name="Google Shape;3145;p45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6" name="Google Shape;3146;p45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7" name="Google Shape;3147;p45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8" name="Google Shape;3148;p45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9" name="Google Shape;3149;p45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0" name="Google Shape;3150;p45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1" name="Google Shape;3151;p45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2" name="Google Shape;3152;p45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3" name="Google Shape;3153;p45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4" name="Google Shape;3154;p45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5" name="Google Shape;3155;p45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6" name="Google Shape;3156;p45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7" name="Google Shape;3157;p45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8" name="Google Shape;3158;p45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9" name="Google Shape;3159;p45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0" name="Google Shape;3160;p45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1" name="Google Shape;3161;p45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2" name="Google Shape;3162;p45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3" name="Google Shape;3163;p45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4" name="Google Shape;3164;p45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5" name="Google Shape;3165;p45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6" name="Google Shape;3166;p45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7" name="Google Shape;3167;p45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8" name="Google Shape;3168;p45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9" name="Google Shape;3169;p45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0" name="Google Shape;3170;p45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1" name="Google Shape;3171;p45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2" name="Google Shape;3172;p45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3" name="Google Shape;3173;p45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4" name="Google Shape;3174;p45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5" name="Google Shape;3175;p45"/>
          <p:cNvSpPr txBox="1"/>
          <p:nvPr/>
        </p:nvSpPr>
        <p:spPr>
          <a:xfrm>
            <a:off x="5342056" y="416156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6" name="Google Shape;3176;p45"/>
          <p:cNvSpPr txBox="1"/>
          <p:nvPr/>
        </p:nvSpPr>
        <p:spPr>
          <a:xfrm>
            <a:off x="639040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7" name="Google Shape;3177;p45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8" name="Google Shape;3178;p45"/>
          <p:cNvSpPr txBox="1"/>
          <p:nvPr/>
        </p:nvSpPr>
        <p:spPr>
          <a:xfrm>
            <a:off x="836974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9" name="Google Shape;3179;p45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0" name="Google Shape;3180;p45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1" name="Google Shape;3181;p45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2" name="Google Shape;3182;p45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3" name="Google Shape;3183;p45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4" name="Google Shape;3184;p45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5" name="Google Shape;3185;p45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6" name="Google Shape;3186;p45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7" name="Google Shape;3187;p45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8" name="Google Shape;3188;p45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9" name="Google Shape;3189;p45"/>
          <p:cNvSpPr txBox="1"/>
          <p:nvPr/>
        </p:nvSpPr>
        <p:spPr>
          <a:xfrm>
            <a:off x="436176" y="5098450"/>
            <a:ext cx="19868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C SAYING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0" name="Google Shape;3190;p45"/>
          <p:cNvSpPr/>
          <p:nvPr/>
        </p:nvSpPr>
        <p:spPr>
          <a:xfrm rot="-2851214">
            <a:off x="6501264" y="6025798"/>
            <a:ext cx="509808" cy="68385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1" name="Google Shape;3191;p45"/>
          <p:cNvSpPr/>
          <p:nvPr/>
        </p:nvSpPr>
        <p:spPr>
          <a:xfrm>
            <a:off x="9106472" y="4345876"/>
            <a:ext cx="3163851" cy="2021850"/>
          </a:xfrm>
          <a:prstGeom prst="irregularSeal2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7 elements less than or equal to 3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sorted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2" name="Google Shape;3192;p45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3" name="Google Shape;3193;p45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4" name="Google Shape;3194;p45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5" name="Google Shape;3195;p45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6" name="Google Shape;3196;p45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7" name="Google Shape;3197;p45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8" name="Google Shape;3198;p45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9" name="Google Shape;3199;p45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3" name="Shape 3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4" name="Google Shape;3204;p4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205" name="Google Shape;3205;p4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206" name="Google Shape;3206;p4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7" name="Google Shape;3207;p4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3208" name="Google Shape;3208;p46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9" name="Google Shape;3209;p46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0" name="Google Shape;3210;p46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1" name="Google Shape;3211;p46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2" name="Google Shape;3212;p46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3" name="Google Shape;3213;p46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4" name="Google Shape;3214;p46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5" name="Google Shape;3215;p46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6" name="Google Shape;3216;p46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7" name="Google Shape;3217;p46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8" name="Google Shape;3218;p46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9" name="Google Shape;3219;p46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0" name="Google Shape;3220;p46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1" name="Google Shape;3221;p46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2" name="Google Shape;3222;p46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3" name="Google Shape;3223;p46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4" name="Google Shape;3224;p46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5" name="Google Shape;3225;p46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6" name="Google Shape;3226;p46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7" name="Google Shape;3227;p46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8" name="Google Shape;3228;p46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9" name="Google Shape;3229;p46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0" name="Google Shape;3230;p46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1" name="Google Shape;3231;p46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2" name="Google Shape;3232;p46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3" name="Google Shape;3233;p46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4" name="Google Shape;3234;p46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5" name="Google Shape;3235;p46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6" name="Google Shape;3236;p46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7" name="Google Shape;3237;p46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8" name="Google Shape;3238;p46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9" name="Google Shape;3239;p46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0" name="Google Shape;3240;p46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1" name="Google Shape;3241;p46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2" name="Google Shape;3242;p46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3" name="Google Shape;3243;p46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4" name="Google Shape;3244;p46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5" name="Google Shape;3245;p46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6" name="Google Shape;3246;p46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7" name="Google Shape;3247;p46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8" name="Google Shape;3248;p46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9" name="Google Shape;3249;p46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0" name="Google Shape;3250;p46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1" name="Google Shape;3251;p46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2" name="Google Shape;3252;p46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3" name="Google Shape;3253;p46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4" name="Google Shape;3254;p46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5" name="Google Shape;3255;p46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6" name="Google Shape;3256;p46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7" name="Google Shape;3257;p46"/>
          <p:cNvSpPr txBox="1"/>
          <p:nvPr/>
        </p:nvSpPr>
        <p:spPr>
          <a:xfrm>
            <a:off x="5342056" y="416156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8" name="Google Shape;3258;p46"/>
          <p:cNvSpPr txBox="1"/>
          <p:nvPr/>
        </p:nvSpPr>
        <p:spPr>
          <a:xfrm>
            <a:off x="639040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9" name="Google Shape;3259;p46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0" name="Google Shape;3260;p46"/>
          <p:cNvSpPr txBox="1"/>
          <p:nvPr/>
        </p:nvSpPr>
        <p:spPr>
          <a:xfrm>
            <a:off x="8369749" y="417468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1" name="Google Shape;3261;p46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2" name="Google Shape;3262;p46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3" name="Google Shape;3263;p46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4" name="Google Shape;3264;p46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5" name="Google Shape;3265;p46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6" name="Google Shape;3266;p46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7" name="Google Shape;3267;p46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8" name="Google Shape;3268;p46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9" name="Google Shape;3269;p46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0" name="Google Shape;3270;p46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1" name="Google Shape;3271;p46"/>
          <p:cNvSpPr txBox="1"/>
          <p:nvPr/>
        </p:nvSpPr>
        <p:spPr>
          <a:xfrm>
            <a:off x="436176" y="5098450"/>
            <a:ext cx="19868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C SAYING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2" name="Google Shape;3272;p46"/>
          <p:cNvSpPr/>
          <p:nvPr/>
        </p:nvSpPr>
        <p:spPr>
          <a:xfrm rot="-2851214">
            <a:off x="5602289" y="5979208"/>
            <a:ext cx="509808" cy="68385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3" name="Google Shape;3273;p46"/>
          <p:cNvSpPr/>
          <p:nvPr/>
        </p:nvSpPr>
        <p:spPr>
          <a:xfrm>
            <a:off x="9106472" y="4345876"/>
            <a:ext cx="3163851" cy="2021850"/>
          </a:xfrm>
          <a:prstGeom prst="irregularSeal2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4 elements less than or equal to 2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sorted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4" name="Google Shape;3274;p46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5" name="Google Shape;3275;p46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6" name="Google Shape;3276;p46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7" name="Google Shape;3277;p46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8" name="Google Shape;3278;p46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9" name="Google Shape;3279;p46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0" name="Google Shape;3280;p46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1" name="Google Shape;3281;p46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5" name="Shape 3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6" name="Google Shape;3286;p4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287" name="Google Shape;3287;p4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288" name="Google Shape;3288;p4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89" name="Google Shape;3289;p4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3290" name="Google Shape;3290;p47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1" name="Google Shape;3291;p47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2" name="Google Shape;3292;p47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3" name="Google Shape;3293;p47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4" name="Google Shape;3294;p47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5" name="Google Shape;3295;p47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6" name="Google Shape;3296;p47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7" name="Google Shape;3297;p47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8" name="Google Shape;3298;p47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9" name="Google Shape;3299;p47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0" name="Google Shape;3300;p47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1" name="Google Shape;3301;p47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2" name="Google Shape;3302;p47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3" name="Google Shape;3303;p47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4" name="Google Shape;3304;p47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5" name="Google Shape;3305;p47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6" name="Google Shape;3306;p47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7" name="Google Shape;3307;p47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8" name="Google Shape;3308;p47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9" name="Google Shape;3309;p47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0" name="Google Shape;3310;p47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1" name="Google Shape;3311;p47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2" name="Google Shape;3312;p47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3" name="Google Shape;3313;p47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4" name="Google Shape;3314;p47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5" name="Google Shape;3315;p47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6" name="Google Shape;3316;p47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7" name="Google Shape;3317;p47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8" name="Google Shape;3318;p47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9" name="Google Shape;3319;p47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0" name="Google Shape;3320;p47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1" name="Google Shape;3321;p47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2" name="Google Shape;3322;p47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3" name="Google Shape;3323;p47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4" name="Google Shape;3324;p47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5" name="Google Shape;3325;p47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6" name="Google Shape;3326;p47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7" name="Google Shape;3327;p47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8" name="Google Shape;3328;p47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9" name="Google Shape;3329;p47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0" name="Google Shape;3330;p47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1" name="Google Shape;3331;p47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2" name="Google Shape;3332;p47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3" name="Google Shape;3333;p47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4" name="Google Shape;3334;p47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5" name="Google Shape;3335;p47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6" name="Google Shape;3336;p47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7" name="Google Shape;3337;p47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8" name="Google Shape;3338;p47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9" name="Google Shape;3339;p47"/>
          <p:cNvSpPr txBox="1"/>
          <p:nvPr/>
        </p:nvSpPr>
        <p:spPr>
          <a:xfrm>
            <a:off x="5342056" y="416156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0" name="Google Shape;3340;p47"/>
          <p:cNvSpPr txBox="1"/>
          <p:nvPr/>
        </p:nvSpPr>
        <p:spPr>
          <a:xfrm>
            <a:off x="639040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1" name="Google Shape;3341;p47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2" name="Google Shape;3342;p47"/>
          <p:cNvSpPr txBox="1"/>
          <p:nvPr/>
        </p:nvSpPr>
        <p:spPr>
          <a:xfrm>
            <a:off x="836974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3" name="Google Shape;3343;p47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4" name="Google Shape;3344;p47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5" name="Google Shape;3345;p47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6" name="Google Shape;3346;p47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7" name="Google Shape;3347;p47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8" name="Google Shape;3348;p47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9" name="Google Shape;3349;p47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0" name="Google Shape;3350;p47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1" name="Google Shape;3351;p47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2" name="Google Shape;3352;p47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3" name="Google Shape;3353;p47"/>
          <p:cNvSpPr txBox="1"/>
          <p:nvPr/>
        </p:nvSpPr>
        <p:spPr>
          <a:xfrm>
            <a:off x="436176" y="5098450"/>
            <a:ext cx="19868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C SAYING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4" name="Google Shape;3354;p47"/>
          <p:cNvSpPr/>
          <p:nvPr/>
        </p:nvSpPr>
        <p:spPr>
          <a:xfrm rot="-2851214">
            <a:off x="4599197" y="5972479"/>
            <a:ext cx="509808" cy="68385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5" name="Google Shape;3355;p47"/>
          <p:cNvSpPr/>
          <p:nvPr/>
        </p:nvSpPr>
        <p:spPr>
          <a:xfrm>
            <a:off x="9106472" y="4345876"/>
            <a:ext cx="3163851" cy="2021850"/>
          </a:xfrm>
          <a:prstGeom prst="irregularSeal2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2 elements less than or equal to 1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sorted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6" name="Google Shape;3356;p47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7" name="Google Shape;3357;p47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8" name="Google Shape;3358;p47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9" name="Google Shape;3359;p47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0" name="Google Shape;3360;p47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1" name="Google Shape;3361;p47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2" name="Google Shape;3362;p47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3" name="Google Shape;3363;p47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7" name="Shape 3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" name="Google Shape;3368;p4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369" name="Google Shape;3369;p4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370" name="Google Shape;3370;p4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1" name="Google Shape;3371;p4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3372" name="Google Shape;3372;p48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3" name="Google Shape;3373;p48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4" name="Google Shape;3374;p48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5" name="Google Shape;3375;p48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6" name="Google Shape;3376;p48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7" name="Google Shape;3377;p48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8" name="Google Shape;3378;p48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9" name="Google Shape;3379;p48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0" name="Google Shape;3380;p48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1" name="Google Shape;3381;p48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2" name="Google Shape;3382;p48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3" name="Google Shape;3383;p48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4" name="Google Shape;3384;p48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5" name="Google Shape;3385;p48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6" name="Google Shape;3386;p48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7" name="Google Shape;3387;p48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8" name="Google Shape;3388;p48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9" name="Google Shape;3389;p48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0" name="Google Shape;3390;p48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1" name="Google Shape;3391;p48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2" name="Google Shape;3392;p48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3" name="Google Shape;3393;p48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4" name="Google Shape;3394;p48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5" name="Google Shape;3395;p48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6" name="Google Shape;3396;p48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7" name="Google Shape;3397;p48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8" name="Google Shape;3398;p48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9" name="Google Shape;3399;p48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0" name="Google Shape;3400;p48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1" name="Google Shape;3401;p48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2" name="Google Shape;3402;p48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3" name="Google Shape;3403;p48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4" name="Google Shape;3404;p48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5" name="Google Shape;3405;p48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6" name="Google Shape;3406;p48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7" name="Google Shape;3407;p48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8" name="Google Shape;3408;p48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9" name="Google Shape;3409;p48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0" name="Google Shape;3410;p48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1" name="Google Shape;3411;p48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2" name="Google Shape;3412;p48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3" name="Google Shape;3413;p48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4" name="Google Shape;3414;p48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5" name="Google Shape;3415;p48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6" name="Google Shape;3416;p48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7" name="Google Shape;3417;p48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8" name="Google Shape;3418;p48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9" name="Google Shape;3419;p48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0" name="Google Shape;3420;p48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1" name="Google Shape;3421;p48"/>
          <p:cNvSpPr txBox="1"/>
          <p:nvPr/>
        </p:nvSpPr>
        <p:spPr>
          <a:xfrm>
            <a:off x="5342056" y="416156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2" name="Google Shape;3422;p48"/>
          <p:cNvSpPr txBox="1"/>
          <p:nvPr/>
        </p:nvSpPr>
        <p:spPr>
          <a:xfrm>
            <a:off x="639040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3" name="Google Shape;3423;p48"/>
          <p:cNvSpPr txBox="1"/>
          <p:nvPr/>
        </p:nvSpPr>
        <p:spPr>
          <a:xfrm>
            <a:off x="7380079" y="417468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4" name="Google Shape;3424;p48"/>
          <p:cNvSpPr txBox="1"/>
          <p:nvPr/>
        </p:nvSpPr>
        <p:spPr>
          <a:xfrm>
            <a:off x="836974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5" name="Google Shape;3425;p48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6" name="Google Shape;3426;p48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7" name="Google Shape;3427;p48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8" name="Google Shape;3428;p48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9" name="Google Shape;3429;p48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0" name="Google Shape;3430;p48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1" name="Google Shape;3431;p48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2" name="Google Shape;3432;p48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3" name="Google Shape;3433;p48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4" name="Google Shape;3434;p48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5" name="Google Shape;3435;p48"/>
          <p:cNvSpPr txBox="1"/>
          <p:nvPr/>
        </p:nvSpPr>
        <p:spPr>
          <a:xfrm>
            <a:off x="436176" y="5098450"/>
            <a:ext cx="19868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C SAYING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6" name="Google Shape;3436;p48"/>
          <p:cNvSpPr/>
          <p:nvPr/>
        </p:nvSpPr>
        <p:spPr>
          <a:xfrm rot="-2851214">
            <a:off x="3745959" y="5986889"/>
            <a:ext cx="509808" cy="68385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7" name="Google Shape;3437;p48"/>
          <p:cNvSpPr/>
          <p:nvPr/>
        </p:nvSpPr>
        <p:spPr>
          <a:xfrm>
            <a:off x="9106472" y="4345876"/>
            <a:ext cx="3163851" cy="2021850"/>
          </a:xfrm>
          <a:prstGeom prst="irregularSeal2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2 elements less than or equal to 0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sorted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8" name="Google Shape;3438;p48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9" name="Google Shape;3439;p48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0" name="Google Shape;3440;p48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1" name="Google Shape;3441;p48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2" name="Google Shape;3442;p48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3" name="Google Shape;3443;p48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4" name="Google Shape;3444;p48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5" name="Google Shape;3445;p48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9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p4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451" name="Google Shape;3451;p4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452" name="Google Shape;3452;p4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3" name="Google Shape;3453;p4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3454" name="Google Shape;3454;p49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5" name="Google Shape;3455;p49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6" name="Google Shape;3456;p49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7" name="Google Shape;3457;p49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8" name="Google Shape;3458;p49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9" name="Google Shape;3459;p49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0" name="Google Shape;3460;p49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1" name="Google Shape;3461;p49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2" name="Google Shape;3462;p49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3" name="Google Shape;3463;p49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4" name="Google Shape;3464;p49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5" name="Google Shape;3465;p49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6" name="Google Shape;3466;p49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7" name="Google Shape;3467;p49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8" name="Google Shape;3468;p49"/>
          <p:cNvSpPr/>
          <p:nvPr/>
        </p:nvSpPr>
        <p:spPr>
          <a:xfrm>
            <a:off x="914274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9" name="Google Shape;3469;p49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0" name="Google Shape;3470;p49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1" name="Google Shape;3471;p49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2" name="Google Shape;3472;p49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3" name="Google Shape;3473;p49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4" name="Google Shape;3474;p49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5" name="Google Shape;3475;p49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6" name="Google Shape;3476;p49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7" name="Google Shape;3477;p49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8" name="Google Shape;3478;p49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9" name="Google Shape;3479;p49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0" name="Google Shape;3480;p49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1" name="Google Shape;3481;p49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2" name="Google Shape;3482;p49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3" name="Google Shape;3483;p49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4" name="Google Shape;3484;p49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5" name="Google Shape;3485;p49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6" name="Google Shape;3486;p49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7" name="Google Shape;3487;p49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8" name="Google Shape;3488;p49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9" name="Google Shape;3489;p49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0" name="Google Shape;3490;p49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1" name="Google Shape;3491;p49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2" name="Google Shape;3492;p49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3" name="Google Shape;3493;p49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4" name="Google Shape;3494;p49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5" name="Google Shape;3495;p49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6" name="Google Shape;3496;p49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7" name="Google Shape;3497;p49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8" name="Google Shape;3498;p49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9" name="Google Shape;3499;p49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0" name="Google Shape;3500;p49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1" name="Google Shape;3501;p49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2" name="Google Shape;3502;p49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3" name="Google Shape;3503;p49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4" name="Google Shape;3504;p49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5" name="Google Shape;3505;p49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6" name="Google Shape;3506;p49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7" name="Google Shape;3507;p49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8" name="Google Shape;3508;p49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9" name="Google Shape;3509;p49"/>
          <p:cNvSpPr txBox="1"/>
          <p:nvPr/>
        </p:nvSpPr>
        <p:spPr>
          <a:xfrm>
            <a:off x="262017" y="1113553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0" name="Google Shape;3510;p49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1" name="Google Shape;3511;p49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2" name="Google Shape;3512;p49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3" name="Google Shape;3513;p49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4" name="Google Shape;3514;p49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5" name="Google Shape;3515;p49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6" name="Google Shape;3516;p49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7" name="Google Shape;3517;p49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8" name="Google Shape;3518;p49"/>
          <p:cNvSpPr txBox="1"/>
          <p:nvPr/>
        </p:nvSpPr>
        <p:spPr>
          <a:xfrm>
            <a:off x="2433587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9" name="Google Shape;3519;p49"/>
          <p:cNvSpPr txBox="1"/>
          <p:nvPr/>
        </p:nvSpPr>
        <p:spPr>
          <a:xfrm>
            <a:off x="3379389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0" name="Google Shape;3520;p49"/>
          <p:cNvSpPr txBox="1"/>
          <p:nvPr/>
        </p:nvSpPr>
        <p:spPr>
          <a:xfrm>
            <a:off x="4325191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1" name="Google Shape;3521;p49"/>
          <p:cNvSpPr txBox="1"/>
          <p:nvPr/>
        </p:nvSpPr>
        <p:spPr>
          <a:xfrm>
            <a:off x="5373544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2" name="Google Shape;3522;p49"/>
          <p:cNvSpPr txBox="1"/>
          <p:nvPr/>
        </p:nvSpPr>
        <p:spPr>
          <a:xfrm>
            <a:off x="642189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3" name="Google Shape;3523;p49"/>
          <p:cNvSpPr txBox="1"/>
          <p:nvPr/>
        </p:nvSpPr>
        <p:spPr>
          <a:xfrm>
            <a:off x="7411566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4" name="Google Shape;3524;p49"/>
          <p:cNvSpPr txBox="1"/>
          <p:nvPr/>
        </p:nvSpPr>
        <p:spPr>
          <a:xfrm>
            <a:off x="840123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5" name="Google Shape;3525;p49"/>
          <p:cNvSpPr txBox="1"/>
          <p:nvPr/>
        </p:nvSpPr>
        <p:spPr>
          <a:xfrm>
            <a:off x="939090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9" name="Shape 3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0" name="Google Shape;3530;p5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531" name="Google Shape;3531;p5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532" name="Google Shape;3532;p5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3" name="Google Shape;3533;p5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3534" name="Google Shape;3534;p50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5" name="Google Shape;3535;p50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6" name="Google Shape;3536;p50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7" name="Google Shape;3537;p50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8" name="Google Shape;3538;p50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9" name="Google Shape;3539;p50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0" name="Google Shape;3540;p50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1" name="Google Shape;3541;p50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2" name="Google Shape;3542;p50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3" name="Google Shape;3543;p50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4" name="Google Shape;3544;p50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5" name="Google Shape;3545;p50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6" name="Google Shape;3546;p50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7" name="Google Shape;3547;p50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8" name="Google Shape;3548;p50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9" name="Google Shape;3549;p50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0" name="Google Shape;3550;p50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1" name="Google Shape;3551;p50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2" name="Google Shape;3552;p50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3" name="Google Shape;3553;p50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4" name="Google Shape;3554;p50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5" name="Google Shape;3555;p50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6" name="Google Shape;3556;p50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7" name="Google Shape;3557;p50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8" name="Google Shape;3558;p50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9" name="Google Shape;3559;p50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0" name="Google Shape;3560;p50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1" name="Google Shape;3561;p50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2" name="Google Shape;3562;p50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3" name="Google Shape;3563;p50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4" name="Google Shape;3564;p50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5" name="Google Shape;3565;p50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6" name="Google Shape;3566;p50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7" name="Google Shape;3567;p50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8" name="Google Shape;3568;p50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9" name="Google Shape;3569;p50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0" name="Google Shape;3570;p50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1" name="Google Shape;3571;p50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2" name="Google Shape;3572;p50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3" name="Google Shape;3573;p50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4" name="Google Shape;3574;p50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5" name="Google Shape;3575;p50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6" name="Google Shape;3576;p50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7" name="Google Shape;3577;p50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8" name="Google Shape;3578;p50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9" name="Google Shape;3579;p50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0" name="Google Shape;3580;p50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1" name="Google Shape;3581;p50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2" name="Google Shape;3582;p50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3" name="Google Shape;3583;p50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4" name="Google Shape;3584;p50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5" name="Google Shape;3585;p50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6" name="Google Shape;3586;p50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7" name="Google Shape;3587;p50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8" name="Google Shape;3588;p50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9" name="Google Shape;3589;p50"/>
          <p:cNvSpPr/>
          <p:nvPr/>
        </p:nvSpPr>
        <p:spPr>
          <a:xfrm>
            <a:off x="9359419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0" name="Google Shape;3590;p50"/>
          <p:cNvSpPr/>
          <p:nvPr/>
        </p:nvSpPr>
        <p:spPr>
          <a:xfrm rot="-2558162">
            <a:off x="6497130" y="6163162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1" name="Google Shape;3591;p50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2" name="Google Shape;3592;p50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3" name="Google Shape;3593;p50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4" name="Google Shape;3594;p50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5" name="Google Shape;3595;p50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6" name="Google Shape;3596;p50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7" name="Google Shape;3597;p50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8" name="Google Shape;3598;p50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9" name="Google Shape;3599;p50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0" name="Google Shape;3600;p50"/>
          <p:cNvSpPr txBox="1"/>
          <p:nvPr/>
        </p:nvSpPr>
        <p:spPr>
          <a:xfrm>
            <a:off x="2433587" y="419446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1" name="Google Shape;3601;p50"/>
          <p:cNvSpPr txBox="1"/>
          <p:nvPr/>
        </p:nvSpPr>
        <p:spPr>
          <a:xfrm>
            <a:off x="3379389" y="4155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2" name="Google Shape;3602;p50"/>
          <p:cNvSpPr txBox="1"/>
          <p:nvPr/>
        </p:nvSpPr>
        <p:spPr>
          <a:xfrm>
            <a:off x="4325191" y="4174471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3" name="Google Shape;3603;p50"/>
          <p:cNvSpPr txBox="1"/>
          <p:nvPr/>
        </p:nvSpPr>
        <p:spPr>
          <a:xfrm>
            <a:off x="5373544" y="418759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4" name="Google Shape;3604;p50"/>
          <p:cNvSpPr txBox="1"/>
          <p:nvPr/>
        </p:nvSpPr>
        <p:spPr>
          <a:xfrm>
            <a:off x="642189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5" name="Google Shape;3605;p50"/>
          <p:cNvSpPr txBox="1"/>
          <p:nvPr/>
        </p:nvSpPr>
        <p:spPr>
          <a:xfrm>
            <a:off x="7411566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6" name="Google Shape;3606;p50"/>
          <p:cNvSpPr txBox="1"/>
          <p:nvPr/>
        </p:nvSpPr>
        <p:spPr>
          <a:xfrm>
            <a:off x="840123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7" name="Google Shape;3607;p50"/>
          <p:cNvSpPr txBox="1"/>
          <p:nvPr/>
        </p:nvSpPr>
        <p:spPr>
          <a:xfrm>
            <a:off x="939090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1" name="Shape 3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2" name="Google Shape;3612;p5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613" name="Google Shape;3613;p5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614" name="Google Shape;3614;p5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15" name="Google Shape;3615;p5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3616" name="Google Shape;3616;p51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7" name="Google Shape;3617;p51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8" name="Google Shape;3618;p51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9" name="Google Shape;3619;p51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0" name="Google Shape;3620;p51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1" name="Google Shape;3621;p51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2" name="Google Shape;3622;p51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3" name="Google Shape;3623;p51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4" name="Google Shape;3624;p51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5" name="Google Shape;3625;p51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6" name="Google Shape;3626;p51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7" name="Google Shape;3627;p51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8" name="Google Shape;3628;p51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9" name="Google Shape;3629;p51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0" name="Google Shape;3630;p51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1" name="Google Shape;3631;p51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2" name="Google Shape;3632;p51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3" name="Google Shape;3633;p51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4" name="Google Shape;3634;p51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5" name="Google Shape;3635;p51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6" name="Google Shape;3636;p51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7" name="Google Shape;3637;p51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8" name="Google Shape;3638;p51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9" name="Google Shape;3639;p51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0" name="Google Shape;3640;p51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1" name="Google Shape;3641;p51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2" name="Google Shape;3642;p51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3" name="Google Shape;3643;p51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4" name="Google Shape;3644;p51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5" name="Google Shape;3645;p51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6" name="Google Shape;3646;p51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7" name="Google Shape;3647;p51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8" name="Google Shape;3648;p51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9" name="Google Shape;3649;p51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0" name="Google Shape;3650;p51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1" name="Google Shape;3651;p51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2" name="Google Shape;3652;p51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3" name="Google Shape;3653;p51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4" name="Google Shape;3654;p51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5" name="Google Shape;3655;p51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6" name="Google Shape;3656;p51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7" name="Google Shape;3657;p51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8" name="Google Shape;3658;p51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9" name="Google Shape;3659;p51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0" name="Google Shape;3660;p51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1" name="Google Shape;3661;p51"/>
          <p:cNvSpPr txBox="1"/>
          <p:nvPr/>
        </p:nvSpPr>
        <p:spPr>
          <a:xfrm>
            <a:off x="2402099" y="416843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2" name="Google Shape;3662;p51"/>
          <p:cNvSpPr txBox="1"/>
          <p:nvPr/>
        </p:nvSpPr>
        <p:spPr>
          <a:xfrm>
            <a:off x="3347901" y="41292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3" name="Google Shape;3663;p51"/>
          <p:cNvSpPr txBox="1"/>
          <p:nvPr/>
        </p:nvSpPr>
        <p:spPr>
          <a:xfrm>
            <a:off x="4293703" y="414843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4" name="Google Shape;3664;p51"/>
          <p:cNvSpPr txBox="1"/>
          <p:nvPr/>
        </p:nvSpPr>
        <p:spPr>
          <a:xfrm>
            <a:off x="5342056" y="416156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5" name="Google Shape;3665;p51"/>
          <p:cNvSpPr txBox="1"/>
          <p:nvPr/>
        </p:nvSpPr>
        <p:spPr>
          <a:xfrm>
            <a:off x="6390409" y="417468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6" name="Google Shape;3666;p51"/>
          <p:cNvSpPr txBox="1"/>
          <p:nvPr/>
        </p:nvSpPr>
        <p:spPr>
          <a:xfrm>
            <a:off x="7380079" y="417468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7" name="Google Shape;3667;p51"/>
          <p:cNvSpPr txBox="1"/>
          <p:nvPr/>
        </p:nvSpPr>
        <p:spPr>
          <a:xfrm>
            <a:off x="8369749" y="417468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8" name="Google Shape;3668;p51"/>
          <p:cNvSpPr txBox="1"/>
          <p:nvPr/>
        </p:nvSpPr>
        <p:spPr>
          <a:xfrm>
            <a:off x="9359419" y="417468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9" name="Google Shape;3669;p51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0" name="Google Shape;3670;p51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1" name="Google Shape;3671;p51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2" name="Google Shape;3672;p51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3" name="Google Shape;3673;p51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4" name="Google Shape;3674;p51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5" name="Google Shape;3675;p51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6" name="Google Shape;3676;p51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7" name="Google Shape;3677;p51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8" name="Google Shape;3678;p51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9" name="Google Shape;3679;p51"/>
          <p:cNvSpPr/>
          <p:nvPr/>
        </p:nvSpPr>
        <p:spPr>
          <a:xfrm>
            <a:off x="9359419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0" name="Google Shape;3680;p51"/>
          <p:cNvSpPr/>
          <p:nvPr/>
        </p:nvSpPr>
        <p:spPr>
          <a:xfrm rot="-2557555">
            <a:off x="8677094" y="4456824"/>
            <a:ext cx="512102" cy="702749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1" name="Google Shape;3681;p51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2" name="Google Shape;3682;p51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3" name="Google Shape;3683;p51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4" name="Google Shape;3684;p51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5" name="Google Shape;3685;p51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6" name="Google Shape;3686;p51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7" name="Google Shape;3687;p51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8" name="Google Shape;3688;p51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9" name="Google Shape;3689;p51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3" name="Shape 3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4" name="Google Shape;3694;p5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695" name="Google Shape;3695;p5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696" name="Google Shape;3696;p5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97" name="Google Shape;3697;p5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3698" name="Google Shape;3698;p52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9" name="Google Shape;3699;p52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0" name="Google Shape;3700;p52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1" name="Google Shape;3701;p52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2" name="Google Shape;3702;p52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3" name="Google Shape;3703;p52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4" name="Google Shape;3704;p52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5" name="Google Shape;3705;p52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6" name="Google Shape;3706;p52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7" name="Google Shape;3707;p52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8" name="Google Shape;3708;p52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9" name="Google Shape;3709;p52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0" name="Google Shape;3710;p52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1" name="Google Shape;3711;p52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2" name="Google Shape;3712;p52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3" name="Google Shape;3713;p52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4" name="Google Shape;3714;p52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5" name="Google Shape;3715;p52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6" name="Google Shape;3716;p52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7" name="Google Shape;3717;p52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p52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9" name="Google Shape;3719;p52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0" name="Google Shape;3720;p52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1" name="Google Shape;3721;p52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2" name="Google Shape;3722;p52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3" name="Google Shape;3723;p52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4" name="Google Shape;3724;p52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5" name="Google Shape;3725;p52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6" name="Google Shape;3726;p52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7" name="Google Shape;3727;p52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8" name="Google Shape;3728;p52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9" name="Google Shape;3729;p52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0" name="Google Shape;3730;p52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1" name="Google Shape;3731;p52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2" name="Google Shape;3732;p52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3" name="Google Shape;3733;p52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4" name="Google Shape;3734;p52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5" name="Google Shape;3735;p52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6" name="Google Shape;3736;p52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7" name="Google Shape;3737;p52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8" name="Google Shape;3738;p52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9" name="Google Shape;3739;p52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0" name="Google Shape;3740;p52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1" name="Google Shape;3741;p52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2" name="Google Shape;3742;p52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3" name="Google Shape;3743;p52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4" name="Google Shape;3744;p52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5" name="Google Shape;3745;p52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6" name="Google Shape;3746;p52"/>
          <p:cNvSpPr txBox="1"/>
          <p:nvPr/>
        </p:nvSpPr>
        <p:spPr>
          <a:xfrm>
            <a:off x="5342056" y="416156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7" name="Google Shape;3747;p52"/>
          <p:cNvSpPr txBox="1"/>
          <p:nvPr/>
        </p:nvSpPr>
        <p:spPr>
          <a:xfrm>
            <a:off x="639040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8" name="Google Shape;3748;p52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9" name="Google Shape;3749;p52"/>
          <p:cNvSpPr txBox="1"/>
          <p:nvPr/>
        </p:nvSpPr>
        <p:spPr>
          <a:xfrm>
            <a:off x="836974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0" name="Google Shape;3750;p52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1" name="Google Shape;3751;p52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2" name="Google Shape;3752;p52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3" name="Google Shape;3753;p52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4" name="Google Shape;3754;p52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5" name="Google Shape;3755;p52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6" name="Google Shape;3756;p52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7" name="Google Shape;3757;p52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8" name="Google Shape;3758;p52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9" name="Google Shape;3759;p52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0" name="Google Shape;3760;p52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1" name="Google Shape;3761;p52"/>
          <p:cNvSpPr/>
          <p:nvPr/>
        </p:nvSpPr>
        <p:spPr>
          <a:xfrm>
            <a:off x="9359419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2" name="Google Shape;3762;p52"/>
          <p:cNvSpPr/>
          <p:nvPr/>
        </p:nvSpPr>
        <p:spPr>
          <a:xfrm rot="-2558162">
            <a:off x="8700149" y="4380206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3" name="Google Shape;3763;p52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4" name="Google Shape;3764;p52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5" name="Google Shape;3765;p52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6" name="Google Shape;3766;p52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7" name="Google Shape;3767;p52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8" name="Google Shape;3768;p52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9" name="Google Shape;3769;p52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0" name="Google Shape;3770;p52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1" name="Google Shape;3771;p52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2" name="Google Shape;3772;p52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6" name="Shape 3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7" name="Google Shape;3777;p5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778" name="Google Shape;3778;p5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779" name="Google Shape;3779;p5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0" name="Google Shape;3780;p5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3781" name="Google Shape;3781;p53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2" name="Google Shape;3782;p53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3" name="Google Shape;3783;p53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4" name="Google Shape;3784;p53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5" name="Google Shape;3785;p53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6" name="Google Shape;3786;p53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7" name="Google Shape;3787;p53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8" name="Google Shape;3788;p53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9" name="Google Shape;3789;p53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0" name="Google Shape;3790;p53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1" name="Google Shape;3791;p53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2" name="Google Shape;3792;p53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3" name="Google Shape;3793;p53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4" name="Google Shape;3794;p53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5" name="Google Shape;3795;p53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6" name="Google Shape;3796;p53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7" name="Google Shape;3797;p53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8" name="Google Shape;3798;p53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9" name="Google Shape;3799;p53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0" name="Google Shape;3800;p53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1" name="Google Shape;3801;p53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2" name="Google Shape;3802;p53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3" name="Google Shape;3803;p53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4" name="Google Shape;3804;p53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5" name="Google Shape;3805;p53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6" name="Google Shape;3806;p53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7" name="Google Shape;3807;p53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8" name="Google Shape;3808;p53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9" name="Google Shape;3809;p53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0" name="Google Shape;3810;p53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1" name="Google Shape;3811;p53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2" name="Google Shape;3812;p53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3" name="Google Shape;3813;p53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4" name="Google Shape;3814;p53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5" name="Google Shape;3815;p53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6" name="Google Shape;3816;p53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7" name="Google Shape;3817;p53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8" name="Google Shape;3818;p53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9" name="Google Shape;3819;p53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0" name="Google Shape;3820;p53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1" name="Google Shape;3821;p53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2" name="Google Shape;3822;p53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3" name="Google Shape;3823;p53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4" name="Google Shape;3824;p53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5" name="Google Shape;3825;p53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6" name="Google Shape;3826;p53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7" name="Google Shape;3827;p53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8" name="Google Shape;3828;p53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9" name="Google Shape;3829;p53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0" name="Google Shape;3830;p53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1" name="Google Shape;3831;p53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2" name="Google Shape;3832;p53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3" name="Google Shape;3833;p53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4" name="Google Shape;3834;p53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5" name="Google Shape;3835;p53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6" name="Google Shape;3836;p53"/>
          <p:cNvSpPr/>
          <p:nvPr/>
        </p:nvSpPr>
        <p:spPr>
          <a:xfrm>
            <a:off x="9359419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7" name="Google Shape;3837;p53"/>
          <p:cNvSpPr/>
          <p:nvPr/>
        </p:nvSpPr>
        <p:spPr>
          <a:xfrm rot="-2558162">
            <a:off x="6465658" y="6054924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8" name="Google Shape;3838;p53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9" name="Google Shape;3839;p53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0" name="Google Shape;3840;p53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1" name="Google Shape;3841;p53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2" name="Google Shape;3842;p53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3" name="Google Shape;3843;p53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4" name="Google Shape;3844;p53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5" name="Google Shape;3845;p53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6" name="Google Shape;3846;p53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7" name="Google Shape;3847;p53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8" name="Google Shape;3848;p53"/>
          <p:cNvSpPr txBox="1"/>
          <p:nvPr/>
        </p:nvSpPr>
        <p:spPr>
          <a:xfrm>
            <a:off x="2433587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9" name="Google Shape;3849;p53"/>
          <p:cNvSpPr txBox="1"/>
          <p:nvPr/>
        </p:nvSpPr>
        <p:spPr>
          <a:xfrm>
            <a:off x="3379389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0" name="Google Shape;3850;p53"/>
          <p:cNvSpPr txBox="1"/>
          <p:nvPr/>
        </p:nvSpPr>
        <p:spPr>
          <a:xfrm>
            <a:off x="4325191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1" name="Google Shape;3851;p53"/>
          <p:cNvSpPr txBox="1"/>
          <p:nvPr/>
        </p:nvSpPr>
        <p:spPr>
          <a:xfrm>
            <a:off x="5373544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2" name="Google Shape;3852;p53"/>
          <p:cNvSpPr txBox="1"/>
          <p:nvPr/>
        </p:nvSpPr>
        <p:spPr>
          <a:xfrm>
            <a:off x="642189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3" name="Google Shape;3853;p53"/>
          <p:cNvSpPr txBox="1"/>
          <p:nvPr/>
        </p:nvSpPr>
        <p:spPr>
          <a:xfrm>
            <a:off x="7411566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4" name="Google Shape;3854;p53"/>
          <p:cNvSpPr txBox="1"/>
          <p:nvPr/>
        </p:nvSpPr>
        <p:spPr>
          <a:xfrm>
            <a:off x="840123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5" name="Google Shape;3855;p53"/>
          <p:cNvSpPr txBox="1"/>
          <p:nvPr/>
        </p:nvSpPr>
        <p:spPr>
          <a:xfrm>
            <a:off x="939090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9" name="Shape 3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" name="Google Shape;3860;p5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861" name="Google Shape;3861;p5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862" name="Google Shape;3862;p5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63" name="Google Shape;3863;p5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3864" name="Google Shape;3864;p54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5" name="Google Shape;3865;p54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6" name="Google Shape;3866;p54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7" name="Google Shape;3867;p54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8" name="Google Shape;3868;p54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9" name="Google Shape;3869;p54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0" name="Google Shape;3870;p54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1" name="Google Shape;3871;p54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2" name="Google Shape;3872;p54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3" name="Google Shape;3873;p54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4" name="Google Shape;3874;p54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5" name="Google Shape;3875;p54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6" name="Google Shape;3876;p54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7" name="Google Shape;3877;p54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8" name="Google Shape;3878;p54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9" name="Google Shape;3879;p54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0" name="Google Shape;3880;p54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1" name="Google Shape;3881;p54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2" name="Google Shape;3882;p54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3" name="Google Shape;3883;p54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4" name="Google Shape;3884;p54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5" name="Google Shape;3885;p54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6" name="Google Shape;3886;p54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7" name="Google Shape;3887;p54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8" name="Google Shape;3888;p54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9" name="Google Shape;3889;p54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0" name="Google Shape;3890;p54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1" name="Google Shape;3891;p54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2" name="Google Shape;3892;p54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3" name="Google Shape;3893;p54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4" name="Google Shape;3894;p54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5" name="Google Shape;3895;p54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6" name="Google Shape;3896;p54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7" name="Google Shape;3897;p54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8" name="Google Shape;3898;p54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9" name="Google Shape;3899;p54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0" name="Google Shape;3900;p54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1" name="Google Shape;3901;p54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2" name="Google Shape;3902;p54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3" name="Google Shape;3903;p54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4" name="Google Shape;3904;p54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5" name="Google Shape;3905;p54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6" name="Google Shape;3906;p54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7" name="Google Shape;3907;p54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8" name="Google Shape;3908;p54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9" name="Google Shape;3909;p54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0" name="Google Shape;3910;p54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1" name="Google Shape;3911;p54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2" name="Google Shape;3912;p54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3" name="Google Shape;3913;p54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4" name="Google Shape;3914;p54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5" name="Google Shape;3915;p54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6" name="Google Shape;3916;p54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7" name="Google Shape;3917;p54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8" name="Google Shape;3918;p54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9" name="Google Shape;3919;p54"/>
          <p:cNvSpPr/>
          <p:nvPr/>
        </p:nvSpPr>
        <p:spPr>
          <a:xfrm>
            <a:off x="8369749" y="974868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0" name="Google Shape;3920;p54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1" name="Google Shape;3921;p54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2" name="Google Shape;3922;p54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3" name="Google Shape;3923;p54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4" name="Google Shape;3924;p54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5" name="Google Shape;3925;p54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6" name="Google Shape;3926;p54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7" name="Google Shape;3927;p54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8" name="Google Shape;3928;p54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9" name="Google Shape;3929;p54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0" name="Google Shape;3930;p54"/>
          <p:cNvSpPr txBox="1"/>
          <p:nvPr/>
        </p:nvSpPr>
        <p:spPr>
          <a:xfrm>
            <a:off x="2433587" y="418446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1" name="Google Shape;3931;p54"/>
          <p:cNvSpPr txBox="1"/>
          <p:nvPr/>
        </p:nvSpPr>
        <p:spPr>
          <a:xfrm>
            <a:off x="3379389" y="4145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2" name="Google Shape;3932;p54"/>
          <p:cNvSpPr txBox="1"/>
          <p:nvPr/>
        </p:nvSpPr>
        <p:spPr>
          <a:xfrm>
            <a:off x="4325191" y="4164471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3" name="Google Shape;3933;p54"/>
          <p:cNvSpPr txBox="1"/>
          <p:nvPr/>
        </p:nvSpPr>
        <p:spPr>
          <a:xfrm>
            <a:off x="5373544" y="417759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4" name="Google Shape;3934;p54"/>
          <p:cNvSpPr txBox="1"/>
          <p:nvPr/>
        </p:nvSpPr>
        <p:spPr>
          <a:xfrm>
            <a:off x="6421897" y="419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5" name="Google Shape;3935;p54"/>
          <p:cNvSpPr txBox="1"/>
          <p:nvPr/>
        </p:nvSpPr>
        <p:spPr>
          <a:xfrm>
            <a:off x="7411566" y="419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6" name="Google Shape;3936;p54"/>
          <p:cNvSpPr txBox="1"/>
          <p:nvPr/>
        </p:nvSpPr>
        <p:spPr>
          <a:xfrm>
            <a:off x="8401237" y="419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7" name="Google Shape;3937;p54"/>
          <p:cNvSpPr txBox="1"/>
          <p:nvPr/>
        </p:nvSpPr>
        <p:spPr>
          <a:xfrm>
            <a:off x="9390907" y="419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1" name="Shape 3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" name="Google Shape;3942;p5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943" name="Google Shape;3943;p5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944" name="Google Shape;3944;p5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45" name="Google Shape;3945;p5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3946" name="Google Shape;3946;p55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7" name="Google Shape;3947;p55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8" name="Google Shape;3948;p55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9" name="Google Shape;3949;p55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0" name="Google Shape;3950;p55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1" name="Google Shape;3951;p55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2" name="Google Shape;3952;p55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3" name="Google Shape;3953;p55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4" name="Google Shape;3954;p55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5" name="Google Shape;3955;p55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6" name="Google Shape;3956;p55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7" name="Google Shape;3957;p55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8" name="Google Shape;3958;p55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9" name="Google Shape;3959;p55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0" name="Google Shape;3960;p55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1" name="Google Shape;3961;p55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2" name="Google Shape;3962;p55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3" name="Google Shape;3963;p55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4" name="Google Shape;3964;p55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5" name="Google Shape;3965;p55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6" name="Google Shape;3966;p55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7" name="Google Shape;3967;p55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8" name="Google Shape;3968;p55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9" name="Google Shape;3969;p55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0" name="Google Shape;3970;p55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1" name="Google Shape;3971;p55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2" name="Google Shape;3972;p55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3" name="Google Shape;3973;p55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4" name="Google Shape;3974;p55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5" name="Google Shape;3975;p55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6" name="Google Shape;3976;p55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7" name="Google Shape;3977;p55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8" name="Google Shape;3978;p55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9" name="Google Shape;3979;p55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0" name="Google Shape;3980;p55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1" name="Google Shape;3981;p55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2" name="Google Shape;3982;p55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3" name="Google Shape;3983;p55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4" name="Google Shape;3984;p55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5" name="Google Shape;3985;p55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6" name="Google Shape;3986;p55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7" name="Google Shape;3987;p55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8" name="Google Shape;3988;p55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9" name="Google Shape;3989;p55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0" name="Google Shape;3990;p55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1" name="Google Shape;3991;p55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2" name="Google Shape;3992;p55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3" name="Google Shape;3993;p55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4" name="Google Shape;3994;p55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5" name="Google Shape;3995;p55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6" name="Google Shape;3996;p55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7" name="Google Shape;3997;p55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8" name="Google Shape;3998;p55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9" name="Google Shape;3999;p55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0" name="Google Shape;4000;p55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1" name="Google Shape;4001;p55"/>
          <p:cNvSpPr/>
          <p:nvPr/>
        </p:nvSpPr>
        <p:spPr>
          <a:xfrm>
            <a:off x="8369749" y="974868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2" name="Google Shape;4002;p55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3" name="Google Shape;4003;p55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4" name="Google Shape;4004;p55"/>
          <p:cNvSpPr/>
          <p:nvPr/>
        </p:nvSpPr>
        <p:spPr>
          <a:xfrm rot="-2558162">
            <a:off x="3588175" y="6161945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5" name="Google Shape;4005;p55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6" name="Google Shape;4006;p55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7" name="Google Shape;4007;p55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8" name="Google Shape;4008;p55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9" name="Google Shape;4009;p55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0" name="Google Shape;4010;p55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1" name="Google Shape;4011;p55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2" name="Google Shape;4012;p55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3" name="Google Shape;4013;p55"/>
          <p:cNvSpPr txBox="1"/>
          <p:nvPr/>
        </p:nvSpPr>
        <p:spPr>
          <a:xfrm>
            <a:off x="2433587" y="430922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4" name="Google Shape;4014;p55"/>
          <p:cNvSpPr txBox="1"/>
          <p:nvPr/>
        </p:nvSpPr>
        <p:spPr>
          <a:xfrm>
            <a:off x="3379389" y="427004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5" name="Google Shape;4015;p55"/>
          <p:cNvSpPr txBox="1"/>
          <p:nvPr/>
        </p:nvSpPr>
        <p:spPr>
          <a:xfrm>
            <a:off x="4325191" y="428923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6" name="Google Shape;4016;p55"/>
          <p:cNvSpPr txBox="1"/>
          <p:nvPr/>
        </p:nvSpPr>
        <p:spPr>
          <a:xfrm>
            <a:off x="5373544" y="430235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7" name="Google Shape;4017;p55"/>
          <p:cNvSpPr txBox="1"/>
          <p:nvPr/>
        </p:nvSpPr>
        <p:spPr>
          <a:xfrm>
            <a:off x="6421897" y="43154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8" name="Google Shape;4018;p55"/>
          <p:cNvSpPr txBox="1"/>
          <p:nvPr/>
        </p:nvSpPr>
        <p:spPr>
          <a:xfrm>
            <a:off x="7411566" y="43154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9" name="Google Shape;4019;p55"/>
          <p:cNvSpPr txBox="1"/>
          <p:nvPr/>
        </p:nvSpPr>
        <p:spPr>
          <a:xfrm>
            <a:off x="8401237" y="43154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0" name="Google Shape;4020;p55"/>
          <p:cNvSpPr txBox="1"/>
          <p:nvPr/>
        </p:nvSpPr>
        <p:spPr>
          <a:xfrm>
            <a:off x="9390907" y="431547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4" name="Shape 4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5" name="Google Shape;4025;p5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026" name="Google Shape;4026;p5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027" name="Google Shape;4027;p5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28" name="Google Shape;4028;p5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4029" name="Google Shape;4029;p56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0" name="Google Shape;4030;p56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1" name="Google Shape;4031;p56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2" name="Google Shape;4032;p56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3" name="Google Shape;4033;p56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4" name="Google Shape;4034;p56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5" name="Google Shape;4035;p56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6" name="Google Shape;4036;p56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7" name="Google Shape;4037;p56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8" name="Google Shape;4038;p56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9" name="Google Shape;4039;p56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0" name="Google Shape;4040;p56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1" name="Google Shape;4041;p56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2" name="Google Shape;4042;p56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3" name="Google Shape;4043;p56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4" name="Google Shape;4044;p56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5" name="Google Shape;4045;p56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6" name="Google Shape;4046;p56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7" name="Google Shape;4047;p56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8" name="Google Shape;4048;p56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9" name="Google Shape;4049;p56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0" name="Google Shape;4050;p56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1" name="Google Shape;4051;p56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2" name="Google Shape;4052;p56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3" name="Google Shape;4053;p56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4" name="Google Shape;4054;p56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5" name="Google Shape;4055;p56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6" name="Google Shape;4056;p56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7" name="Google Shape;4057;p56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8" name="Google Shape;4058;p56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9" name="Google Shape;4059;p56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0" name="Google Shape;4060;p56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1" name="Google Shape;4061;p56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2" name="Google Shape;4062;p56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3" name="Google Shape;4063;p56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4" name="Google Shape;4064;p56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5" name="Google Shape;4065;p56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6" name="Google Shape;4066;p56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7" name="Google Shape;4067;p56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8" name="Google Shape;4068;p56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9" name="Google Shape;4069;p56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0" name="Google Shape;4070;p56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1" name="Google Shape;4071;p56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2" name="Google Shape;4072;p56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3" name="Google Shape;4073;p56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4" name="Google Shape;4074;p56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5" name="Google Shape;4075;p56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6" name="Google Shape;4076;p56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7" name="Google Shape;4077;p56"/>
          <p:cNvSpPr txBox="1"/>
          <p:nvPr/>
        </p:nvSpPr>
        <p:spPr>
          <a:xfrm>
            <a:off x="5342056" y="416156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8" name="Google Shape;4078;p56"/>
          <p:cNvSpPr txBox="1"/>
          <p:nvPr/>
        </p:nvSpPr>
        <p:spPr>
          <a:xfrm>
            <a:off x="639040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9" name="Google Shape;4079;p56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0" name="Google Shape;4080;p56"/>
          <p:cNvSpPr txBox="1"/>
          <p:nvPr/>
        </p:nvSpPr>
        <p:spPr>
          <a:xfrm>
            <a:off x="836974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1" name="Google Shape;4081;p56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2" name="Google Shape;4082;p56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3" name="Google Shape;4083;p56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4" name="Google Shape;4084;p56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5" name="Google Shape;4085;p56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6" name="Google Shape;4086;p56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7" name="Google Shape;4087;p56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8" name="Google Shape;4088;p56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9" name="Google Shape;4089;p56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0" name="Google Shape;4090;p56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1" name="Google Shape;4091;p56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2" name="Google Shape;4092;p56"/>
          <p:cNvSpPr/>
          <p:nvPr/>
        </p:nvSpPr>
        <p:spPr>
          <a:xfrm>
            <a:off x="8369749" y="974868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3" name="Google Shape;4093;p56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4" name="Google Shape;4094;p56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5" name="Google Shape;4095;p56"/>
          <p:cNvSpPr/>
          <p:nvPr/>
        </p:nvSpPr>
        <p:spPr>
          <a:xfrm rot="-2558162">
            <a:off x="3482333" y="4469999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6" name="Google Shape;4096;p56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7" name="Google Shape;4097;p56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8" name="Google Shape;4098;p56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9" name="Google Shape;4099;p56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0" name="Google Shape;4100;p56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1" name="Google Shape;4101;p56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2" name="Google Shape;4102;p56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3" name="Google Shape;4103;p56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7" name="Shape 4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8" name="Google Shape;4108;p5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109" name="Google Shape;4109;p5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110" name="Google Shape;4110;p5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1" name="Google Shape;4111;p5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4112" name="Google Shape;4112;p57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3" name="Google Shape;4113;p57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4" name="Google Shape;4114;p57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5" name="Google Shape;4115;p57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6" name="Google Shape;4116;p57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7" name="Google Shape;4117;p57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8" name="Google Shape;4118;p57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9" name="Google Shape;4119;p57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0" name="Google Shape;4120;p57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1" name="Google Shape;4121;p57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2" name="Google Shape;4122;p57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3" name="Google Shape;4123;p57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4" name="Google Shape;4124;p57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5" name="Google Shape;4125;p57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6" name="Google Shape;4126;p57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7" name="Google Shape;4127;p57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8" name="Google Shape;4128;p57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9" name="Google Shape;4129;p57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0" name="Google Shape;4130;p57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1" name="Google Shape;4131;p57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2" name="Google Shape;4132;p57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3" name="Google Shape;4133;p57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4" name="Google Shape;4134;p57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5" name="Google Shape;4135;p57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6" name="Google Shape;4136;p57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7" name="Google Shape;4137;p57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8" name="Google Shape;4138;p57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9" name="Google Shape;4139;p57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0" name="Google Shape;4140;p57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1" name="Google Shape;4141;p57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2" name="Google Shape;4142;p57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3" name="Google Shape;4143;p57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4" name="Google Shape;4144;p57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5" name="Google Shape;4145;p57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6" name="Google Shape;4146;p57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7" name="Google Shape;4147;p57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8" name="Google Shape;4148;p57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9" name="Google Shape;4149;p57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0" name="Google Shape;4150;p57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1" name="Google Shape;4151;p57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2" name="Google Shape;4152;p57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3" name="Google Shape;4153;p57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4" name="Google Shape;4154;p57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5" name="Google Shape;4155;p57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6" name="Google Shape;4156;p57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7" name="Google Shape;4157;p57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8" name="Google Shape;4158;p57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9" name="Google Shape;4159;p57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0" name="Google Shape;4160;p57"/>
          <p:cNvSpPr txBox="1"/>
          <p:nvPr/>
        </p:nvSpPr>
        <p:spPr>
          <a:xfrm>
            <a:off x="5342056" y="416156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1" name="Google Shape;4161;p57"/>
          <p:cNvSpPr txBox="1"/>
          <p:nvPr/>
        </p:nvSpPr>
        <p:spPr>
          <a:xfrm>
            <a:off x="639040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2" name="Google Shape;4162;p57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3" name="Google Shape;4163;p57"/>
          <p:cNvSpPr txBox="1"/>
          <p:nvPr/>
        </p:nvSpPr>
        <p:spPr>
          <a:xfrm>
            <a:off x="836974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4" name="Google Shape;4164;p57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5" name="Google Shape;4165;p57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6" name="Google Shape;4166;p57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7" name="Google Shape;4167;p57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8" name="Google Shape;4168;p57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9" name="Google Shape;4169;p57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0" name="Google Shape;4170;p57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1" name="Google Shape;4171;p57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2" name="Google Shape;4172;p57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3" name="Google Shape;4173;p57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4" name="Google Shape;4174;p57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5" name="Google Shape;4175;p57"/>
          <p:cNvSpPr/>
          <p:nvPr/>
        </p:nvSpPr>
        <p:spPr>
          <a:xfrm>
            <a:off x="8369749" y="974868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6" name="Google Shape;4176;p57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7" name="Google Shape;4177;p57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8" name="Google Shape;4178;p57"/>
          <p:cNvSpPr/>
          <p:nvPr/>
        </p:nvSpPr>
        <p:spPr>
          <a:xfrm rot="-2558162">
            <a:off x="3482333" y="4469999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9" name="Google Shape;4179;p57"/>
          <p:cNvSpPr/>
          <p:nvPr/>
        </p:nvSpPr>
        <p:spPr>
          <a:xfrm>
            <a:off x="3159802" y="3397515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0" name="Google Shape;4180;p57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1" name="Google Shape;4181;p57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2" name="Google Shape;4182;p57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3" name="Google Shape;4183;p57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4" name="Google Shape;4184;p57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5" name="Google Shape;4185;p57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6" name="Google Shape;4186;p57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7" name="Google Shape;4187;p57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1" name="Shape 4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2" name="Google Shape;4192;p5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193" name="Google Shape;4193;p5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194" name="Google Shape;4194;p5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95" name="Google Shape;4195;p5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4196" name="Google Shape;4196;p58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7" name="Google Shape;4197;p58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8" name="Google Shape;4198;p58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9" name="Google Shape;4199;p58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0" name="Google Shape;4200;p58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1" name="Google Shape;4201;p58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2" name="Google Shape;4202;p58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3" name="Google Shape;4203;p58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4" name="Google Shape;4204;p58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5" name="Google Shape;4205;p58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6" name="Google Shape;4206;p58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7" name="Google Shape;4207;p58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8" name="Google Shape;4208;p58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9" name="Google Shape;4209;p58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0" name="Google Shape;4210;p58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1" name="Google Shape;4211;p58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2" name="Google Shape;4212;p58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3" name="Google Shape;4213;p58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4" name="Google Shape;4214;p58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5" name="Google Shape;4215;p58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6" name="Google Shape;4216;p58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7" name="Google Shape;4217;p58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8" name="Google Shape;4218;p58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9" name="Google Shape;4219;p58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0" name="Google Shape;4220;p58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1" name="Google Shape;4221;p58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2" name="Google Shape;4222;p58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3" name="Google Shape;4223;p58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4" name="Google Shape;4224;p58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5" name="Google Shape;4225;p58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6" name="Google Shape;4226;p58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7" name="Google Shape;4227;p58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8" name="Google Shape;4228;p58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9" name="Google Shape;4229;p58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0" name="Google Shape;4230;p58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1" name="Google Shape;4231;p58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2" name="Google Shape;4232;p58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3" name="Google Shape;4233;p58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4" name="Google Shape;4234;p58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5" name="Google Shape;4235;p58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6" name="Google Shape;4236;p58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7" name="Google Shape;4237;p58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8" name="Google Shape;4238;p58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9" name="Google Shape;4239;p58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0" name="Google Shape;4240;p58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1" name="Google Shape;4241;p58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2" name="Google Shape;4242;p58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3" name="Google Shape;4243;p58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4" name="Google Shape;4244;p58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5" name="Google Shape;4245;p58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6" name="Google Shape;4246;p58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7" name="Google Shape;4247;p58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8" name="Google Shape;4248;p58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9" name="Google Shape;4249;p58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0" name="Google Shape;4250;p58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1" name="Google Shape;4251;p58"/>
          <p:cNvSpPr/>
          <p:nvPr/>
        </p:nvSpPr>
        <p:spPr>
          <a:xfrm>
            <a:off x="8369749" y="974868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2" name="Google Shape;4252;p58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3" name="Google Shape;4253;p58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4" name="Google Shape;4254;p58"/>
          <p:cNvSpPr/>
          <p:nvPr/>
        </p:nvSpPr>
        <p:spPr>
          <a:xfrm rot="-2558162">
            <a:off x="3651038" y="6284894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5" name="Google Shape;4255;p58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6" name="Google Shape;4256;p58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7" name="Google Shape;4257;p58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8" name="Google Shape;4258;p58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9" name="Google Shape;4259;p58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0" name="Google Shape;4260;p58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1" name="Google Shape;4261;p58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2" name="Google Shape;4262;p58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3" name="Google Shape;4263;p58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4" name="Google Shape;4264;p58"/>
          <p:cNvSpPr txBox="1"/>
          <p:nvPr/>
        </p:nvSpPr>
        <p:spPr>
          <a:xfrm>
            <a:off x="2433587" y="419758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5" name="Google Shape;4265;p58"/>
          <p:cNvSpPr txBox="1"/>
          <p:nvPr/>
        </p:nvSpPr>
        <p:spPr>
          <a:xfrm>
            <a:off x="3379389" y="415840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6" name="Google Shape;4266;p58"/>
          <p:cNvSpPr txBox="1"/>
          <p:nvPr/>
        </p:nvSpPr>
        <p:spPr>
          <a:xfrm>
            <a:off x="4325191" y="4177596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7" name="Google Shape;4267;p58"/>
          <p:cNvSpPr txBox="1"/>
          <p:nvPr/>
        </p:nvSpPr>
        <p:spPr>
          <a:xfrm>
            <a:off x="5373544" y="419071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8" name="Google Shape;4268;p58"/>
          <p:cNvSpPr txBox="1"/>
          <p:nvPr/>
        </p:nvSpPr>
        <p:spPr>
          <a:xfrm>
            <a:off x="642189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9" name="Google Shape;4269;p58"/>
          <p:cNvSpPr txBox="1"/>
          <p:nvPr/>
        </p:nvSpPr>
        <p:spPr>
          <a:xfrm>
            <a:off x="7411566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0" name="Google Shape;4270;p58"/>
          <p:cNvSpPr txBox="1"/>
          <p:nvPr/>
        </p:nvSpPr>
        <p:spPr>
          <a:xfrm>
            <a:off x="840123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1" name="Google Shape;4271;p58"/>
          <p:cNvSpPr txBox="1"/>
          <p:nvPr/>
        </p:nvSpPr>
        <p:spPr>
          <a:xfrm>
            <a:off x="939090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5" name="Shape 4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6" name="Google Shape;4276;p5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277" name="Google Shape;4277;p5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278" name="Google Shape;4278;p5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9" name="Google Shape;4279;p5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4280" name="Google Shape;4280;p59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1" name="Google Shape;4281;p59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2" name="Google Shape;4282;p59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3" name="Google Shape;4283;p59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4" name="Google Shape;4284;p59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5" name="Google Shape;4285;p59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6" name="Google Shape;4286;p59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7" name="Google Shape;4287;p59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8" name="Google Shape;4288;p59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9" name="Google Shape;4289;p59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0" name="Google Shape;4290;p59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1" name="Google Shape;4291;p59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2" name="Google Shape;4292;p59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3" name="Google Shape;4293;p59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4" name="Google Shape;4294;p59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5" name="Google Shape;4295;p59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6" name="Google Shape;4296;p59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7" name="Google Shape;4297;p59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8" name="Google Shape;4298;p59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9" name="Google Shape;4299;p59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0" name="Google Shape;4300;p59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1" name="Google Shape;4301;p59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2" name="Google Shape;4302;p59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3" name="Google Shape;4303;p59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4" name="Google Shape;4304;p59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5" name="Google Shape;4305;p59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6" name="Google Shape;4306;p59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7" name="Google Shape;4307;p59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8" name="Google Shape;4308;p59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9" name="Google Shape;4309;p59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0" name="Google Shape;4310;p59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1" name="Google Shape;4311;p59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2" name="Google Shape;4312;p59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3" name="Google Shape;4313;p59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4" name="Google Shape;4314;p59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5" name="Google Shape;4315;p59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6" name="Google Shape;4316;p59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7" name="Google Shape;4317;p59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8" name="Google Shape;4318;p59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9" name="Google Shape;4319;p59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0" name="Google Shape;4320;p59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1" name="Google Shape;4321;p59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2" name="Google Shape;4322;p59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3" name="Google Shape;4323;p59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4" name="Google Shape;4324;p59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5" name="Google Shape;4325;p59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6" name="Google Shape;4326;p59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7" name="Google Shape;4327;p59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8" name="Google Shape;4328;p59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9" name="Google Shape;4329;p59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0" name="Google Shape;4330;p59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1" name="Google Shape;4331;p59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2" name="Google Shape;4332;p59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3" name="Google Shape;4333;p59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4" name="Google Shape;4334;p59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5" name="Google Shape;4335;p59"/>
          <p:cNvSpPr/>
          <p:nvPr/>
        </p:nvSpPr>
        <p:spPr>
          <a:xfrm>
            <a:off x="7309860" y="974868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6" name="Google Shape;4336;p59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7" name="Google Shape;4337;p59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8" name="Google Shape;4338;p59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9" name="Google Shape;4339;p59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0" name="Google Shape;4340;p59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1" name="Google Shape;4341;p59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2" name="Google Shape;4342;p59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3" name="Google Shape;4343;p59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4" name="Google Shape;4344;p59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5" name="Google Shape;4345;p59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6" name="Google Shape;4346;p59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7" name="Google Shape;4347;p59"/>
          <p:cNvSpPr txBox="1"/>
          <p:nvPr/>
        </p:nvSpPr>
        <p:spPr>
          <a:xfrm>
            <a:off x="2402099" y="419758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8" name="Google Shape;4348;p59"/>
          <p:cNvSpPr txBox="1"/>
          <p:nvPr/>
        </p:nvSpPr>
        <p:spPr>
          <a:xfrm>
            <a:off x="3347901" y="415840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9" name="Google Shape;4349;p59"/>
          <p:cNvSpPr txBox="1"/>
          <p:nvPr/>
        </p:nvSpPr>
        <p:spPr>
          <a:xfrm>
            <a:off x="4293703" y="4177596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0" name="Google Shape;4350;p59"/>
          <p:cNvSpPr txBox="1"/>
          <p:nvPr/>
        </p:nvSpPr>
        <p:spPr>
          <a:xfrm>
            <a:off x="5342056" y="419071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1" name="Google Shape;4351;p59"/>
          <p:cNvSpPr txBox="1"/>
          <p:nvPr/>
        </p:nvSpPr>
        <p:spPr>
          <a:xfrm>
            <a:off x="639040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2" name="Google Shape;4352;p59"/>
          <p:cNvSpPr txBox="1"/>
          <p:nvPr/>
        </p:nvSpPr>
        <p:spPr>
          <a:xfrm>
            <a:off x="738007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3" name="Google Shape;4353;p59"/>
          <p:cNvSpPr txBox="1"/>
          <p:nvPr/>
        </p:nvSpPr>
        <p:spPr>
          <a:xfrm>
            <a:off x="836974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4" name="Google Shape;4354;p59"/>
          <p:cNvSpPr txBox="1"/>
          <p:nvPr/>
        </p:nvSpPr>
        <p:spPr>
          <a:xfrm>
            <a:off x="935941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8" name="Shape 4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9" name="Google Shape;4359;p6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360" name="Google Shape;4360;p6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361" name="Google Shape;4361;p6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62" name="Google Shape;4362;p6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4363" name="Google Shape;4363;p60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4" name="Google Shape;4364;p60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5" name="Google Shape;4365;p60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6" name="Google Shape;4366;p60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7" name="Google Shape;4367;p60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8" name="Google Shape;4368;p60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9" name="Google Shape;4369;p60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0" name="Google Shape;4370;p60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1" name="Google Shape;4371;p60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2" name="Google Shape;4372;p60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3" name="Google Shape;4373;p60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4" name="Google Shape;4374;p60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5" name="Google Shape;4375;p60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6" name="Google Shape;4376;p60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7" name="Google Shape;4377;p60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8" name="Google Shape;4378;p60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9" name="Google Shape;4379;p60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0" name="Google Shape;4380;p60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1" name="Google Shape;4381;p60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2" name="Google Shape;4382;p60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3" name="Google Shape;4383;p60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4" name="Google Shape;4384;p60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5" name="Google Shape;4385;p60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6" name="Google Shape;4386;p60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7" name="Google Shape;4387;p60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8" name="Google Shape;4388;p60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9" name="Google Shape;4389;p60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0" name="Google Shape;4390;p60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1" name="Google Shape;4391;p60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2" name="Google Shape;4392;p60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3" name="Google Shape;4393;p60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4" name="Google Shape;4394;p60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5" name="Google Shape;4395;p60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6" name="Google Shape;4396;p60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7" name="Google Shape;4397;p60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8" name="Google Shape;4398;p60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9" name="Google Shape;4399;p60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0" name="Google Shape;4400;p60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1" name="Google Shape;4401;p60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2" name="Google Shape;4402;p60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3" name="Google Shape;4403;p60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4" name="Google Shape;4404;p60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5" name="Google Shape;4405;p60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6" name="Google Shape;4406;p60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7" name="Google Shape;4407;p60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8" name="Google Shape;4408;p60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9" name="Google Shape;4409;p60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0" name="Google Shape;4410;p60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1" name="Google Shape;4411;p60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2" name="Google Shape;4412;p60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3" name="Google Shape;4413;p60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4" name="Google Shape;4414;p60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5" name="Google Shape;4415;p60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6" name="Google Shape;4416;p60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7" name="Google Shape;4417;p60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8" name="Google Shape;4418;p60"/>
          <p:cNvSpPr/>
          <p:nvPr/>
        </p:nvSpPr>
        <p:spPr>
          <a:xfrm>
            <a:off x="7309860" y="974868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9" name="Google Shape;4419;p60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0" name="Google Shape;4420;p60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1" name="Google Shape;4421;p60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2" name="Google Shape;4422;p60"/>
          <p:cNvSpPr/>
          <p:nvPr/>
        </p:nvSpPr>
        <p:spPr>
          <a:xfrm rot="-2558162">
            <a:off x="6437704" y="6284896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3" name="Google Shape;4423;p60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4" name="Google Shape;4424;p60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5" name="Google Shape;4425;p60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6" name="Google Shape;4426;p60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7" name="Google Shape;4427;p60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8" name="Google Shape;4428;p60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9" name="Google Shape;4429;p60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0" name="Google Shape;4430;p60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1" name="Google Shape;4431;p60"/>
          <p:cNvSpPr txBox="1"/>
          <p:nvPr/>
        </p:nvSpPr>
        <p:spPr>
          <a:xfrm>
            <a:off x="2433587" y="419446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2" name="Google Shape;4432;p60"/>
          <p:cNvSpPr txBox="1"/>
          <p:nvPr/>
        </p:nvSpPr>
        <p:spPr>
          <a:xfrm>
            <a:off x="3379389" y="4155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3" name="Google Shape;4433;p60"/>
          <p:cNvSpPr txBox="1"/>
          <p:nvPr/>
        </p:nvSpPr>
        <p:spPr>
          <a:xfrm>
            <a:off x="4325191" y="4174471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4" name="Google Shape;4434;p60"/>
          <p:cNvSpPr txBox="1"/>
          <p:nvPr/>
        </p:nvSpPr>
        <p:spPr>
          <a:xfrm>
            <a:off x="5373544" y="418759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5" name="Google Shape;4435;p60"/>
          <p:cNvSpPr txBox="1"/>
          <p:nvPr/>
        </p:nvSpPr>
        <p:spPr>
          <a:xfrm>
            <a:off x="642189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6" name="Google Shape;4436;p60"/>
          <p:cNvSpPr txBox="1"/>
          <p:nvPr/>
        </p:nvSpPr>
        <p:spPr>
          <a:xfrm>
            <a:off x="7411566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7" name="Google Shape;4437;p60"/>
          <p:cNvSpPr txBox="1"/>
          <p:nvPr/>
        </p:nvSpPr>
        <p:spPr>
          <a:xfrm>
            <a:off x="840123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8" name="Google Shape;4438;p60"/>
          <p:cNvSpPr txBox="1"/>
          <p:nvPr/>
        </p:nvSpPr>
        <p:spPr>
          <a:xfrm>
            <a:off x="939090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2" name="Shape 4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3" name="Google Shape;4443;p6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444" name="Google Shape;4444;p6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445" name="Google Shape;4445;p6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46" name="Google Shape;4446;p6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4447" name="Google Shape;4447;p61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8" name="Google Shape;4448;p61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9" name="Google Shape;4449;p61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0" name="Google Shape;4450;p61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1" name="Google Shape;4451;p61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2" name="Google Shape;4452;p61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3" name="Google Shape;4453;p61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4" name="Google Shape;4454;p61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5" name="Google Shape;4455;p61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6" name="Google Shape;4456;p61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7" name="Google Shape;4457;p61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8" name="Google Shape;4458;p61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9" name="Google Shape;4459;p61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0" name="Google Shape;4460;p61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1" name="Google Shape;4461;p61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2" name="Google Shape;4462;p61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3" name="Google Shape;4463;p61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4" name="Google Shape;4464;p61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5" name="Google Shape;4465;p61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6" name="Google Shape;4466;p61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7" name="Google Shape;4467;p61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8" name="Google Shape;4468;p61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9" name="Google Shape;4469;p61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0" name="Google Shape;4470;p61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1" name="Google Shape;4471;p61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2" name="Google Shape;4472;p61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3" name="Google Shape;4473;p61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4" name="Google Shape;4474;p61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5" name="Google Shape;4475;p61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6" name="Google Shape;4476;p61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7" name="Google Shape;4477;p61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8" name="Google Shape;4478;p61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9" name="Google Shape;4479;p61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0" name="Google Shape;4480;p61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1" name="Google Shape;4481;p61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2" name="Google Shape;4482;p61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3" name="Google Shape;4483;p61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4" name="Google Shape;4484;p61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5" name="Google Shape;4485;p61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6" name="Google Shape;4486;p61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7" name="Google Shape;4487;p61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8" name="Google Shape;4488;p61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9" name="Google Shape;4489;p61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0" name="Google Shape;4490;p61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1" name="Google Shape;4491;p61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2" name="Google Shape;4492;p61"/>
          <p:cNvSpPr txBox="1"/>
          <p:nvPr/>
        </p:nvSpPr>
        <p:spPr>
          <a:xfrm>
            <a:off x="2402099" y="416843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3" name="Google Shape;4493;p61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4" name="Google Shape;4494;p61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5" name="Google Shape;4495;p61"/>
          <p:cNvSpPr txBox="1"/>
          <p:nvPr/>
        </p:nvSpPr>
        <p:spPr>
          <a:xfrm>
            <a:off x="5342056" y="416156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6" name="Google Shape;4496;p61"/>
          <p:cNvSpPr txBox="1"/>
          <p:nvPr/>
        </p:nvSpPr>
        <p:spPr>
          <a:xfrm>
            <a:off x="639040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7" name="Google Shape;4497;p61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8" name="Google Shape;4498;p61"/>
          <p:cNvSpPr txBox="1"/>
          <p:nvPr/>
        </p:nvSpPr>
        <p:spPr>
          <a:xfrm>
            <a:off x="8369749" y="417468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9" name="Google Shape;4499;p61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0" name="Google Shape;4500;p61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1" name="Google Shape;4501;p61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2" name="Google Shape;4502;p61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3" name="Google Shape;4503;p61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4" name="Google Shape;4504;p61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5" name="Google Shape;4505;p61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6" name="Google Shape;4506;p61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7" name="Google Shape;4507;p61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8" name="Google Shape;4508;p61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9" name="Google Shape;4509;p61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0" name="Google Shape;4510;p61"/>
          <p:cNvSpPr/>
          <p:nvPr/>
        </p:nvSpPr>
        <p:spPr>
          <a:xfrm>
            <a:off x="7309860" y="974868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1" name="Google Shape;4511;p61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2" name="Google Shape;4512;p61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3" name="Google Shape;4513;p61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4" name="Google Shape;4514;p61"/>
          <p:cNvSpPr/>
          <p:nvPr/>
        </p:nvSpPr>
        <p:spPr>
          <a:xfrm rot="-2558162">
            <a:off x="7480151" y="4621829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5" name="Google Shape;4515;p61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6" name="Google Shape;4516;p61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7" name="Google Shape;4517;p61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8" name="Google Shape;4518;p61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9" name="Google Shape;4519;p61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0" name="Google Shape;4520;p61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1" name="Google Shape;4521;p61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2" name="Google Shape;4522;p61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3" name="Google Shape;4523;p61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7" name="Shape 4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8" name="Google Shape;4528;p6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529" name="Google Shape;4529;p6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530" name="Google Shape;4530;p6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1" name="Google Shape;4531;p6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4532" name="Google Shape;4532;p62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3" name="Google Shape;4533;p62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4" name="Google Shape;4534;p62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5" name="Google Shape;4535;p62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6" name="Google Shape;4536;p62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7" name="Google Shape;4537;p62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8" name="Google Shape;4538;p62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9" name="Google Shape;4539;p62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0" name="Google Shape;4540;p62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1" name="Google Shape;4541;p62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2" name="Google Shape;4542;p62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3" name="Google Shape;4543;p62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4" name="Google Shape;4544;p62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5" name="Google Shape;4545;p62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6" name="Google Shape;4546;p62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7" name="Google Shape;4547;p62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8" name="Google Shape;4548;p62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9" name="Google Shape;4549;p62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0" name="Google Shape;4550;p62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1" name="Google Shape;4551;p62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2" name="Google Shape;4552;p62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3" name="Google Shape;4553;p62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4" name="Google Shape;4554;p62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5" name="Google Shape;4555;p62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6" name="Google Shape;4556;p62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7" name="Google Shape;4557;p62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8" name="Google Shape;4558;p62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9" name="Google Shape;4559;p62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0" name="Google Shape;4560;p62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1" name="Google Shape;4561;p62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2" name="Google Shape;4562;p62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3" name="Google Shape;4563;p62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4" name="Google Shape;4564;p62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5" name="Google Shape;4565;p62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6" name="Google Shape;4566;p62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7" name="Google Shape;4567;p62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8" name="Google Shape;4568;p62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9" name="Google Shape;4569;p62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0" name="Google Shape;4570;p62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1" name="Google Shape;4571;p62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2" name="Google Shape;4572;p62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3" name="Google Shape;4573;p62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4" name="Google Shape;4574;p62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5" name="Google Shape;4575;p62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6" name="Google Shape;4576;p62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7" name="Google Shape;4577;p62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8" name="Google Shape;4578;p62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9" name="Google Shape;4579;p62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0" name="Google Shape;4580;p62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1" name="Google Shape;4581;p62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2" name="Google Shape;4582;p62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3" name="Google Shape;4583;p62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4" name="Google Shape;4584;p62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5" name="Google Shape;4585;p62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6" name="Google Shape;4586;p62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7" name="Google Shape;4587;p62"/>
          <p:cNvSpPr/>
          <p:nvPr/>
        </p:nvSpPr>
        <p:spPr>
          <a:xfrm>
            <a:off x="7309860" y="974868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8" name="Google Shape;4588;p62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9" name="Google Shape;4589;p62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0" name="Google Shape;4590;p62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1" name="Google Shape;4591;p62"/>
          <p:cNvSpPr/>
          <p:nvPr/>
        </p:nvSpPr>
        <p:spPr>
          <a:xfrm rot="-2558162">
            <a:off x="6612312" y="6008383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2" name="Google Shape;4592;p62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3" name="Google Shape;4593;p62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4" name="Google Shape;4594;p62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5" name="Google Shape;4595;p62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6" name="Google Shape;4596;p62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7" name="Google Shape;4597;p62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8" name="Google Shape;4598;p62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9" name="Google Shape;4599;p62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0" name="Google Shape;4600;p62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1" name="Google Shape;4601;p62"/>
          <p:cNvSpPr txBox="1"/>
          <p:nvPr/>
        </p:nvSpPr>
        <p:spPr>
          <a:xfrm>
            <a:off x="2433587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2" name="Google Shape;4602;p62"/>
          <p:cNvSpPr txBox="1"/>
          <p:nvPr/>
        </p:nvSpPr>
        <p:spPr>
          <a:xfrm>
            <a:off x="3379389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3" name="Google Shape;4603;p62"/>
          <p:cNvSpPr txBox="1"/>
          <p:nvPr/>
        </p:nvSpPr>
        <p:spPr>
          <a:xfrm>
            <a:off x="4325191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4" name="Google Shape;4604;p62"/>
          <p:cNvSpPr txBox="1"/>
          <p:nvPr/>
        </p:nvSpPr>
        <p:spPr>
          <a:xfrm>
            <a:off x="5373544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5" name="Google Shape;4605;p62"/>
          <p:cNvSpPr txBox="1"/>
          <p:nvPr/>
        </p:nvSpPr>
        <p:spPr>
          <a:xfrm>
            <a:off x="642189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6" name="Google Shape;4606;p62"/>
          <p:cNvSpPr txBox="1"/>
          <p:nvPr/>
        </p:nvSpPr>
        <p:spPr>
          <a:xfrm>
            <a:off x="7411566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7" name="Google Shape;4607;p62"/>
          <p:cNvSpPr txBox="1"/>
          <p:nvPr/>
        </p:nvSpPr>
        <p:spPr>
          <a:xfrm>
            <a:off x="840123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8" name="Google Shape;4608;p62"/>
          <p:cNvSpPr txBox="1"/>
          <p:nvPr/>
        </p:nvSpPr>
        <p:spPr>
          <a:xfrm>
            <a:off x="939090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2" name="Shape 4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3" name="Google Shape;4613;p6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614" name="Google Shape;4614;p6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615" name="Google Shape;4615;p6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16" name="Google Shape;4616;p6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4617" name="Google Shape;4617;p63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8" name="Google Shape;4618;p63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9" name="Google Shape;4619;p63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0" name="Google Shape;4620;p63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1" name="Google Shape;4621;p63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2" name="Google Shape;4622;p63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3" name="Google Shape;4623;p63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4" name="Google Shape;4624;p63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5" name="Google Shape;4625;p63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6" name="Google Shape;4626;p63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7" name="Google Shape;4627;p63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8" name="Google Shape;4628;p63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9" name="Google Shape;4629;p63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0" name="Google Shape;4630;p63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1" name="Google Shape;4631;p63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2" name="Google Shape;4632;p63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3" name="Google Shape;4633;p63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4" name="Google Shape;4634;p63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5" name="Google Shape;4635;p63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6" name="Google Shape;4636;p63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7" name="Google Shape;4637;p63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8" name="Google Shape;4638;p63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9" name="Google Shape;4639;p63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0" name="Google Shape;4640;p63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1" name="Google Shape;4641;p63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2" name="Google Shape;4642;p63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3" name="Google Shape;4643;p63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4" name="Google Shape;4644;p63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5" name="Google Shape;4645;p63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6" name="Google Shape;4646;p63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7" name="Google Shape;4647;p63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8" name="Google Shape;4648;p63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9" name="Google Shape;4649;p63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0" name="Google Shape;4650;p63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1" name="Google Shape;4651;p63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2" name="Google Shape;4652;p63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3" name="Google Shape;4653;p63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4" name="Google Shape;4654;p63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5" name="Google Shape;4655;p63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6" name="Google Shape;4656;p63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7" name="Google Shape;4657;p63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8" name="Google Shape;4658;p63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9" name="Google Shape;4659;p63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0" name="Google Shape;4660;p63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1" name="Google Shape;4661;p63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2" name="Google Shape;4662;p63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3" name="Google Shape;4663;p63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4" name="Google Shape;4664;p63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5" name="Google Shape;4665;p63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6" name="Google Shape;4666;p63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7" name="Google Shape;4667;p63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8" name="Google Shape;4668;p63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9" name="Google Shape;4669;p63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0" name="Google Shape;4670;p63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1" name="Google Shape;4671;p63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2" name="Google Shape;4672;p63"/>
          <p:cNvSpPr/>
          <p:nvPr/>
        </p:nvSpPr>
        <p:spPr>
          <a:xfrm>
            <a:off x="6369011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3" name="Google Shape;4673;p63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4" name="Google Shape;4674;p63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5" name="Google Shape;4675;p63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6" name="Google Shape;4676;p63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7" name="Google Shape;4677;p63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8" name="Google Shape;4678;p63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9" name="Google Shape;4679;p63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0" name="Google Shape;4680;p63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1" name="Google Shape;4681;p63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2" name="Google Shape;4682;p63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3" name="Google Shape;4683;p63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4" name="Google Shape;4684;p63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5" name="Google Shape;4685;p63"/>
          <p:cNvSpPr txBox="1"/>
          <p:nvPr/>
        </p:nvSpPr>
        <p:spPr>
          <a:xfrm>
            <a:off x="2433587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6" name="Google Shape;4686;p63"/>
          <p:cNvSpPr txBox="1"/>
          <p:nvPr/>
        </p:nvSpPr>
        <p:spPr>
          <a:xfrm>
            <a:off x="3379389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7" name="Google Shape;4687;p63"/>
          <p:cNvSpPr txBox="1"/>
          <p:nvPr/>
        </p:nvSpPr>
        <p:spPr>
          <a:xfrm>
            <a:off x="4325191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8" name="Google Shape;4688;p63"/>
          <p:cNvSpPr txBox="1"/>
          <p:nvPr/>
        </p:nvSpPr>
        <p:spPr>
          <a:xfrm>
            <a:off x="5373544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9" name="Google Shape;4689;p63"/>
          <p:cNvSpPr txBox="1"/>
          <p:nvPr/>
        </p:nvSpPr>
        <p:spPr>
          <a:xfrm>
            <a:off x="642189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0" name="Google Shape;4690;p63"/>
          <p:cNvSpPr txBox="1"/>
          <p:nvPr/>
        </p:nvSpPr>
        <p:spPr>
          <a:xfrm>
            <a:off x="7411566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1" name="Google Shape;4691;p63"/>
          <p:cNvSpPr txBox="1"/>
          <p:nvPr/>
        </p:nvSpPr>
        <p:spPr>
          <a:xfrm>
            <a:off x="840123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2" name="Google Shape;4692;p63"/>
          <p:cNvSpPr txBox="1"/>
          <p:nvPr/>
        </p:nvSpPr>
        <p:spPr>
          <a:xfrm>
            <a:off x="939090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6" name="Shape 4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7" name="Google Shape;4697;p6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698" name="Google Shape;4698;p6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699" name="Google Shape;4699;p6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00" name="Google Shape;4700;p6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4701" name="Google Shape;4701;p64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2" name="Google Shape;4702;p64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3" name="Google Shape;4703;p64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4" name="Google Shape;4704;p64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5" name="Google Shape;4705;p64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6" name="Google Shape;4706;p64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7" name="Google Shape;4707;p64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8" name="Google Shape;4708;p64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9" name="Google Shape;4709;p64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0" name="Google Shape;4710;p64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1" name="Google Shape;4711;p64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2" name="Google Shape;4712;p64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3" name="Google Shape;4713;p64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4" name="Google Shape;4714;p64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5" name="Google Shape;4715;p64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6" name="Google Shape;4716;p64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7" name="Google Shape;4717;p64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8" name="Google Shape;4718;p64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9" name="Google Shape;4719;p64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0" name="Google Shape;4720;p64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1" name="Google Shape;4721;p64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2" name="Google Shape;4722;p64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3" name="Google Shape;4723;p64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4" name="Google Shape;4724;p64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5" name="Google Shape;4725;p64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6" name="Google Shape;4726;p64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7" name="Google Shape;4727;p64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8" name="Google Shape;4728;p64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9" name="Google Shape;4729;p64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0" name="Google Shape;4730;p64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1" name="Google Shape;4731;p64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2" name="Google Shape;4732;p64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3" name="Google Shape;4733;p64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4" name="Google Shape;4734;p64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5" name="Google Shape;4735;p64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6" name="Google Shape;4736;p64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7" name="Google Shape;4737;p64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8" name="Google Shape;4738;p64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9" name="Google Shape;4739;p64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0" name="Google Shape;4740;p64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1" name="Google Shape;4741;p64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2" name="Google Shape;4742;p64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3" name="Google Shape;4743;p64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4" name="Google Shape;4744;p64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5" name="Google Shape;4745;p64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6" name="Google Shape;4746;p64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7" name="Google Shape;4747;p64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8" name="Google Shape;4748;p64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9" name="Google Shape;4749;p64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0" name="Google Shape;4750;p64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1" name="Google Shape;4751;p64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2" name="Google Shape;4752;p64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3" name="Google Shape;4753;p64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4" name="Google Shape;4754;p64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5" name="Google Shape;4755;p64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6" name="Google Shape;4756;p64"/>
          <p:cNvSpPr/>
          <p:nvPr/>
        </p:nvSpPr>
        <p:spPr>
          <a:xfrm>
            <a:off x="6369011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7" name="Google Shape;4757;p64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8" name="Google Shape;4758;p64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9" name="Google Shape;4759;p64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0" name="Google Shape;4760;p64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1" name="Google Shape;4761;p64"/>
          <p:cNvSpPr/>
          <p:nvPr/>
        </p:nvSpPr>
        <p:spPr>
          <a:xfrm rot="-2558162">
            <a:off x="5588763" y="6269992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2" name="Google Shape;4762;p64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3" name="Google Shape;4763;p64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4" name="Google Shape;4764;p64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5" name="Google Shape;4765;p64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6" name="Google Shape;4766;p64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7" name="Google Shape;4767;p64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8" name="Google Shape;4768;p64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9" name="Google Shape;4769;p64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0" name="Google Shape;4770;p64"/>
          <p:cNvSpPr txBox="1"/>
          <p:nvPr/>
        </p:nvSpPr>
        <p:spPr>
          <a:xfrm>
            <a:off x="2433587" y="419758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1" name="Google Shape;4771;p64"/>
          <p:cNvSpPr txBox="1"/>
          <p:nvPr/>
        </p:nvSpPr>
        <p:spPr>
          <a:xfrm>
            <a:off x="3379389" y="415840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2" name="Google Shape;4772;p64"/>
          <p:cNvSpPr txBox="1"/>
          <p:nvPr/>
        </p:nvSpPr>
        <p:spPr>
          <a:xfrm>
            <a:off x="4325191" y="4177596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3" name="Google Shape;4773;p64"/>
          <p:cNvSpPr txBox="1"/>
          <p:nvPr/>
        </p:nvSpPr>
        <p:spPr>
          <a:xfrm>
            <a:off x="5373544" y="419071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4" name="Google Shape;4774;p64"/>
          <p:cNvSpPr txBox="1"/>
          <p:nvPr/>
        </p:nvSpPr>
        <p:spPr>
          <a:xfrm>
            <a:off x="642189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5" name="Google Shape;4775;p64"/>
          <p:cNvSpPr txBox="1"/>
          <p:nvPr/>
        </p:nvSpPr>
        <p:spPr>
          <a:xfrm>
            <a:off x="7411566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6" name="Google Shape;4776;p64"/>
          <p:cNvSpPr txBox="1"/>
          <p:nvPr/>
        </p:nvSpPr>
        <p:spPr>
          <a:xfrm>
            <a:off x="840123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7" name="Google Shape;4777;p64"/>
          <p:cNvSpPr txBox="1"/>
          <p:nvPr/>
        </p:nvSpPr>
        <p:spPr>
          <a:xfrm>
            <a:off x="939090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1" name="Shape 4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" name="Google Shape;4782;p6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783" name="Google Shape;4783;p6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784" name="Google Shape;4784;p6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85" name="Google Shape;4785;p6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4786" name="Google Shape;4786;p65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7" name="Google Shape;4787;p65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8" name="Google Shape;4788;p65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9" name="Google Shape;4789;p65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0" name="Google Shape;4790;p65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1" name="Google Shape;4791;p65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2" name="Google Shape;4792;p65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3" name="Google Shape;4793;p65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4" name="Google Shape;4794;p65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5" name="Google Shape;4795;p65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6" name="Google Shape;4796;p65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7" name="Google Shape;4797;p65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8" name="Google Shape;4798;p65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9" name="Google Shape;4799;p65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0" name="Google Shape;4800;p65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1" name="Google Shape;4801;p65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2" name="Google Shape;4802;p65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3" name="Google Shape;4803;p65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4" name="Google Shape;4804;p65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5" name="Google Shape;4805;p65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6" name="Google Shape;4806;p65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7" name="Google Shape;4807;p65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8" name="Google Shape;4808;p65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9" name="Google Shape;4809;p65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0" name="Google Shape;4810;p65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1" name="Google Shape;4811;p65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2" name="Google Shape;4812;p65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3" name="Google Shape;4813;p65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4" name="Google Shape;4814;p65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5" name="Google Shape;4815;p65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6" name="Google Shape;4816;p65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7" name="Google Shape;4817;p65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8" name="Google Shape;4818;p65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9" name="Google Shape;4819;p65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0" name="Google Shape;4820;p65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1" name="Google Shape;4821;p65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2" name="Google Shape;4822;p65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3" name="Google Shape;4823;p65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4" name="Google Shape;4824;p65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5" name="Google Shape;4825;p65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6" name="Google Shape;4826;p65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7" name="Google Shape;4827;p65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8" name="Google Shape;4828;p65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9" name="Google Shape;4829;p65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0" name="Google Shape;4830;p65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1" name="Google Shape;4831;p65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2" name="Google Shape;4832;p65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3" name="Google Shape;4833;p65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4" name="Google Shape;4834;p65"/>
          <p:cNvSpPr txBox="1"/>
          <p:nvPr/>
        </p:nvSpPr>
        <p:spPr>
          <a:xfrm>
            <a:off x="5342056" y="416156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5" name="Google Shape;4835;p65"/>
          <p:cNvSpPr txBox="1"/>
          <p:nvPr/>
        </p:nvSpPr>
        <p:spPr>
          <a:xfrm>
            <a:off x="6390409" y="417468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6" name="Google Shape;4836;p65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7" name="Google Shape;4837;p65"/>
          <p:cNvSpPr txBox="1"/>
          <p:nvPr/>
        </p:nvSpPr>
        <p:spPr>
          <a:xfrm>
            <a:off x="836974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8" name="Google Shape;4838;p65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9" name="Google Shape;4839;p65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0" name="Google Shape;4840;p65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1" name="Google Shape;4841;p65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2" name="Google Shape;4842;p65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3" name="Google Shape;4843;p65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4" name="Google Shape;4844;p65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5" name="Google Shape;4845;p65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6" name="Google Shape;4846;p65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7" name="Google Shape;4847;p65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8" name="Google Shape;4848;p65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9" name="Google Shape;4849;p65"/>
          <p:cNvSpPr/>
          <p:nvPr/>
        </p:nvSpPr>
        <p:spPr>
          <a:xfrm>
            <a:off x="6369011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0" name="Google Shape;4850;p65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1" name="Google Shape;4851;p65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2" name="Google Shape;4852;p65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3" name="Google Shape;4853;p65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4" name="Google Shape;4854;p65"/>
          <p:cNvSpPr/>
          <p:nvPr/>
        </p:nvSpPr>
        <p:spPr>
          <a:xfrm rot="-2558162">
            <a:off x="5622406" y="4407596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5" name="Google Shape;4855;p65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6" name="Google Shape;4856;p65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7" name="Google Shape;4857;p65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8" name="Google Shape;4858;p65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9" name="Google Shape;4859;p65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0" name="Google Shape;4860;p65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1" name="Google Shape;4861;p65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2" name="Google Shape;4862;p65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3" name="Google Shape;4863;p65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7" name="Shape 4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8" name="Google Shape;4868;p6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869" name="Google Shape;4869;p6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870" name="Google Shape;4870;p6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71" name="Google Shape;4871;p6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4872" name="Google Shape;4872;p66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3" name="Google Shape;4873;p66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4" name="Google Shape;4874;p66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5" name="Google Shape;4875;p66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6" name="Google Shape;4876;p66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7" name="Google Shape;4877;p66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8" name="Google Shape;4878;p66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9" name="Google Shape;4879;p66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0" name="Google Shape;4880;p66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1" name="Google Shape;4881;p66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2" name="Google Shape;4882;p66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3" name="Google Shape;4883;p66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4" name="Google Shape;4884;p66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5" name="Google Shape;4885;p66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6" name="Google Shape;4886;p66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7" name="Google Shape;4887;p66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8" name="Google Shape;4888;p66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9" name="Google Shape;4889;p66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0" name="Google Shape;4890;p66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1" name="Google Shape;4891;p66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2" name="Google Shape;4892;p66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3" name="Google Shape;4893;p66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4" name="Google Shape;4894;p66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5" name="Google Shape;4895;p66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6" name="Google Shape;4896;p66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7" name="Google Shape;4897;p66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8" name="Google Shape;4898;p66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9" name="Google Shape;4899;p66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0" name="Google Shape;4900;p66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1" name="Google Shape;4901;p66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2" name="Google Shape;4902;p66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3" name="Google Shape;4903;p66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4" name="Google Shape;4904;p66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5" name="Google Shape;4905;p66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6" name="Google Shape;4906;p66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7" name="Google Shape;4907;p66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8" name="Google Shape;4908;p66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9" name="Google Shape;4909;p66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0" name="Google Shape;4910;p66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1" name="Google Shape;4911;p66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2" name="Google Shape;4912;p66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3" name="Google Shape;4913;p66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4" name="Google Shape;4914;p66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5" name="Google Shape;4915;p66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6" name="Google Shape;4916;p66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7" name="Google Shape;4917;p66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8" name="Google Shape;4918;p66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9" name="Google Shape;4919;p66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0" name="Google Shape;4920;p66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1" name="Google Shape;4921;p66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2" name="Google Shape;4922;p66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3" name="Google Shape;4923;p66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4" name="Google Shape;4924;p66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5" name="Google Shape;4925;p66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6" name="Google Shape;4926;p66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7" name="Google Shape;4927;p66"/>
          <p:cNvSpPr/>
          <p:nvPr/>
        </p:nvSpPr>
        <p:spPr>
          <a:xfrm>
            <a:off x="6369011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8" name="Google Shape;4928;p66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9" name="Google Shape;4929;p66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0" name="Google Shape;4930;p66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1" name="Google Shape;4931;p66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2" name="Google Shape;4932;p66"/>
          <p:cNvSpPr/>
          <p:nvPr/>
        </p:nvSpPr>
        <p:spPr>
          <a:xfrm rot="-2558162">
            <a:off x="5453393" y="6284897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3" name="Google Shape;4933;p66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4" name="Google Shape;4934;p66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5" name="Google Shape;4935;p66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6" name="Google Shape;4936;p66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7" name="Google Shape;4937;p66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8" name="Google Shape;4938;p66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9" name="Google Shape;4939;p66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0" name="Google Shape;4940;p66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1" name="Google Shape;4941;p66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2" name="Google Shape;4942;p66"/>
          <p:cNvSpPr txBox="1"/>
          <p:nvPr/>
        </p:nvSpPr>
        <p:spPr>
          <a:xfrm>
            <a:off x="2433587" y="419758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3" name="Google Shape;4943;p66"/>
          <p:cNvSpPr txBox="1"/>
          <p:nvPr/>
        </p:nvSpPr>
        <p:spPr>
          <a:xfrm>
            <a:off x="3379389" y="415840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4" name="Google Shape;4944;p66"/>
          <p:cNvSpPr txBox="1"/>
          <p:nvPr/>
        </p:nvSpPr>
        <p:spPr>
          <a:xfrm>
            <a:off x="4325191" y="4177596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5" name="Google Shape;4945;p66"/>
          <p:cNvSpPr txBox="1"/>
          <p:nvPr/>
        </p:nvSpPr>
        <p:spPr>
          <a:xfrm>
            <a:off x="5373544" y="419071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6" name="Google Shape;4946;p66"/>
          <p:cNvSpPr txBox="1"/>
          <p:nvPr/>
        </p:nvSpPr>
        <p:spPr>
          <a:xfrm>
            <a:off x="642189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7" name="Google Shape;4947;p66"/>
          <p:cNvSpPr txBox="1"/>
          <p:nvPr/>
        </p:nvSpPr>
        <p:spPr>
          <a:xfrm>
            <a:off x="7411566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8" name="Google Shape;4948;p66"/>
          <p:cNvSpPr txBox="1"/>
          <p:nvPr/>
        </p:nvSpPr>
        <p:spPr>
          <a:xfrm>
            <a:off x="840123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9" name="Google Shape;4949;p66"/>
          <p:cNvSpPr txBox="1"/>
          <p:nvPr/>
        </p:nvSpPr>
        <p:spPr>
          <a:xfrm>
            <a:off x="939090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3" name="Shape 4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4" name="Google Shape;4954;p6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955" name="Google Shape;4955;p6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956" name="Google Shape;4956;p6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57" name="Google Shape;4957;p6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4958" name="Google Shape;4958;p67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9" name="Google Shape;4959;p67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0" name="Google Shape;4960;p67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1" name="Google Shape;4961;p67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2" name="Google Shape;4962;p67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3" name="Google Shape;4963;p67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4" name="Google Shape;4964;p67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5" name="Google Shape;4965;p67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6" name="Google Shape;4966;p67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7" name="Google Shape;4967;p67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8" name="Google Shape;4968;p67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9" name="Google Shape;4969;p67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0" name="Google Shape;4970;p67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1" name="Google Shape;4971;p67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2" name="Google Shape;4972;p67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3" name="Google Shape;4973;p67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4" name="Google Shape;4974;p67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5" name="Google Shape;4975;p67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6" name="Google Shape;4976;p67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7" name="Google Shape;4977;p67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8" name="Google Shape;4978;p67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9" name="Google Shape;4979;p67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0" name="Google Shape;4980;p67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1" name="Google Shape;4981;p67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2" name="Google Shape;4982;p67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3" name="Google Shape;4983;p67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4" name="Google Shape;4984;p67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5" name="Google Shape;4985;p67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6" name="Google Shape;4986;p67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7" name="Google Shape;4987;p67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8" name="Google Shape;4988;p67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9" name="Google Shape;4989;p67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0" name="Google Shape;4990;p67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1" name="Google Shape;4991;p67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2" name="Google Shape;4992;p67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3" name="Google Shape;4993;p67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4" name="Google Shape;4994;p67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5" name="Google Shape;4995;p67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6" name="Google Shape;4996;p67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7" name="Google Shape;4997;p67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8" name="Google Shape;4998;p67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9" name="Google Shape;4999;p67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0" name="Google Shape;5000;p67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1" name="Google Shape;5001;p67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2" name="Google Shape;5002;p67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3" name="Google Shape;5003;p67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4" name="Google Shape;5004;p67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5" name="Google Shape;5005;p67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6" name="Google Shape;5006;p67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7" name="Google Shape;5007;p67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8" name="Google Shape;5008;p67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9" name="Google Shape;5009;p67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0" name="Google Shape;5010;p67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1" name="Google Shape;5011;p67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2" name="Google Shape;5012;p67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3" name="Google Shape;5013;p67"/>
          <p:cNvSpPr/>
          <p:nvPr/>
        </p:nvSpPr>
        <p:spPr>
          <a:xfrm>
            <a:off x="5341571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4" name="Google Shape;5014;p67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5" name="Google Shape;5015;p67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6" name="Google Shape;5016;p67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7" name="Google Shape;5017;p67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8" name="Google Shape;5018;p67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9" name="Google Shape;5019;p67"/>
          <p:cNvSpPr/>
          <p:nvPr/>
        </p:nvSpPr>
        <p:spPr>
          <a:xfrm rot="-2558162">
            <a:off x="3486423" y="6448841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0" name="Google Shape;5020;p67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1" name="Google Shape;5021;p67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2" name="Google Shape;5022;p67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3" name="Google Shape;5023;p67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4" name="Google Shape;5024;p67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5" name="Google Shape;5025;p67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6" name="Google Shape;5026;p67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7" name="Google Shape;5027;p67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8" name="Google Shape;5028;p67"/>
          <p:cNvSpPr txBox="1"/>
          <p:nvPr/>
        </p:nvSpPr>
        <p:spPr>
          <a:xfrm>
            <a:off x="2433587" y="419446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9" name="Google Shape;5029;p67"/>
          <p:cNvSpPr txBox="1"/>
          <p:nvPr/>
        </p:nvSpPr>
        <p:spPr>
          <a:xfrm>
            <a:off x="3379389" y="4155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0" name="Google Shape;5030;p67"/>
          <p:cNvSpPr txBox="1"/>
          <p:nvPr/>
        </p:nvSpPr>
        <p:spPr>
          <a:xfrm>
            <a:off x="4325191" y="4174471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1" name="Google Shape;5031;p67"/>
          <p:cNvSpPr txBox="1"/>
          <p:nvPr/>
        </p:nvSpPr>
        <p:spPr>
          <a:xfrm>
            <a:off x="5373544" y="418759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2" name="Google Shape;5032;p67"/>
          <p:cNvSpPr txBox="1"/>
          <p:nvPr/>
        </p:nvSpPr>
        <p:spPr>
          <a:xfrm>
            <a:off x="642189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3" name="Google Shape;5033;p67"/>
          <p:cNvSpPr txBox="1"/>
          <p:nvPr/>
        </p:nvSpPr>
        <p:spPr>
          <a:xfrm>
            <a:off x="7411566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4" name="Google Shape;5034;p67"/>
          <p:cNvSpPr txBox="1"/>
          <p:nvPr/>
        </p:nvSpPr>
        <p:spPr>
          <a:xfrm>
            <a:off x="840123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5" name="Google Shape;5035;p67"/>
          <p:cNvSpPr txBox="1"/>
          <p:nvPr/>
        </p:nvSpPr>
        <p:spPr>
          <a:xfrm>
            <a:off x="939090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9" name="Shape 5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0" name="Google Shape;5040;p6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041" name="Google Shape;5041;p6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042" name="Google Shape;5042;p6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43" name="Google Shape;5043;p6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5044" name="Google Shape;5044;p68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5" name="Google Shape;5045;p68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6" name="Google Shape;5046;p68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7" name="Google Shape;5047;p68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8" name="Google Shape;5048;p68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9" name="Google Shape;5049;p68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0" name="Google Shape;5050;p68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1" name="Google Shape;5051;p68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2" name="Google Shape;5052;p68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3" name="Google Shape;5053;p68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4" name="Google Shape;5054;p68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5" name="Google Shape;5055;p68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6" name="Google Shape;5056;p68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7" name="Google Shape;5057;p68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8" name="Google Shape;5058;p68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9" name="Google Shape;5059;p68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0" name="Google Shape;5060;p68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1" name="Google Shape;5061;p68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2" name="Google Shape;5062;p68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3" name="Google Shape;5063;p68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4" name="Google Shape;5064;p68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5" name="Google Shape;5065;p68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6" name="Google Shape;5066;p68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7" name="Google Shape;5067;p68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8" name="Google Shape;5068;p68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9" name="Google Shape;5069;p68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0" name="Google Shape;5070;p68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1" name="Google Shape;5071;p68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2" name="Google Shape;5072;p68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3" name="Google Shape;5073;p68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4" name="Google Shape;5074;p68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5" name="Google Shape;5075;p68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6" name="Google Shape;5076;p68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7" name="Google Shape;5077;p68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8" name="Google Shape;5078;p68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9" name="Google Shape;5079;p68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0" name="Google Shape;5080;p68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1" name="Google Shape;5081;p68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2" name="Google Shape;5082;p68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3" name="Google Shape;5083;p68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4" name="Google Shape;5084;p68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5" name="Google Shape;5085;p68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6" name="Google Shape;5086;p68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7" name="Google Shape;5087;p68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8" name="Google Shape;5088;p68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9" name="Google Shape;5089;p68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0" name="Google Shape;5090;p68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1" name="Google Shape;5091;p68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2" name="Google Shape;5092;p68"/>
          <p:cNvSpPr txBox="1"/>
          <p:nvPr/>
        </p:nvSpPr>
        <p:spPr>
          <a:xfrm>
            <a:off x="5342056" y="416156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3" name="Google Shape;5093;p68"/>
          <p:cNvSpPr txBox="1"/>
          <p:nvPr/>
        </p:nvSpPr>
        <p:spPr>
          <a:xfrm>
            <a:off x="639040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4" name="Google Shape;5094;p68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5" name="Google Shape;5095;p68"/>
          <p:cNvSpPr txBox="1"/>
          <p:nvPr/>
        </p:nvSpPr>
        <p:spPr>
          <a:xfrm>
            <a:off x="836974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6" name="Google Shape;5096;p68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7" name="Google Shape;5097;p68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8" name="Google Shape;5098;p68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9" name="Google Shape;5099;p68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0" name="Google Shape;5100;p68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1" name="Google Shape;5101;p68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2" name="Google Shape;5102;p68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3" name="Google Shape;5103;p68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4" name="Google Shape;5104;p68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5" name="Google Shape;5105;p68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6" name="Google Shape;5106;p68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7" name="Google Shape;5107;p68"/>
          <p:cNvSpPr/>
          <p:nvPr/>
        </p:nvSpPr>
        <p:spPr>
          <a:xfrm>
            <a:off x="5341571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8" name="Google Shape;5108;p68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9" name="Google Shape;5109;p68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0" name="Google Shape;5110;p68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1" name="Google Shape;5111;p68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2" name="Google Shape;5112;p68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3" name="Google Shape;5113;p68"/>
          <p:cNvSpPr/>
          <p:nvPr/>
        </p:nvSpPr>
        <p:spPr>
          <a:xfrm rot="-2558162">
            <a:off x="2443952" y="4547156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4" name="Google Shape;5114;p68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5" name="Google Shape;5115;p68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6" name="Google Shape;5116;p68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7" name="Google Shape;5117;p68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8" name="Google Shape;5118;p68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9" name="Google Shape;5119;p68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0" name="Google Shape;5120;p68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1" name="Google Shape;5121;p68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5" name="Shape 5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Google Shape;5126;p6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127" name="Google Shape;5127;p6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128" name="Google Shape;5128;p6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29" name="Google Shape;5129;p6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5130" name="Google Shape;5130;p69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1" name="Google Shape;5131;p69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2" name="Google Shape;5132;p69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3" name="Google Shape;5133;p69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4" name="Google Shape;5134;p69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5" name="Google Shape;5135;p69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6" name="Google Shape;5136;p69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7" name="Google Shape;5137;p69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8" name="Google Shape;5138;p69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9" name="Google Shape;5139;p69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0" name="Google Shape;5140;p69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1" name="Google Shape;5141;p69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2" name="Google Shape;5142;p69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3" name="Google Shape;5143;p69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4" name="Google Shape;5144;p69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5" name="Google Shape;5145;p69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6" name="Google Shape;5146;p69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7" name="Google Shape;5147;p69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8" name="Google Shape;5148;p69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9" name="Google Shape;5149;p69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0" name="Google Shape;5150;p69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1" name="Google Shape;5151;p69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2" name="Google Shape;5152;p69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3" name="Google Shape;5153;p69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4" name="Google Shape;5154;p69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5" name="Google Shape;5155;p69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6" name="Google Shape;5156;p69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7" name="Google Shape;5157;p69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8" name="Google Shape;5158;p69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9" name="Google Shape;5159;p69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0" name="Google Shape;5160;p69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1" name="Google Shape;5161;p69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2" name="Google Shape;5162;p69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3" name="Google Shape;5163;p69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4" name="Google Shape;5164;p69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5" name="Google Shape;5165;p69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6" name="Google Shape;5166;p69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7" name="Google Shape;5167;p69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8" name="Google Shape;5168;p69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9" name="Google Shape;5169;p69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0" name="Google Shape;5170;p69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1" name="Google Shape;5171;p69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2" name="Google Shape;5172;p69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3" name="Google Shape;5173;p69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4" name="Google Shape;5174;p69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5" name="Google Shape;5175;p69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6" name="Google Shape;5176;p69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7" name="Google Shape;5177;p69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8" name="Google Shape;5178;p69"/>
          <p:cNvSpPr txBox="1"/>
          <p:nvPr/>
        </p:nvSpPr>
        <p:spPr>
          <a:xfrm>
            <a:off x="5342056" y="416156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9" name="Google Shape;5179;p69"/>
          <p:cNvSpPr txBox="1"/>
          <p:nvPr/>
        </p:nvSpPr>
        <p:spPr>
          <a:xfrm>
            <a:off x="639040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0" name="Google Shape;5180;p69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1" name="Google Shape;5181;p69"/>
          <p:cNvSpPr txBox="1"/>
          <p:nvPr/>
        </p:nvSpPr>
        <p:spPr>
          <a:xfrm>
            <a:off x="836974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2" name="Google Shape;5182;p69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3" name="Google Shape;5183;p69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4" name="Google Shape;5184;p69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5" name="Google Shape;5185;p69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6" name="Google Shape;5186;p69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7" name="Google Shape;5187;p69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8" name="Google Shape;5188;p69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9" name="Google Shape;5189;p69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0" name="Google Shape;5190;p69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1" name="Google Shape;5191;p69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2" name="Google Shape;5192;p69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3" name="Google Shape;5193;p69"/>
          <p:cNvSpPr/>
          <p:nvPr/>
        </p:nvSpPr>
        <p:spPr>
          <a:xfrm>
            <a:off x="5341571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4" name="Google Shape;5194;p69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5" name="Google Shape;5195;p69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6" name="Google Shape;5196;p69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7" name="Google Shape;5197;p69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8" name="Google Shape;5198;p69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9" name="Google Shape;5199;p69"/>
          <p:cNvSpPr/>
          <p:nvPr/>
        </p:nvSpPr>
        <p:spPr>
          <a:xfrm rot="-2558162">
            <a:off x="2443952" y="4547156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0" name="Google Shape;5200;p69"/>
          <p:cNvSpPr/>
          <p:nvPr/>
        </p:nvSpPr>
        <p:spPr>
          <a:xfrm>
            <a:off x="2173573" y="3397369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1" name="Google Shape;5201;p69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2" name="Google Shape;5202;p69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3" name="Google Shape;5203;p69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4" name="Google Shape;5204;p69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5" name="Google Shape;5205;p69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6" name="Google Shape;5206;p69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7" name="Google Shape;5207;p69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8" name="Google Shape;5208;p69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2" name="Shape 5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3" name="Google Shape;5213;p7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214" name="Google Shape;5214;p7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215" name="Google Shape;5215;p7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16" name="Google Shape;5216;p7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5217" name="Google Shape;5217;p70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8" name="Google Shape;5218;p70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9" name="Google Shape;5219;p70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0" name="Google Shape;5220;p70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1" name="Google Shape;5221;p70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2" name="Google Shape;5222;p70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3" name="Google Shape;5223;p70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4" name="Google Shape;5224;p70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5" name="Google Shape;5225;p70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6" name="Google Shape;5226;p70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7" name="Google Shape;5227;p70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8" name="Google Shape;5228;p70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9" name="Google Shape;5229;p70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0" name="Google Shape;5230;p70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1" name="Google Shape;5231;p70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2" name="Google Shape;5232;p70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3" name="Google Shape;5233;p70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4" name="Google Shape;5234;p70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5" name="Google Shape;5235;p70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6" name="Google Shape;5236;p70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7" name="Google Shape;5237;p70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8" name="Google Shape;5238;p70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9" name="Google Shape;5239;p70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0" name="Google Shape;5240;p70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1" name="Google Shape;5241;p70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2" name="Google Shape;5242;p70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3" name="Google Shape;5243;p70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4" name="Google Shape;5244;p70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5" name="Google Shape;5245;p70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6" name="Google Shape;5246;p70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7" name="Google Shape;5247;p70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8" name="Google Shape;5248;p70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9" name="Google Shape;5249;p70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0" name="Google Shape;5250;p70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1" name="Google Shape;5251;p70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2" name="Google Shape;5252;p70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3" name="Google Shape;5253;p70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4" name="Google Shape;5254;p70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5" name="Google Shape;5255;p70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6" name="Google Shape;5256;p70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7" name="Google Shape;5257;p70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8" name="Google Shape;5258;p70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9" name="Google Shape;5259;p70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0" name="Google Shape;5260;p70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1" name="Google Shape;5261;p70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2" name="Google Shape;5262;p70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3" name="Google Shape;5263;p70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4" name="Google Shape;5264;p70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5" name="Google Shape;5265;p70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6" name="Google Shape;5266;p70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7" name="Google Shape;5267;p70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8" name="Google Shape;5268;p70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9" name="Google Shape;5269;p70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0" name="Google Shape;5270;p70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1" name="Google Shape;5271;p70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2" name="Google Shape;5272;p70"/>
          <p:cNvSpPr/>
          <p:nvPr/>
        </p:nvSpPr>
        <p:spPr>
          <a:xfrm>
            <a:off x="5341571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3" name="Google Shape;5273;p70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4" name="Google Shape;5274;p70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5" name="Google Shape;5275;p70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6" name="Google Shape;5276;p70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7" name="Google Shape;5277;p70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8" name="Google Shape;5278;p70"/>
          <p:cNvSpPr/>
          <p:nvPr/>
        </p:nvSpPr>
        <p:spPr>
          <a:xfrm rot="-2558162">
            <a:off x="3512800" y="6253244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9" name="Google Shape;5279;p70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0" name="Google Shape;5280;p70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1" name="Google Shape;5281;p70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2" name="Google Shape;5282;p70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3" name="Google Shape;5283;p70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4" name="Google Shape;5284;p70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5" name="Google Shape;5285;p70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6" name="Google Shape;5286;p70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7" name="Google Shape;5287;p70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8" name="Google Shape;5288;p70"/>
          <p:cNvSpPr txBox="1"/>
          <p:nvPr/>
        </p:nvSpPr>
        <p:spPr>
          <a:xfrm>
            <a:off x="2433587" y="432373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9" name="Google Shape;5289;p70"/>
          <p:cNvSpPr txBox="1"/>
          <p:nvPr/>
        </p:nvSpPr>
        <p:spPr>
          <a:xfrm>
            <a:off x="3379389" y="42845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0" name="Google Shape;5290;p70"/>
          <p:cNvSpPr txBox="1"/>
          <p:nvPr/>
        </p:nvSpPr>
        <p:spPr>
          <a:xfrm>
            <a:off x="4325191" y="4303746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1" name="Google Shape;5291;p70"/>
          <p:cNvSpPr txBox="1"/>
          <p:nvPr/>
        </p:nvSpPr>
        <p:spPr>
          <a:xfrm>
            <a:off x="5373544" y="431686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2" name="Google Shape;5292;p70"/>
          <p:cNvSpPr txBox="1"/>
          <p:nvPr/>
        </p:nvSpPr>
        <p:spPr>
          <a:xfrm>
            <a:off x="6421897" y="432999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3" name="Google Shape;5293;p70"/>
          <p:cNvSpPr txBox="1"/>
          <p:nvPr/>
        </p:nvSpPr>
        <p:spPr>
          <a:xfrm>
            <a:off x="7411566" y="432999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4" name="Google Shape;5294;p70"/>
          <p:cNvSpPr txBox="1"/>
          <p:nvPr/>
        </p:nvSpPr>
        <p:spPr>
          <a:xfrm>
            <a:off x="8401237" y="432999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5" name="Google Shape;5295;p70"/>
          <p:cNvSpPr txBox="1"/>
          <p:nvPr/>
        </p:nvSpPr>
        <p:spPr>
          <a:xfrm>
            <a:off x="9390907" y="432999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9" name="Shape 5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0" name="Google Shape;5300;p7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301" name="Google Shape;5301;p7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302" name="Google Shape;5302;p7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03" name="Google Shape;5303;p7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5304" name="Google Shape;5304;p71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5" name="Google Shape;5305;p71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6" name="Google Shape;5306;p71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7" name="Google Shape;5307;p71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8" name="Google Shape;5308;p71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9" name="Google Shape;5309;p71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0" name="Google Shape;5310;p71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1" name="Google Shape;5311;p71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2" name="Google Shape;5312;p71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3" name="Google Shape;5313;p71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4" name="Google Shape;5314;p71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5" name="Google Shape;5315;p71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6" name="Google Shape;5316;p71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7" name="Google Shape;5317;p71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8" name="Google Shape;5318;p71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9" name="Google Shape;5319;p71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0" name="Google Shape;5320;p71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1" name="Google Shape;5321;p71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2" name="Google Shape;5322;p71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3" name="Google Shape;5323;p71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4" name="Google Shape;5324;p71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5" name="Google Shape;5325;p71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6" name="Google Shape;5326;p71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7" name="Google Shape;5327;p71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8" name="Google Shape;5328;p71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9" name="Google Shape;5329;p71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0" name="Google Shape;5330;p71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1" name="Google Shape;5331;p71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2" name="Google Shape;5332;p71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3" name="Google Shape;5333;p71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4" name="Google Shape;5334;p71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5" name="Google Shape;5335;p71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6" name="Google Shape;5336;p71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7" name="Google Shape;5337;p71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8" name="Google Shape;5338;p71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9" name="Google Shape;5339;p71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0" name="Google Shape;5340;p71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1" name="Google Shape;5341;p71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2" name="Google Shape;5342;p71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3" name="Google Shape;5343;p71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4" name="Google Shape;5344;p71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5" name="Google Shape;5345;p71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6" name="Google Shape;5346;p71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7" name="Google Shape;5347;p71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8" name="Google Shape;5348;p71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9" name="Google Shape;5349;p71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0" name="Google Shape;5350;p71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1" name="Google Shape;5351;p71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2" name="Google Shape;5352;p71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3" name="Google Shape;5353;p71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4" name="Google Shape;5354;p71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5" name="Google Shape;5355;p71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6" name="Google Shape;5356;p71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7" name="Google Shape;5357;p71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8" name="Google Shape;5358;p71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9" name="Google Shape;5359;p71"/>
          <p:cNvSpPr/>
          <p:nvPr/>
        </p:nvSpPr>
        <p:spPr>
          <a:xfrm>
            <a:off x="4393291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0" name="Google Shape;5360;p71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1" name="Google Shape;5361;p71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2" name="Google Shape;5362;p71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3" name="Google Shape;5363;p71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4" name="Google Shape;5364;p71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5" name="Google Shape;5365;p71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6" name="Google Shape;5366;p71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7" name="Google Shape;5367;p71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8" name="Google Shape;5368;p71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9" name="Google Shape;5369;p71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0" name="Google Shape;5370;p71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1" name="Google Shape;5371;p71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2" name="Google Shape;5372;p71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3" name="Google Shape;5373;p71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4" name="Google Shape;5374;p71"/>
          <p:cNvSpPr txBox="1"/>
          <p:nvPr/>
        </p:nvSpPr>
        <p:spPr>
          <a:xfrm>
            <a:off x="2433587" y="419446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5" name="Google Shape;5375;p71"/>
          <p:cNvSpPr txBox="1"/>
          <p:nvPr/>
        </p:nvSpPr>
        <p:spPr>
          <a:xfrm>
            <a:off x="3379389" y="4155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6" name="Google Shape;5376;p71"/>
          <p:cNvSpPr txBox="1"/>
          <p:nvPr/>
        </p:nvSpPr>
        <p:spPr>
          <a:xfrm>
            <a:off x="4325191" y="4174471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7" name="Google Shape;5377;p71"/>
          <p:cNvSpPr txBox="1"/>
          <p:nvPr/>
        </p:nvSpPr>
        <p:spPr>
          <a:xfrm>
            <a:off x="5373544" y="418759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8" name="Google Shape;5378;p71"/>
          <p:cNvSpPr txBox="1"/>
          <p:nvPr/>
        </p:nvSpPr>
        <p:spPr>
          <a:xfrm>
            <a:off x="642189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9" name="Google Shape;5379;p71"/>
          <p:cNvSpPr txBox="1"/>
          <p:nvPr/>
        </p:nvSpPr>
        <p:spPr>
          <a:xfrm>
            <a:off x="7411566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0" name="Google Shape;5380;p71"/>
          <p:cNvSpPr txBox="1"/>
          <p:nvPr/>
        </p:nvSpPr>
        <p:spPr>
          <a:xfrm>
            <a:off x="840123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1" name="Google Shape;5381;p71"/>
          <p:cNvSpPr txBox="1"/>
          <p:nvPr/>
        </p:nvSpPr>
        <p:spPr>
          <a:xfrm>
            <a:off x="939090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5" name="Shape 5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" name="Google Shape;5386;p7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387" name="Google Shape;5387;p7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388" name="Google Shape;5388;p7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89" name="Google Shape;5389;p7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5390" name="Google Shape;5390;p72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1" name="Google Shape;5391;p72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2" name="Google Shape;5392;p72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3" name="Google Shape;5393;p72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4" name="Google Shape;5394;p72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5" name="Google Shape;5395;p72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6" name="Google Shape;5396;p72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7" name="Google Shape;5397;p72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8" name="Google Shape;5398;p72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9" name="Google Shape;5399;p72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0" name="Google Shape;5400;p72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1" name="Google Shape;5401;p72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2" name="Google Shape;5402;p72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3" name="Google Shape;5403;p72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4" name="Google Shape;5404;p72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5" name="Google Shape;5405;p72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6" name="Google Shape;5406;p72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7" name="Google Shape;5407;p72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8" name="Google Shape;5408;p72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9" name="Google Shape;5409;p72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0" name="Google Shape;5410;p72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1" name="Google Shape;5411;p72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2" name="Google Shape;5412;p72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3" name="Google Shape;5413;p72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4" name="Google Shape;5414;p72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5" name="Google Shape;5415;p72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6" name="Google Shape;5416;p72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7" name="Google Shape;5417;p72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8" name="Google Shape;5418;p72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9" name="Google Shape;5419;p72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0" name="Google Shape;5420;p72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1" name="Google Shape;5421;p72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2" name="Google Shape;5422;p72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3" name="Google Shape;5423;p72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4" name="Google Shape;5424;p72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5" name="Google Shape;5425;p72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6" name="Google Shape;5426;p72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7" name="Google Shape;5427;p72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8" name="Google Shape;5428;p72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9" name="Google Shape;5429;p72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0" name="Google Shape;5430;p72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1" name="Google Shape;5431;p72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2" name="Google Shape;5432;p72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3" name="Google Shape;5433;p72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4" name="Google Shape;5434;p72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5" name="Google Shape;5435;p72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6" name="Google Shape;5436;p72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7" name="Google Shape;5437;p72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8" name="Google Shape;5438;p72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9" name="Google Shape;5439;p72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0" name="Google Shape;5440;p72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1" name="Google Shape;5441;p72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2" name="Google Shape;5442;p72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3" name="Google Shape;5443;p72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4" name="Google Shape;5444;p72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5" name="Google Shape;5445;p72"/>
          <p:cNvSpPr/>
          <p:nvPr/>
        </p:nvSpPr>
        <p:spPr>
          <a:xfrm>
            <a:off x="4393291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6" name="Google Shape;5446;p72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7" name="Google Shape;5447;p72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8" name="Google Shape;5448;p72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9" name="Google Shape;5449;p72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0" name="Google Shape;5450;p72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1" name="Google Shape;5451;p72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2" name="Google Shape;5452;p72"/>
          <p:cNvSpPr/>
          <p:nvPr/>
        </p:nvSpPr>
        <p:spPr>
          <a:xfrm rot="-2558162">
            <a:off x="6399172" y="6284896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3" name="Google Shape;5453;p72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4" name="Google Shape;5454;p72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5" name="Google Shape;5455;p72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6" name="Google Shape;5456;p72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7" name="Google Shape;5457;p72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8" name="Google Shape;5458;p72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9" name="Google Shape;5459;p72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0" name="Google Shape;5460;p72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1" name="Google Shape;5461;p72"/>
          <p:cNvSpPr txBox="1"/>
          <p:nvPr/>
        </p:nvSpPr>
        <p:spPr>
          <a:xfrm>
            <a:off x="2433587" y="43082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2" name="Google Shape;5462;p72"/>
          <p:cNvSpPr txBox="1"/>
          <p:nvPr/>
        </p:nvSpPr>
        <p:spPr>
          <a:xfrm>
            <a:off x="3379389" y="42690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3" name="Google Shape;5463;p72"/>
          <p:cNvSpPr txBox="1"/>
          <p:nvPr/>
        </p:nvSpPr>
        <p:spPr>
          <a:xfrm>
            <a:off x="4325191" y="4288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4" name="Google Shape;5464;p72"/>
          <p:cNvSpPr txBox="1"/>
          <p:nvPr/>
        </p:nvSpPr>
        <p:spPr>
          <a:xfrm>
            <a:off x="5373544" y="43014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5" name="Google Shape;5465;p72"/>
          <p:cNvSpPr txBox="1"/>
          <p:nvPr/>
        </p:nvSpPr>
        <p:spPr>
          <a:xfrm>
            <a:off x="6421897" y="43145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6" name="Google Shape;5466;p72"/>
          <p:cNvSpPr txBox="1"/>
          <p:nvPr/>
        </p:nvSpPr>
        <p:spPr>
          <a:xfrm>
            <a:off x="7411566" y="43145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7" name="Google Shape;5467;p72"/>
          <p:cNvSpPr txBox="1"/>
          <p:nvPr/>
        </p:nvSpPr>
        <p:spPr>
          <a:xfrm>
            <a:off x="8401237" y="43145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8" name="Google Shape;5468;p72"/>
          <p:cNvSpPr txBox="1"/>
          <p:nvPr/>
        </p:nvSpPr>
        <p:spPr>
          <a:xfrm>
            <a:off x="9390907" y="43145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2" name="Shape 5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3" name="Google Shape;5473;p7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474" name="Google Shape;5474;p7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475" name="Google Shape;5475;p7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76" name="Google Shape;5476;p7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5477" name="Google Shape;5477;p73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8" name="Google Shape;5478;p73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9" name="Google Shape;5479;p73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0" name="Google Shape;5480;p73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1" name="Google Shape;5481;p73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2" name="Google Shape;5482;p73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3" name="Google Shape;5483;p73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4" name="Google Shape;5484;p73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5" name="Google Shape;5485;p73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6" name="Google Shape;5486;p73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7" name="Google Shape;5487;p73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8" name="Google Shape;5488;p73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9" name="Google Shape;5489;p73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0" name="Google Shape;5490;p73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1" name="Google Shape;5491;p73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2" name="Google Shape;5492;p73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3" name="Google Shape;5493;p73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4" name="Google Shape;5494;p73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5" name="Google Shape;5495;p73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6" name="Google Shape;5496;p73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7" name="Google Shape;5497;p73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8" name="Google Shape;5498;p73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9" name="Google Shape;5499;p73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0" name="Google Shape;5500;p73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1" name="Google Shape;5501;p73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2" name="Google Shape;5502;p73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3" name="Google Shape;5503;p73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4" name="Google Shape;5504;p73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5" name="Google Shape;5505;p73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6" name="Google Shape;5506;p73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7" name="Google Shape;5507;p73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8" name="Google Shape;5508;p73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9" name="Google Shape;5509;p73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0" name="Google Shape;5510;p73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1" name="Google Shape;5511;p73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2" name="Google Shape;5512;p73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3" name="Google Shape;5513;p73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4" name="Google Shape;5514;p73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5" name="Google Shape;5515;p73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6" name="Google Shape;5516;p73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7" name="Google Shape;5517;p73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8" name="Google Shape;5518;p73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9" name="Google Shape;5519;p73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0" name="Google Shape;5520;p73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1" name="Google Shape;5521;p73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2" name="Google Shape;5522;p73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3" name="Google Shape;5523;p73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4" name="Google Shape;5524;p73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5" name="Google Shape;5525;p73"/>
          <p:cNvSpPr txBox="1"/>
          <p:nvPr/>
        </p:nvSpPr>
        <p:spPr>
          <a:xfrm>
            <a:off x="5342056" y="416156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6" name="Google Shape;5526;p73"/>
          <p:cNvSpPr txBox="1"/>
          <p:nvPr/>
        </p:nvSpPr>
        <p:spPr>
          <a:xfrm>
            <a:off x="639040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7" name="Google Shape;5527;p73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8" name="Google Shape;5528;p73"/>
          <p:cNvSpPr txBox="1"/>
          <p:nvPr/>
        </p:nvSpPr>
        <p:spPr>
          <a:xfrm>
            <a:off x="836974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9" name="Google Shape;5529;p73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0" name="Google Shape;5530;p73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1" name="Google Shape;5531;p73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2" name="Google Shape;5532;p73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3" name="Google Shape;5533;p73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4" name="Google Shape;5534;p73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5" name="Google Shape;5535;p73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6" name="Google Shape;5536;p73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7" name="Google Shape;5537;p73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8" name="Google Shape;5538;p73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9" name="Google Shape;5539;p73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0" name="Google Shape;5540;p73"/>
          <p:cNvSpPr/>
          <p:nvPr/>
        </p:nvSpPr>
        <p:spPr>
          <a:xfrm>
            <a:off x="4393291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1" name="Google Shape;5541;p73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2" name="Google Shape;5542;p73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3" name="Google Shape;5543;p73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4" name="Google Shape;5544;p73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5" name="Google Shape;5545;p73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6" name="Google Shape;5546;p73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7" name="Google Shape;5547;p73"/>
          <p:cNvSpPr/>
          <p:nvPr/>
        </p:nvSpPr>
        <p:spPr>
          <a:xfrm rot="-2558162">
            <a:off x="6613045" y="4533550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8" name="Google Shape;5548;p73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9" name="Google Shape;5549;p73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0" name="Google Shape;5550;p73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1" name="Google Shape;5551;p73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2" name="Google Shape;5552;p73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3" name="Google Shape;5553;p73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4" name="Google Shape;5554;p73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5" name="Google Shape;5555;p73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9" name="Shape 5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" name="Google Shape;5560;p7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561" name="Google Shape;5561;p7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562" name="Google Shape;5562;p7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63" name="Google Shape;5563;p7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5564" name="Google Shape;5564;p74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5" name="Google Shape;5565;p74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6" name="Google Shape;5566;p74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7" name="Google Shape;5567;p74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8" name="Google Shape;5568;p74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9" name="Google Shape;5569;p74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0" name="Google Shape;5570;p74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1" name="Google Shape;5571;p74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2" name="Google Shape;5572;p74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3" name="Google Shape;5573;p74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4" name="Google Shape;5574;p74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5" name="Google Shape;5575;p74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6" name="Google Shape;5576;p74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7" name="Google Shape;5577;p74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8" name="Google Shape;5578;p74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9" name="Google Shape;5579;p74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0" name="Google Shape;5580;p74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1" name="Google Shape;5581;p74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2" name="Google Shape;5582;p74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3" name="Google Shape;5583;p74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4" name="Google Shape;5584;p74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5" name="Google Shape;5585;p74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6" name="Google Shape;5586;p74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7" name="Google Shape;5587;p74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8" name="Google Shape;5588;p74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9" name="Google Shape;5589;p74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0" name="Google Shape;5590;p74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1" name="Google Shape;5591;p74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2" name="Google Shape;5592;p74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3" name="Google Shape;5593;p74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4" name="Google Shape;5594;p74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5" name="Google Shape;5595;p74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6" name="Google Shape;5596;p74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7" name="Google Shape;5597;p74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8" name="Google Shape;5598;p74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9" name="Google Shape;5599;p74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0" name="Google Shape;5600;p74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1" name="Google Shape;5601;p74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2" name="Google Shape;5602;p74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3" name="Google Shape;5603;p74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4" name="Google Shape;5604;p74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5" name="Google Shape;5605;p74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6" name="Google Shape;5606;p74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7" name="Google Shape;5607;p74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8" name="Google Shape;5608;p74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9" name="Google Shape;5609;p74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0" name="Google Shape;5610;p74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1" name="Google Shape;5611;p74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2" name="Google Shape;5612;p74"/>
          <p:cNvSpPr txBox="1"/>
          <p:nvPr/>
        </p:nvSpPr>
        <p:spPr>
          <a:xfrm>
            <a:off x="5342056" y="416156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3" name="Google Shape;5613;p74"/>
          <p:cNvSpPr txBox="1"/>
          <p:nvPr/>
        </p:nvSpPr>
        <p:spPr>
          <a:xfrm>
            <a:off x="6390409" y="417468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4" name="Google Shape;5614;p74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5" name="Google Shape;5615;p74"/>
          <p:cNvSpPr txBox="1"/>
          <p:nvPr/>
        </p:nvSpPr>
        <p:spPr>
          <a:xfrm>
            <a:off x="836974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6" name="Google Shape;5616;p74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7" name="Google Shape;5617;p74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8" name="Google Shape;5618;p74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9" name="Google Shape;5619;p74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0" name="Google Shape;5620;p74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1" name="Google Shape;5621;p74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2" name="Google Shape;5622;p74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3" name="Google Shape;5623;p74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4" name="Google Shape;5624;p74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5" name="Google Shape;5625;p74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6" name="Google Shape;5626;p74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7" name="Google Shape;5627;p74"/>
          <p:cNvSpPr/>
          <p:nvPr/>
        </p:nvSpPr>
        <p:spPr>
          <a:xfrm>
            <a:off x="4393291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8" name="Google Shape;5628;p74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9" name="Google Shape;5629;p74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0" name="Google Shape;5630;p74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1" name="Google Shape;5631;p74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2" name="Google Shape;5632;p74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3" name="Google Shape;5633;p74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4" name="Google Shape;5634;p74"/>
          <p:cNvSpPr/>
          <p:nvPr/>
        </p:nvSpPr>
        <p:spPr>
          <a:xfrm rot="-2558162">
            <a:off x="6613045" y="4533550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5" name="Google Shape;5635;p74"/>
          <p:cNvSpPr/>
          <p:nvPr/>
        </p:nvSpPr>
        <p:spPr>
          <a:xfrm>
            <a:off x="6158832" y="341368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6" name="Google Shape;5636;p74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7" name="Google Shape;5637;p74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8" name="Google Shape;5638;p74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9" name="Google Shape;5639;p74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0" name="Google Shape;5640;p74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1" name="Google Shape;5641;p74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2" name="Google Shape;5642;p74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3" name="Google Shape;5643;p74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7" name="Shape 5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8" name="Google Shape;5648;p7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649" name="Google Shape;5649;p7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650" name="Google Shape;5650;p7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51" name="Google Shape;5651;p7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5652" name="Google Shape;5652;p75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3" name="Google Shape;5653;p75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4" name="Google Shape;5654;p75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5" name="Google Shape;5655;p75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6" name="Google Shape;5656;p75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7" name="Google Shape;5657;p75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8" name="Google Shape;5658;p75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9" name="Google Shape;5659;p75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0" name="Google Shape;5660;p75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1" name="Google Shape;5661;p75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2" name="Google Shape;5662;p75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3" name="Google Shape;5663;p75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4" name="Google Shape;5664;p75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5" name="Google Shape;5665;p75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6" name="Google Shape;5666;p75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7" name="Google Shape;5667;p75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8" name="Google Shape;5668;p75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9" name="Google Shape;5669;p75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0" name="Google Shape;5670;p75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1" name="Google Shape;5671;p75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2" name="Google Shape;5672;p75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3" name="Google Shape;5673;p75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4" name="Google Shape;5674;p75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5" name="Google Shape;5675;p75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6" name="Google Shape;5676;p75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7" name="Google Shape;5677;p75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8" name="Google Shape;5678;p75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9" name="Google Shape;5679;p75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0" name="Google Shape;5680;p75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1" name="Google Shape;5681;p75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2" name="Google Shape;5682;p75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3" name="Google Shape;5683;p75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4" name="Google Shape;5684;p75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5" name="Google Shape;5685;p75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6" name="Google Shape;5686;p75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7" name="Google Shape;5687;p75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8" name="Google Shape;5688;p75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9" name="Google Shape;5689;p75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0" name="Google Shape;5690;p75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1" name="Google Shape;5691;p75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2" name="Google Shape;5692;p75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3" name="Google Shape;5693;p75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4" name="Google Shape;5694;p75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5" name="Google Shape;5695;p75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6" name="Google Shape;5696;p75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7" name="Google Shape;5697;p75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8" name="Google Shape;5698;p75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9" name="Google Shape;5699;p75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0" name="Google Shape;5700;p75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1" name="Google Shape;5701;p75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2" name="Google Shape;5702;p75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3" name="Google Shape;5703;p75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4" name="Google Shape;5704;p75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5" name="Google Shape;5705;p75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6" name="Google Shape;5706;p75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7" name="Google Shape;5707;p75"/>
          <p:cNvSpPr/>
          <p:nvPr/>
        </p:nvSpPr>
        <p:spPr>
          <a:xfrm>
            <a:off x="4393291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8" name="Google Shape;5708;p75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9" name="Google Shape;5709;p75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0" name="Google Shape;5710;p75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1" name="Google Shape;5711;p75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2" name="Google Shape;5712;p75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3" name="Google Shape;5713;p75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4" name="Google Shape;5714;p75"/>
          <p:cNvSpPr/>
          <p:nvPr/>
        </p:nvSpPr>
        <p:spPr>
          <a:xfrm>
            <a:off x="6158832" y="341368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5" name="Google Shape;5715;p75"/>
          <p:cNvSpPr/>
          <p:nvPr/>
        </p:nvSpPr>
        <p:spPr>
          <a:xfrm rot="-2558162">
            <a:off x="6612313" y="6086560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6" name="Google Shape;5716;p75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7" name="Google Shape;5717;p75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8" name="Google Shape;5718;p75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9" name="Google Shape;5719;p75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0" name="Google Shape;5720;p75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1" name="Google Shape;5721;p75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2" name="Google Shape;5722;p75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3" name="Google Shape;5723;p75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4" name="Google Shape;5724;p75"/>
          <p:cNvSpPr txBox="1"/>
          <p:nvPr/>
        </p:nvSpPr>
        <p:spPr>
          <a:xfrm>
            <a:off x="2518599" y="419758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5" name="Google Shape;5725;p75"/>
          <p:cNvSpPr txBox="1"/>
          <p:nvPr/>
        </p:nvSpPr>
        <p:spPr>
          <a:xfrm>
            <a:off x="3464401" y="415840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6" name="Google Shape;5726;p75"/>
          <p:cNvSpPr txBox="1"/>
          <p:nvPr/>
        </p:nvSpPr>
        <p:spPr>
          <a:xfrm>
            <a:off x="4410203" y="4177596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7" name="Google Shape;5727;p75"/>
          <p:cNvSpPr txBox="1"/>
          <p:nvPr/>
        </p:nvSpPr>
        <p:spPr>
          <a:xfrm>
            <a:off x="5458556" y="419071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8" name="Google Shape;5728;p75"/>
          <p:cNvSpPr txBox="1"/>
          <p:nvPr/>
        </p:nvSpPr>
        <p:spPr>
          <a:xfrm>
            <a:off x="650690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9" name="Google Shape;5729;p75"/>
          <p:cNvSpPr txBox="1"/>
          <p:nvPr/>
        </p:nvSpPr>
        <p:spPr>
          <a:xfrm>
            <a:off x="749657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0" name="Google Shape;5730;p75"/>
          <p:cNvSpPr txBox="1"/>
          <p:nvPr/>
        </p:nvSpPr>
        <p:spPr>
          <a:xfrm>
            <a:off x="848624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1" name="Google Shape;5731;p75"/>
          <p:cNvSpPr txBox="1"/>
          <p:nvPr/>
        </p:nvSpPr>
        <p:spPr>
          <a:xfrm>
            <a:off x="9475919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5" name="Shape 5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6" name="Google Shape;5736;p7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737" name="Google Shape;5737;p7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738" name="Google Shape;5738;p7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39" name="Google Shape;5739;p7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5740" name="Google Shape;5740;p76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1" name="Google Shape;5741;p76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2" name="Google Shape;5742;p76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3" name="Google Shape;5743;p76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4" name="Google Shape;5744;p76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5" name="Google Shape;5745;p76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6" name="Google Shape;5746;p76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7" name="Google Shape;5747;p76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8" name="Google Shape;5748;p76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9" name="Google Shape;5749;p76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0" name="Google Shape;5750;p76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1" name="Google Shape;5751;p76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2" name="Google Shape;5752;p76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3" name="Google Shape;5753;p76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4" name="Google Shape;5754;p76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5" name="Google Shape;5755;p76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6" name="Google Shape;5756;p76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7" name="Google Shape;5757;p76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8" name="Google Shape;5758;p76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9" name="Google Shape;5759;p76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0" name="Google Shape;5760;p76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1" name="Google Shape;5761;p76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2" name="Google Shape;5762;p76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3" name="Google Shape;5763;p76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4" name="Google Shape;5764;p76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5" name="Google Shape;5765;p76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6" name="Google Shape;5766;p76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7" name="Google Shape;5767;p76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8" name="Google Shape;5768;p76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9" name="Google Shape;5769;p76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0" name="Google Shape;5770;p76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1" name="Google Shape;5771;p76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2" name="Google Shape;5772;p76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3" name="Google Shape;5773;p76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4" name="Google Shape;5774;p76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5" name="Google Shape;5775;p76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6" name="Google Shape;5776;p76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7" name="Google Shape;5777;p76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8" name="Google Shape;5778;p76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9" name="Google Shape;5779;p76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0" name="Google Shape;5780;p76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1" name="Google Shape;5781;p76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2" name="Google Shape;5782;p76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3" name="Google Shape;5783;p76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4" name="Google Shape;5784;p76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5" name="Google Shape;5785;p76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6" name="Google Shape;5786;p76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7" name="Google Shape;5787;p76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8" name="Google Shape;5788;p76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9" name="Google Shape;5789;p76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0" name="Google Shape;5790;p76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1" name="Google Shape;5791;p76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2" name="Google Shape;5792;p76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3" name="Google Shape;5793;p76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4" name="Google Shape;5794;p76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5" name="Google Shape;5795;p76"/>
          <p:cNvSpPr/>
          <p:nvPr/>
        </p:nvSpPr>
        <p:spPr>
          <a:xfrm>
            <a:off x="3397694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6" name="Google Shape;5796;p76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7" name="Google Shape;5797;p76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8" name="Google Shape;5798;p76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9" name="Google Shape;5799;p76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0" name="Google Shape;5800;p76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1" name="Google Shape;5801;p76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2" name="Google Shape;5802;p76"/>
          <p:cNvSpPr/>
          <p:nvPr/>
        </p:nvSpPr>
        <p:spPr>
          <a:xfrm>
            <a:off x="6158832" y="341368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3" name="Google Shape;5803;p76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4" name="Google Shape;5804;p76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5" name="Google Shape;5805;p76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6" name="Google Shape;5806;p76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7" name="Google Shape;5807;p76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8" name="Google Shape;5808;p76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9" name="Google Shape;5809;p76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0" name="Google Shape;5810;p76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1" name="Google Shape;5811;p76"/>
          <p:cNvSpPr txBox="1"/>
          <p:nvPr/>
        </p:nvSpPr>
        <p:spPr>
          <a:xfrm>
            <a:off x="2433587" y="418446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2" name="Google Shape;5812;p76"/>
          <p:cNvSpPr txBox="1"/>
          <p:nvPr/>
        </p:nvSpPr>
        <p:spPr>
          <a:xfrm>
            <a:off x="3379389" y="4145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3" name="Google Shape;5813;p76"/>
          <p:cNvSpPr txBox="1"/>
          <p:nvPr/>
        </p:nvSpPr>
        <p:spPr>
          <a:xfrm>
            <a:off x="4325191" y="4164471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4" name="Google Shape;5814;p76"/>
          <p:cNvSpPr txBox="1"/>
          <p:nvPr/>
        </p:nvSpPr>
        <p:spPr>
          <a:xfrm>
            <a:off x="5373544" y="417759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5" name="Google Shape;5815;p76"/>
          <p:cNvSpPr txBox="1"/>
          <p:nvPr/>
        </p:nvSpPr>
        <p:spPr>
          <a:xfrm>
            <a:off x="6421897" y="419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6" name="Google Shape;5816;p76"/>
          <p:cNvSpPr txBox="1"/>
          <p:nvPr/>
        </p:nvSpPr>
        <p:spPr>
          <a:xfrm>
            <a:off x="7411566" y="419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7" name="Google Shape;5817;p76"/>
          <p:cNvSpPr txBox="1"/>
          <p:nvPr/>
        </p:nvSpPr>
        <p:spPr>
          <a:xfrm>
            <a:off x="8401237" y="419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8" name="Google Shape;5818;p76"/>
          <p:cNvSpPr txBox="1"/>
          <p:nvPr/>
        </p:nvSpPr>
        <p:spPr>
          <a:xfrm>
            <a:off x="9390907" y="419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2" name="Shape 5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3" name="Google Shape;5823;p7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824" name="Google Shape;5824;p7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825" name="Google Shape;5825;p7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26" name="Google Shape;5826;p7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5827" name="Google Shape;5827;p77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8" name="Google Shape;5828;p77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9" name="Google Shape;5829;p77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0" name="Google Shape;5830;p77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1" name="Google Shape;5831;p77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2" name="Google Shape;5832;p77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3" name="Google Shape;5833;p77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4" name="Google Shape;5834;p77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5" name="Google Shape;5835;p77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6" name="Google Shape;5836;p77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7" name="Google Shape;5837;p77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8" name="Google Shape;5838;p77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9" name="Google Shape;5839;p77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0" name="Google Shape;5840;p77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1" name="Google Shape;5841;p77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2" name="Google Shape;5842;p77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3" name="Google Shape;5843;p77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4" name="Google Shape;5844;p77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5" name="Google Shape;5845;p77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6" name="Google Shape;5846;p77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7" name="Google Shape;5847;p77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8" name="Google Shape;5848;p77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9" name="Google Shape;5849;p77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0" name="Google Shape;5850;p77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1" name="Google Shape;5851;p77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2" name="Google Shape;5852;p77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3" name="Google Shape;5853;p77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4" name="Google Shape;5854;p77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5" name="Google Shape;5855;p77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6" name="Google Shape;5856;p77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7" name="Google Shape;5857;p77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8" name="Google Shape;5858;p77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9" name="Google Shape;5859;p77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0" name="Google Shape;5860;p77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1" name="Google Shape;5861;p77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2" name="Google Shape;5862;p77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3" name="Google Shape;5863;p77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4" name="Google Shape;5864;p77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5" name="Google Shape;5865;p77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6" name="Google Shape;5866;p77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7" name="Google Shape;5867;p77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8" name="Google Shape;5868;p77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9" name="Google Shape;5869;p77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0" name="Google Shape;5870;p77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1" name="Google Shape;5871;p77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2" name="Google Shape;5872;p77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3" name="Google Shape;5873;p77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4" name="Google Shape;5874;p77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5" name="Google Shape;5875;p77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6" name="Google Shape;5876;p77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7" name="Google Shape;5877;p77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8" name="Google Shape;5878;p77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9" name="Google Shape;5879;p77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0" name="Google Shape;5880;p77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1" name="Google Shape;5881;p77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2" name="Google Shape;5882;p77"/>
          <p:cNvSpPr/>
          <p:nvPr/>
        </p:nvSpPr>
        <p:spPr>
          <a:xfrm>
            <a:off x="3397694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3" name="Google Shape;5883;p77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4" name="Google Shape;5884;p77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5" name="Google Shape;5885;p77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6" name="Google Shape;5886;p77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7" name="Google Shape;5887;p77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8" name="Google Shape;5888;p77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9" name="Google Shape;5889;p77"/>
          <p:cNvSpPr/>
          <p:nvPr/>
        </p:nvSpPr>
        <p:spPr>
          <a:xfrm>
            <a:off x="6158832" y="341368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0" name="Google Shape;5890;p77"/>
          <p:cNvSpPr/>
          <p:nvPr/>
        </p:nvSpPr>
        <p:spPr>
          <a:xfrm rot="-2558162">
            <a:off x="8573971" y="6285530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1" name="Google Shape;5891;p77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2" name="Google Shape;5892;p77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3" name="Google Shape;5893;p77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4" name="Google Shape;5894;p77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5" name="Google Shape;5895;p77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6" name="Google Shape;5896;p77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7" name="Google Shape;5897;p77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8" name="Google Shape;5898;p77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9" name="Google Shape;5899;p77"/>
          <p:cNvSpPr txBox="1"/>
          <p:nvPr/>
        </p:nvSpPr>
        <p:spPr>
          <a:xfrm>
            <a:off x="2433587" y="419446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0" name="Google Shape;5900;p77"/>
          <p:cNvSpPr txBox="1"/>
          <p:nvPr/>
        </p:nvSpPr>
        <p:spPr>
          <a:xfrm>
            <a:off x="3379389" y="4155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1" name="Google Shape;5901;p77"/>
          <p:cNvSpPr txBox="1"/>
          <p:nvPr/>
        </p:nvSpPr>
        <p:spPr>
          <a:xfrm>
            <a:off x="4325191" y="4174471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2" name="Google Shape;5902;p77"/>
          <p:cNvSpPr txBox="1"/>
          <p:nvPr/>
        </p:nvSpPr>
        <p:spPr>
          <a:xfrm>
            <a:off x="5373544" y="418759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3" name="Google Shape;5903;p77"/>
          <p:cNvSpPr txBox="1"/>
          <p:nvPr/>
        </p:nvSpPr>
        <p:spPr>
          <a:xfrm>
            <a:off x="642189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4" name="Google Shape;5904;p77"/>
          <p:cNvSpPr txBox="1"/>
          <p:nvPr/>
        </p:nvSpPr>
        <p:spPr>
          <a:xfrm>
            <a:off x="7411566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5" name="Google Shape;5905;p77"/>
          <p:cNvSpPr txBox="1"/>
          <p:nvPr/>
        </p:nvSpPr>
        <p:spPr>
          <a:xfrm>
            <a:off x="840123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6" name="Google Shape;5906;p77"/>
          <p:cNvSpPr txBox="1"/>
          <p:nvPr/>
        </p:nvSpPr>
        <p:spPr>
          <a:xfrm>
            <a:off x="9390907" y="420071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0" name="Shape 5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1" name="Google Shape;5911;p7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912" name="Google Shape;5912;p7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913" name="Google Shape;5913;p7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14" name="Google Shape;5914;p7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5915" name="Google Shape;5915;p78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6" name="Google Shape;5916;p78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7" name="Google Shape;5917;p78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8" name="Google Shape;5918;p78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9" name="Google Shape;5919;p78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0" name="Google Shape;5920;p78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1" name="Google Shape;5921;p78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2" name="Google Shape;5922;p78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3" name="Google Shape;5923;p78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4" name="Google Shape;5924;p78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5" name="Google Shape;5925;p78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6" name="Google Shape;5926;p78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7" name="Google Shape;5927;p78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8" name="Google Shape;5928;p78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9" name="Google Shape;5929;p78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0" name="Google Shape;5930;p78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1" name="Google Shape;5931;p78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2" name="Google Shape;5932;p78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3" name="Google Shape;5933;p78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4" name="Google Shape;5934;p78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5" name="Google Shape;5935;p78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6" name="Google Shape;5936;p78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7" name="Google Shape;5937;p78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8" name="Google Shape;5938;p78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9" name="Google Shape;5939;p78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0" name="Google Shape;5940;p78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1" name="Google Shape;5941;p78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2" name="Google Shape;5942;p78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3" name="Google Shape;5943;p78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4" name="Google Shape;5944;p78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5" name="Google Shape;5945;p78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6" name="Google Shape;5946;p78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7" name="Google Shape;5947;p78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8" name="Google Shape;5948;p78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9" name="Google Shape;5949;p78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0" name="Google Shape;5950;p78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1" name="Google Shape;5951;p78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2" name="Google Shape;5952;p78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3" name="Google Shape;5953;p78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4" name="Google Shape;5954;p78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5" name="Google Shape;5955;p78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6" name="Google Shape;5956;p78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7" name="Google Shape;5957;p78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8" name="Google Shape;5958;p78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9" name="Google Shape;5959;p78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0" name="Google Shape;5960;p78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1" name="Google Shape;5961;p78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2" name="Google Shape;5962;p78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3" name="Google Shape;5963;p78"/>
          <p:cNvSpPr txBox="1"/>
          <p:nvPr/>
        </p:nvSpPr>
        <p:spPr>
          <a:xfrm>
            <a:off x="5342056" y="416156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4" name="Google Shape;5964;p78"/>
          <p:cNvSpPr txBox="1"/>
          <p:nvPr/>
        </p:nvSpPr>
        <p:spPr>
          <a:xfrm>
            <a:off x="639040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5" name="Google Shape;5965;p78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6" name="Google Shape;5966;p78"/>
          <p:cNvSpPr txBox="1"/>
          <p:nvPr/>
        </p:nvSpPr>
        <p:spPr>
          <a:xfrm>
            <a:off x="836974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7" name="Google Shape;5967;p78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8" name="Google Shape;5968;p78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9" name="Google Shape;5969;p78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0" name="Google Shape;5970;p78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1" name="Google Shape;5971;p78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2" name="Google Shape;5972;p78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3" name="Google Shape;5973;p78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4" name="Google Shape;5974;p78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5" name="Google Shape;5975;p78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6" name="Google Shape;5976;p78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7" name="Google Shape;5977;p78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8" name="Google Shape;5978;p78"/>
          <p:cNvSpPr/>
          <p:nvPr/>
        </p:nvSpPr>
        <p:spPr>
          <a:xfrm>
            <a:off x="3397694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9" name="Google Shape;5979;p78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0" name="Google Shape;5980;p78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1" name="Google Shape;5981;p78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2" name="Google Shape;5982;p78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3" name="Google Shape;5983;p78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4" name="Google Shape;5984;p78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5" name="Google Shape;5985;p78"/>
          <p:cNvSpPr/>
          <p:nvPr/>
        </p:nvSpPr>
        <p:spPr>
          <a:xfrm>
            <a:off x="6158832" y="341368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6" name="Google Shape;5986;p78"/>
          <p:cNvSpPr/>
          <p:nvPr/>
        </p:nvSpPr>
        <p:spPr>
          <a:xfrm rot="-2558162">
            <a:off x="9795075" y="4503747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7" name="Google Shape;5987;p78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8" name="Google Shape;5988;p78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9" name="Google Shape;5989;p78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0" name="Google Shape;5990;p78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1" name="Google Shape;5991;p78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2" name="Google Shape;5992;p78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3" name="Google Shape;5993;p78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4" name="Google Shape;5994;p78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8" name="Shape 5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9" name="Google Shape;5999;p7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000" name="Google Shape;6000;p7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001" name="Google Shape;6001;p7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02" name="Google Shape;6002;p7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6003" name="Google Shape;6003;p79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4" name="Google Shape;6004;p79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5" name="Google Shape;6005;p79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6" name="Google Shape;6006;p79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7" name="Google Shape;6007;p79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8" name="Google Shape;6008;p79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9" name="Google Shape;6009;p79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0" name="Google Shape;6010;p79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1" name="Google Shape;6011;p79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2" name="Google Shape;6012;p79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3" name="Google Shape;6013;p79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4" name="Google Shape;6014;p79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5" name="Google Shape;6015;p79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6" name="Google Shape;6016;p79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7" name="Google Shape;6017;p79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8" name="Google Shape;6018;p79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9" name="Google Shape;6019;p79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0" name="Google Shape;6020;p79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1" name="Google Shape;6021;p79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2" name="Google Shape;6022;p79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3" name="Google Shape;6023;p79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4" name="Google Shape;6024;p79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5" name="Google Shape;6025;p79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6" name="Google Shape;6026;p79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7" name="Google Shape;6027;p79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8" name="Google Shape;6028;p79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9" name="Google Shape;6029;p79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0" name="Google Shape;6030;p79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1" name="Google Shape;6031;p79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2" name="Google Shape;6032;p79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3" name="Google Shape;6033;p79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4" name="Google Shape;6034;p79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5" name="Google Shape;6035;p79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6" name="Google Shape;6036;p79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7" name="Google Shape;6037;p79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8" name="Google Shape;6038;p79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9" name="Google Shape;6039;p79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0" name="Google Shape;6040;p79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1" name="Google Shape;6041;p79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2" name="Google Shape;6042;p79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3" name="Google Shape;6043;p79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4" name="Google Shape;6044;p79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5" name="Google Shape;6045;p79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6" name="Google Shape;6046;p79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7" name="Google Shape;6047;p79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8" name="Google Shape;6048;p79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9" name="Google Shape;6049;p79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0" name="Google Shape;6050;p79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1" name="Google Shape;6051;p79"/>
          <p:cNvSpPr txBox="1"/>
          <p:nvPr/>
        </p:nvSpPr>
        <p:spPr>
          <a:xfrm>
            <a:off x="5342056" y="416156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2" name="Google Shape;6052;p79"/>
          <p:cNvSpPr txBox="1"/>
          <p:nvPr/>
        </p:nvSpPr>
        <p:spPr>
          <a:xfrm>
            <a:off x="639040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3" name="Google Shape;6053;p79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4" name="Google Shape;6054;p79"/>
          <p:cNvSpPr txBox="1"/>
          <p:nvPr/>
        </p:nvSpPr>
        <p:spPr>
          <a:xfrm>
            <a:off x="836974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5" name="Google Shape;6055;p79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6" name="Google Shape;6056;p79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7" name="Google Shape;6057;p79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8" name="Google Shape;6058;p79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9" name="Google Shape;6059;p79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0" name="Google Shape;6060;p79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1" name="Google Shape;6061;p79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2" name="Google Shape;6062;p79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3" name="Google Shape;6063;p79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4" name="Google Shape;6064;p79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5" name="Google Shape;6065;p79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6" name="Google Shape;6066;p79"/>
          <p:cNvSpPr/>
          <p:nvPr/>
        </p:nvSpPr>
        <p:spPr>
          <a:xfrm>
            <a:off x="3397694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7" name="Google Shape;6067;p79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8" name="Google Shape;6068;p79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9" name="Google Shape;6069;p79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0" name="Google Shape;6070;p79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1" name="Google Shape;6071;p79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2" name="Google Shape;6072;p79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3" name="Google Shape;6073;p79"/>
          <p:cNvSpPr/>
          <p:nvPr/>
        </p:nvSpPr>
        <p:spPr>
          <a:xfrm>
            <a:off x="6158832" y="341368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4" name="Google Shape;6074;p79"/>
          <p:cNvSpPr/>
          <p:nvPr/>
        </p:nvSpPr>
        <p:spPr>
          <a:xfrm rot="-2558162">
            <a:off x="9795075" y="4503747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5" name="Google Shape;6075;p79"/>
          <p:cNvSpPr/>
          <p:nvPr/>
        </p:nvSpPr>
        <p:spPr>
          <a:xfrm>
            <a:off x="9130893" y="340053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6" name="Google Shape;6076;p79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7" name="Google Shape;6077;p79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8" name="Google Shape;6078;p79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9" name="Google Shape;6079;p79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0" name="Google Shape;6080;p79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1" name="Google Shape;6081;p79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2" name="Google Shape;6082;p79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3" name="Google Shape;6083;p79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7" name="Shape 6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8" name="Google Shape;6088;p8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089" name="Google Shape;6089;p8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090" name="Google Shape;6090;p8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91" name="Google Shape;6091;p8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6092" name="Google Shape;6092;p80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3" name="Google Shape;6093;p80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4" name="Google Shape;6094;p80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5" name="Google Shape;6095;p80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6" name="Google Shape;6096;p80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7" name="Google Shape;6097;p80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8" name="Google Shape;6098;p80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9" name="Google Shape;6099;p80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0" name="Google Shape;6100;p80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1" name="Google Shape;6101;p80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2" name="Google Shape;6102;p80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3" name="Google Shape;6103;p80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4" name="Google Shape;6104;p80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5" name="Google Shape;6105;p80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6" name="Google Shape;6106;p80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7" name="Google Shape;6107;p80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8" name="Google Shape;6108;p80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9" name="Google Shape;6109;p80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0" name="Google Shape;6110;p80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1" name="Google Shape;6111;p80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2" name="Google Shape;6112;p80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3" name="Google Shape;6113;p80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4" name="Google Shape;6114;p80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5" name="Google Shape;6115;p80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6" name="Google Shape;6116;p80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7" name="Google Shape;6117;p80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8" name="Google Shape;6118;p80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9" name="Google Shape;6119;p80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0" name="Google Shape;6120;p80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1" name="Google Shape;6121;p80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2" name="Google Shape;6122;p80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3" name="Google Shape;6123;p80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4" name="Google Shape;6124;p80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5" name="Google Shape;6125;p80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6" name="Google Shape;6126;p80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7" name="Google Shape;6127;p80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8" name="Google Shape;6128;p80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9" name="Google Shape;6129;p80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0" name="Google Shape;6130;p80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1" name="Google Shape;6131;p80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2" name="Google Shape;6132;p80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3" name="Google Shape;6133;p80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4" name="Google Shape;6134;p80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5" name="Google Shape;6135;p80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6" name="Google Shape;6136;p80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7" name="Google Shape;6137;p80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8" name="Google Shape;6138;p80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9" name="Google Shape;6139;p80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0" name="Google Shape;6140;p80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1" name="Google Shape;6141;p80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2" name="Google Shape;6142;p80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3" name="Google Shape;6143;p80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4" name="Google Shape;6144;p80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5" name="Google Shape;6145;p80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6" name="Google Shape;6146;p80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7" name="Google Shape;6147;p80"/>
          <p:cNvSpPr/>
          <p:nvPr/>
        </p:nvSpPr>
        <p:spPr>
          <a:xfrm>
            <a:off x="3397694" y="103682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8" name="Google Shape;6148;p80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9" name="Google Shape;6149;p80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0" name="Google Shape;6150;p80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1" name="Google Shape;6151;p80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2" name="Google Shape;6152;p80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3" name="Google Shape;6153;p80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4" name="Google Shape;6154;p80"/>
          <p:cNvSpPr/>
          <p:nvPr/>
        </p:nvSpPr>
        <p:spPr>
          <a:xfrm>
            <a:off x="6158832" y="341368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5" name="Google Shape;6155;p80"/>
          <p:cNvSpPr/>
          <p:nvPr/>
        </p:nvSpPr>
        <p:spPr>
          <a:xfrm rot="-2558162">
            <a:off x="8573971" y="6358612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6" name="Google Shape;6156;p80"/>
          <p:cNvSpPr/>
          <p:nvPr/>
        </p:nvSpPr>
        <p:spPr>
          <a:xfrm>
            <a:off x="9130893" y="340053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7" name="Google Shape;6157;p80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8" name="Google Shape;6158;p80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9" name="Google Shape;6159;p80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0" name="Google Shape;6160;p80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1" name="Google Shape;6161;p80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2" name="Google Shape;6162;p80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3" name="Google Shape;6163;p80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4" name="Google Shape;6164;p80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5" name="Google Shape;6165;p80"/>
          <p:cNvSpPr txBox="1"/>
          <p:nvPr/>
        </p:nvSpPr>
        <p:spPr>
          <a:xfrm>
            <a:off x="2554499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6" name="Google Shape;6166;p80"/>
          <p:cNvSpPr txBox="1"/>
          <p:nvPr/>
        </p:nvSpPr>
        <p:spPr>
          <a:xfrm>
            <a:off x="3500301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7" name="Google Shape;6167;p80"/>
          <p:cNvSpPr txBox="1"/>
          <p:nvPr/>
        </p:nvSpPr>
        <p:spPr>
          <a:xfrm>
            <a:off x="4446103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8" name="Google Shape;6168;p80"/>
          <p:cNvSpPr txBox="1"/>
          <p:nvPr/>
        </p:nvSpPr>
        <p:spPr>
          <a:xfrm>
            <a:off x="5494456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9" name="Google Shape;6169;p80"/>
          <p:cNvSpPr txBox="1"/>
          <p:nvPr/>
        </p:nvSpPr>
        <p:spPr>
          <a:xfrm>
            <a:off x="654280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0" name="Google Shape;6170;p80"/>
          <p:cNvSpPr txBox="1"/>
          <p:nvPr/>
        </p:nvSpPr>
        <p:spPr>
          <a:xfrm>
            <a:off x="753247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1" name="Google Shape;6171;p80"/>
          <p:cNvSpPr txBox="1"/>
          <p:nvPr/>
        </p:nvSpPr>
        <p:spPr>
          <a:xfrm>
            <a:off x="852214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2" name="Google Shape;6172;p80"/>
          <p:cNvSpPr txBox="1"/>
          <p:nvPr/>
        </p:nvSpPr>
        <p:spPr>
          <a:xfrm>
            <a:off x="9511819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6" name="Shape 6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7" name="Google Shape;6177;p8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178" name="Google Shape;6178;p8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179" name="Google Shape;6179;p8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80" name="Google Shape;6180;p8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6181" name="Google Shape;6181;p81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2" name="Google Shape;6182;p81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3" name="Google Shape;6183;p81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4" name="Google Shape;6184;p81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5" name="Google Shape;6185;p81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6" name="Google Shape;6186;p81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7" name="Google Shape;6187;p81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8" name="Google Shape;6188;p81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9" name="Google Shape;6189;p81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0" name="Google Shape;6190;p81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1" name="Google Shape;6191;p81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2" name="Google Shape;6192;p81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3" name="Google Shape;6193;p81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4" name="Google Shape;6194;p81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5" name="Google Shape;6195;p81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6" name="Google Shape;6196;p81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7" name="Google Shape;6197;p81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8" name="Google Shape;6198;p81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9" name="Google Shape;6199;p81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0" name="Google Shape;6200;p81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1" name="Google Shape;6201;p81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2" name="Google Shape;6202;p81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3" name="Google Shape;6203;p81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4" name="Google Shape;6204;p81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5" name="Google Shape;6205;p81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6" name="Google Shape;6206;p81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7" name="Google Shape;6207;p81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8" name="Google Shape;6208;p81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9" name="Google Shape;6209;p81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0" name="Google Shape;6210;p81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1" name="Google Shape;6211;p81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2" name="Google Shape;6212;p81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3" name="Google Shape;6213;p81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4" name="Google Shape;6214;p81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5" name="Google Shape;6215;p81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6" name="Google Shape;6216;p81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7" name="Google Shape;6217;p81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8" name="Google Shape;6218;p81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9" name="Google Shape;6219;p81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0" name="Google Shape;6220;p81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1" name="Google Shape;6221;p81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2" name="Google Shape;6222;p81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3" name="Google Shape;6223;p81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4" name="Google Shape;6224;p81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5" name="Google Shape;6225;p81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6" name="Google Shape;6226;p81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7" name="Google Shape;6227;p81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8" name="Google Shape;6228;p81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9" name="Google Shape;6229;p81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0" name="Google Shape;6230;p81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1" name="Google Shape;6231;p81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2" name="Google Shape;6232;p81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3" name="Google Shape;6233;p81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4" name="Google Shape;6234;p81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5" name="Google Shape;6235;p81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6" name="Google Shape;6236;p81"/>
          <p:cNvSpPr/>
          <p:nvPr/>
        </p:nvSpPr>
        <p:spPr>
          <a:xfrm>
            <a:off x="2335962" y="107165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7" name="Google Shape;6237;p81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8" name="Google Shape;6238;p81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9" name="Google Shape;6239;p81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0" name="Google Shape;6240;p81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1" name="Google Shape;6241;p81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2" name="Google Shape;6242;p81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3" name="Google Shape;6243;p81"/>
          <p:cNvSpPr/>
          <p:nvPr/>
        </p:nvSpPr>
        <p:spPr>
          <a:xfrm>
            <a:off x="6158832" y="341368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4" name="Google Shape;6244;p81"/>
          <p:cNvSpPr/>
          <p:nvPr/>
        </p:nvSpPr>
        <p:spPr>
          <a:xfrm>
            <a:off x="9130893" y="340053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5" name="Google Shape;6245;p81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6" name="Google Shape;6246;p81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7" name="Google Shape;6247;p81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8" name="Google Shape;6248;p81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9" name="Google Shape;6249;p81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0" name="Google Shape;6250;p81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1" name="Google Shape;6251;p81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2" name="Google Shape;6252;p81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3" name="Google Shape;6253;p81"/>
          <p:cNvSpPr txBox="1"/>
          <p:nvPr/>
        </p:nvSpPr>
        <p:spPr>
          <a:xfrm>
            <a:off x="2433587" y="43082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4" name="Google Shape;6254;p81"/>
          <p:cNvSpPr txBox="1"/>
          <p:nvPr/>
        </p:nvSpPr>
        <p:spPr>
          <a:xfrm>
            <a:off x="3379389" y="42690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5" name="Google Shape;6255;p81"/>
          <p:cNvSpPr txBox="1"/>
          <p:nvPr/>
        </p:nvSpPr>
        <p:spPr>
          <a:xfrm>
            <a:off x="4325191" y="42882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6" name="Google Shape;6256;p81"/>
          <p:cNvSpPr txBox="1"/>
          <p:nvPr/>
        </p:nvSpPr>
        <p:spPr>
          <a:xfrm>
            <a:off x="5373544" y="43014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7" name="Google Shape;6257;p81"/>
          <p:cNvSpPr txBox="1"/>
          <p:nvPr/>
        </p:nvSpPr>
        <p:spPr>
          <a:xfrm>
            <a:off x="6421897" y="43145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8" name="Google Shape;6258;p81"/>
          <p:cNvSpPr txBox="1"/>
          <p:nvPr/>
        </p:nvSpPr>
        <p:spPr>
          <a:xfrm>
            <a:off x="7411566" y="43145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9" name="Google Shape;6259;p81"/>
          <p:cNvSpPr txBox="1"/>
          <p:nvPr/>
        </p:nvSpPr>
        <p:spPr>
          <a:xfrm>
            <a:off x="8401237" y="43145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0" name="Google Shape;6260;p81"/>
          <p:cNvSpPr txBox="1"/>
          <p:nvPr/>
        </p:nvSpPr>
        <p:spPr>
          <a:xfrm>
            <a:off x="9390907" y="43145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4" name="Shape 6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5" name="Google Shape;6265;p8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266" name="Google Shape;6266;p8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267" name="Google Shape;6267;p8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68" name="Google Shape;6268;p8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6269" name="Google Shape;6269;p82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0" name="Google Shape;6270;p82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1" name="Google Shape;6271;p82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2" name="Google Shape;6272;p82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3" name="Google Shape;6273;p82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4" name="Google Shape;6274;p82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5" name="Google Shape;6275;p82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6" name="Google Shape;6276;p82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7" name="Google Shape;6277;p82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8" name="Google Shape;6278;p82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9" name="Google Shape;6279;p82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0" name="Google Shape;6280;p82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1" name="Google Shape;6281;p82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2" name="Google Shape;6282;p82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3" name="Google Shape;6283;p82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4" name="Google Shape;6284;p82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5" name="Google Shape;6285;p82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6" name="Google Shape;6286;p82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7" name="Google Shape;6287;p82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8" name="Google Shape;6288;p82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9" name="Google Shape;6289;p82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0" name="Google Shape;6290;p82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1" name="Google Shape;6291;p82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2" name="Google Shape;6292;p82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3" name="Google Shape;6293;p82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4" name="Google Shape;6294;p82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5" name="Google Shape;6295;p82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6" name="Google Shape;6296;p82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7" name="Google Shape;6297;p82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8" name="Google Shape;6298;p82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9" name="Google Shape;6299;p82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0" name="Google Shape;6300;p82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1" name="Google Shape;6301;p82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2" name="Google Shape;6302;p82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3" name="Google Shape;6303;p82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4" name="Google Shape;6304;p82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5" name="Google Shape;6305;p82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6" name="Google Shape;6306;p82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7" name="Google Shape;6307;p82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8" name="Google Shape;6308;p82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9" name="Google Shape;6309;p82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0" name="Google Shape;6310;p82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1" name="Google Shape;6311;p82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2" name="Google Shape;6312;p82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3" name="Google Shape;6313;p82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4" name="Google Shape;6314;p82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5" name="Google Shape;6315;p82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6" name="Google Shape;6316;p82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7" name="Google Shape;6317;p82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8" name="Google Shape;6318;p82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9" name="Google Shape;6319;p82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0" name="Google Shape;6320;p82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1" name="Google Shape;6321;p82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2" name="Google Shape;6322;p82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3" name="Google Shape;6323;p82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4" name="Google Shape;6324;p82"/>
          <p:cNvSpPr/>
          <p:nvPr/>
        </p:nvSpPr>
        <p:spPr>
          <a:xfrm>
            <a:off x="2335962" y="107165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5" name="Google Shape;6325;p82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6" name="Google Shape;6326;p82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7" name="Google Shape;6327;p82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8" name="Google Shape;6328;p82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9" name="Google Shape;6329;p82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0" name="Google Shape;6330;p82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1" name="Google Shape;6331;p82"/>
          <p:cNvSpPr/>
          <p:nvPr/>
        </p:nvSpPr>
        <p:spPr>
          <a:xfrm>
            <a:off x="6158832" y="341368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2" name="Google Shape;6332;p82"/>
          <p:cNvSpPr/>
          <p:nvPr/>
        </p:nvSpPr>
        <p:spPr>
          <a:xfrm>
            <a:off x="9130893" y="340053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3" name="Google Shape;6333;p82"/>
          <p:cNvSpPr/>
          <p:nvPr/>
        </p:nvSpPr>
        <p:spPr>
          <a:xfrm rot="-2558162">
            <a:off x="5551327" y="6266299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4" name="Google Shape;6334;p82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5" name="Google Shape;6335;p82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6" name="Google Shape;6336;p82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7" name="Google Shape;6337;p82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8" name="Google Shape;6338;p82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9" name="Google Shape;6339;p82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0" name="Google Shape;6340;p82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1" name="Google Shape;6341;p82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2" name="Google Shape;6342;p82"/>
          <p:cNvSpPr txBox="1"/>
          <p:nvPr/>
        </p:nvSpPr>
        <p:spPr>
          <a:xfrm>
            <a:off x="2433587" y="419758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3" name="Google Shape;6343;p82"/>
          <p:cNvSpPr txBox="1"/>
          <p:nvPr/>
        </p:nvSpPr>
        <p:spPr>
          <a:xfrm>
            <a:off x="3379389" y="415840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4" name="Google Shape;6344;p82"/>
          <p:cNvSpPr txBox="1"/>
          <p:nvPr/>
        </p:nvSpPr>
        <p:spPr>
          <a:xfrm>
            <a:off x="4325191" y="4177596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5" name="Google Shape;6345;p82"/>
          <p:cNvSpPr txBox="1"/>
          <p:nvPr/>
        </p:nvSpPr>
        <p:spPr>
          <a:xfrm>
            <a:off x="5373544" y="419071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6" name="Google Shape;6346;p82"/>
          <p:cNvSpPr txBox="1"/>
          <p:nvPr/>
        </p:nvSpPr>
        <p:spPr>
          <a:xfrm>
            <a:off x="642189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7" name="Google Shape;6347;p82"/>
          <p:cNvSpPr txBox="1"/>
          <p:nvPr/>
        </p:nvSpPr>
        <p:spPr>
          <a:xfrm>
            <a:off x="7411566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8" name="Google Shape;6348;p82"/>
          <p:cNvSpPr txBox="1"/>
          <p:nvPr/>
        </p:nvSpPr>
        <p:spPr>
          <a:xfrm>
            <a:off x="840123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9" name="Google Shape;6349;p82"/>
          <p:cNvSpPr txBox="1"/>
          <p:nvPr/>
        </p:nvSpPr>
        <p:spPr>
          <a:xfrm>
            <a:off x="9390907" y="420384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3" name="Shape 6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4" name="Google Shape;6354;p8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355" name="Google Shape;6355;p8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356" name="Google Shape;6356;p8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57" name="Google Shape;6357;p8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6358" name="Google Shape;6358;p83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9" name="Google Shape;6359;p83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0" name="Google Shape;6360;p83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1" name="Google Shape;6361;p83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2" name="Google Shape;6362;p83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3" name="Google Shape;6363;p83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4" name="Google Shape;6364;p83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5" name="Google Shape;6365;p83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6" name="Google Shape;6366;p83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7" name="Google Shape;6367;p83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8" name="Google Shape;6368;p83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9" name="Google Shape;6369;p83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0" name="Google Shape;6370;p83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1" name="Google Shape;6371;p83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2" name="Google Shape;6372;p83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3" name="Google Shape;6373;p83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4" name="Google Shape;6374;p83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5" name="Google Shape;6375;p83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6" name="Google Shape;6376;p83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7" name="Google Shape;6377;p83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8" name="Google Shape;6378;p83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9" name="Google Shape;6379;p83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0" name="Google Shape;6380;p83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1" name="Google Shape;6381;p83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2" name="Google Shape;6382;p83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3" name="Google Shape;6383;p83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4" name="Google Shape;6384;p83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5" name="Google Shape;6385;p83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6" name="Google Shape;6386;p83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7" name="Google Shape;6387;p83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8" name="Google Shape;6388;p83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9" name="Google Shape;6389;p83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0" name="Google Shape;6390;p83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1" name="Google Shape;6391;p83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2" name="Google Shape;6392;p83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3" name="Google Shape;6393;p83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4" name="Google Shape;6394;p83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5" name="Google Shape;6395;p83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6" name="Google Shape;6396;p83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7" name="Google Shape;6397;p83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8" name="Google Shape;6398;p83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9" name="Google Shape;6399;p83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0" name="Google Shape;6400;p83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1" name="Google Shape;6401;p83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2" name="Google Shape;6402;p83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3" name="Google Shape;6403;p83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4" name="Google Shape;6404;p83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5" name="Google Shape;6405;p83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6" name="Google Shape;6406;p83"/>
          <p:cNvSpPr txBox="1"/>
          <p:nvPr/>
        </p:nvSpPr>
        <p:spPr>
          <a:xfrm>
            <a:off x="5342056" y="416156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7" name="Google Shape;6407;p83"/>
          <p:cNvSpPr txBox="1"/>
          <p:nvPr/>
        </p:nvSpPr>
        <p:spPr>
          <a:xfrm>
            <a:off x="639040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8" name="Google Shape;6408;p83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9" name="Google Shape;6409;p83"/>
          <p:cNvSpPr txBox="1"/>
          <p:nvPr/>
        </p:nvSpPr>
        <p:spPr>
          <a:xfrm>
            <a:off x="836974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0" name="Google Shape;6410;p83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1" name="Google Shape;6411;p83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2" name="Google Shape;6412;p83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3" name="Google Shape;6413;p83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4" name="Google Shape;6414;p83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5" name="Google Shape;6415;p83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6" name="Google Shape;6416;p83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7" name="Google Shape;6417;p83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8" name="Google Shape;6418;p83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9" name="Google Shape;6419;p83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0" name="Google Shape;6420;p83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1" name="Google Shape;6421;p83"/>
          <p:cNvSpPr/>
          <p:nvPr/>
        </p:nvSpPr>
        <p:spPr>
          <a:xfrm>
            <a:off x="2335962" y="107165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2" name="Google Shape;6422;p83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3" name="Google Shape;6423;p83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4" name="Google Shape;6424;p83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5" name="Google Shape;6425;p83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6" name="Google Shape;6426;p83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7" name="Google Shape;6427;p83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8" name="Google Shape;6428;p83"/>
          <p:cNvSpPr/>
          <p:nvPr/>
        </p:nvSpPr>
        <p:spPr>
          <a:xfrm>
            <a:off x="6158832" y="341368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9" name="Google Shape;6429;p83"/>
          <p:cNvSpPr/>
          <p:nvPr/>
        </p:nvSpPr>
        <p:spPr>
          <a:xfrm>
            <a:off x="9130893" y="340053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0" name="Google Shape;6430;p83"/>
          <p:cNvSpPr/>
          <p:nvPr/>
        </p:nvSpPr>
        <p:spPr>
          <a:xfrm rot="-2558162">
            <a:off x="4576175" y="4349229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1" name="Google Shape;6431;p83"/>
          <p:cNvSpPr/>
          <p:nvPr/>
        </p:nvSpPr>
        <p:spPr>
          <a:xfrm>
            <a:off x="4151205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2" name="Google Shape;6432;p83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3" name="Google Shape;6433;p83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4" name="Google Shape;6434;p83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5" name="Google Shape;6435;p83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6" name="Google Shape;6436;p83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7" name="Google Shape;6437;p83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8" name="Google Shape;6438;p83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9" name="Google Shape;6439;p83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3" name="Shape 6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4" name="Google Shape;6444;p8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445" name="Google Shape;6445;p8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446" name="Google Shape;6446;p8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47" name="Google Shape;6447;p8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6448" name="Google Shape;6448;p84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9" name="Google Shape;6449;p84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0" name="Google Shape;6450;p84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1" name="Google Shape;6451;p84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2" name="Google Shape;6452;p84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3" name="Google Shape;6453;p84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4" name="Google Shape;6454;p84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5" name="Google Shape;6455;p84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6" name="Google Shape;6456;p84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7" name="Google Shape;6457;p84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8" name="Google Shape;6458;p84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9" name="Google Shape;6459;p84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0" name="Google Shape;6460;p84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1" name="Google Shape;6461;p84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2" name="Google Shape;6462;p84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3" name="Google Shape;6463;p84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4" name="Google Shape;6464;p84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5" name="Google Shape;6465;p84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6" name="Google Shape;6466;p84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7" name="Google Shape;6467;p84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8" name="Google Shape;6468;p84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9" name="Google Shape;6469;p84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0" name="Google Shape;6470;p84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1" name="Google Shape;6471;p84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2" name="Google Shape;6472;p84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3" name="Google Shape;6473;p84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4" name="Google Shape;6474;p84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5" name="Google Shape;6475;p84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6" name="Google Shape;6476;p84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7" name="Google Shape;6477;p84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8" name="Google Shape;6478;p84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9" name="Google Shape;6479;p84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0" name="Google Shape;6480;p84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1" name="Google Shape;6481;p84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2" name="Google Shape;6482;p84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3" name="Google Shape;6483;p84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4" name="Google Shape;6484;p84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5" name="Google Shape;6485;p84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6" name="Google Shape;6486;p84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7" name="Google Shape;6487;p84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8" name="Google Shape;6488;p84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9" name="Google Shape;6489;p84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0" name="Google Shape;6490;p84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1" name="Google Shape;6491;p84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2" name="Google Shape;6492;p84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3" name="Google Shape;6493;p84"/>
          <p:cNvSpPr txBox="1"/>
          <p:nvPr/>
        </p:nvSpPr>
        <p:spPr>
          <a:xfrm>
            <a:off x="2402099" y="25519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4" name="Google Shape;6494;p84"/>
          <p:cNvSpPr txBox="1"/>
          <p:nvPr/>
        </p:nvSpPr>
        <p:spPr>
          <a:xfrm>
            <a:off x="3347901" y="251277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5" name="Google Shape;6495;p84"/>
          <p:cNvSpPr txBox="1"/>
          <p:nvPr/>
        </p:nvSpPr>
        <p:spPr>
          <a:xfrm>
            <a:off x="4293703" y="253195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6" name="Google Shape;6496;p84"/>
          <p:cNvSpPr txBox="1"/>
          <p:nvPr/>
        </p:nvSpPr>
        <p:spPr>
          <a:xfrm>
            <a:off x="5342056" y="254508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7" name="Google Shape;6497;p84"/>
          <p:cNvSpPr txBox="1"/>
          <p:nvPr/>
        </p:nvSpPr>
        <p:spPr>
          <a:xfrm>
            <a:off x="6390409" y="255820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8" name="Google Shape;6498;p84"/>
          <p:cNvSpPr txBox="1"/>
          <p:nvPr/>
        </p:nvSpPr>
        <p:spPr>
          <a:xfrm>
            <a:off x="7380079" y="255820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9" name="Google Shape;6499;p84"/>
          <p:cNvSpPr txBox="1"/>
          <p:nvPr/>
        </p:nvSpPr>
        <p:spPr>
          <a:xfrm>
            <a:off x="8369749" y="255820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0" name="Google Shape;6500;p84"/>
          <p:cNvSpPr txBox="1"/>
          <p:nvPr/>
        </p:nvSpPr>
        <p:spPr>
          <a:xfrm>
            <a:off x="9359419" y="255820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1" name="Google Shape;6501;p84"/>
          <p:cNvSpPr txBox="1"/>
          <p:nvPr/>
        </p:nvSpPr>
        <p:spPr>
          <a:xfrm>
            <a:off x="2402099" y="416843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2" name="Google Shape;6502;p84"/>
          <p:cNvSpPr txBox="1"/>
          <p:nvPr/>
        </p:nvSpPr>
        <p:spPr>
          <a:xfrm>
            <a:off x="3347901" y="412925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3" name="Google Shape;6503;p84"/>
          <p:cNvSpPr txBox="1"/>
          <p:nvPr/>
        </p:nvSpPr>
        <p:spPr>
          <a:xfrm>
            <a:off x="4293703" y="41484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4" name="Google Shape;6504;p84"/>
          <p:cNvSpPr txBox="1"/>
          <p:nvPr/>
        </p:nvSpPr>
        <p:spPr>
          <a:xfrm>
            <a:off x="5342056" y="416156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5" name="Google Shape;6505;p84"/>
          <p:cNvSpPr txBox="1"/>
          <p:nvPr/>
        </p:nvSpPr>
        <p:spPr>
          <a:xfrm>
            <a:off x="639040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6" name="Google Shape;6506;p84"/>
          <p:cNvSpPr txBox="1"/>
          <p:nvPr/>
        </p:nvSpPr>
        <p:spPr>
          <a:xfrm>
            <a:off x="738007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7" name="Google Shape;6507;p84"/>
          <p:cNvSpPr txBox="1"/>
          <p:nvPr/>
        </p:nvSpPr>
        <p:spPr>
          <a:xfrm>
            <a:off x="836974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8" name="Google Shape;6508;p84"/>
          <p:cNvSpPr txBox="1"/>
          <p:nvPr/>
        </p:nvSpPr>
        <p:spPr>
          <a:xfrm>
            <a:off x="9359419" y="417468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9" name="Google Shape;6509;p84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0" name="Google Shape;6510;p84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1" name="Google Shape;6511;p84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2" name="Google Shape;6512;p84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3" name="Google Shape;6513;p84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4" name="Google Shape;6514;p84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5" name="Google Shape;6515;p84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6" name="Google Shape;6516;p84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7" name="Google Shape;6517;p84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8" name="Google Shape;6518;p84"/>
          <p:cNvSpPr txBox="1"/>
          <p:nvPr/>
        </p:nvSpPr>
        <p:spPr>
          <a:xfrm>
            <a:off x="229827" y="990457"/>
            <a:ext cx="14905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FILLING B</a:t>
            </a:r>
            <a:endParaRPr b="1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9" name="Google Shape;6519;p84"/>
          <p:cNvSpPr/>
          <p:nvPr/>
        </p:nvSpPr>
        <p:spPr>
          <a:xfrm>
            <a:off x="2335962" y="1071655"/>
            <a:ext cx="367408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0" name="Google Shape;6520;p84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1" name="Google Shape;6521;p84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2" name="Google Shape;6522;p84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3" name="Google Shape;6523;p84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4" name="Google Shape;6524;p84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5" name="Google Shape;6525;p84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6" name="Google Shape;6526;p84"/>
          <p:cNvSpPr/>
          <p:nvPr/>
        </p:nvSpPr>
        <p:spPr>
          <a:xfrm>
            <a:off x="6158832" y="341368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7" name="Google Shape;6527;p84"/>
          <p:cNvSpPr/>
          <p:nvPr/>
        </p:nvSpPr>
        <p:spPr>
          <a:xfrm>
            <a:off x="9130893" y="340053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8" name="Google Shape;6528;p84"/>
          <p:cNvSpPr/>
          <p:nvPr/>
        </p:nvSpPr>
        <p:spPr>
          <a:xfrm rot="-2558162">
            <a:off x="4546100" y="6284895"/>
            <a:ext cx="512143" cy="70268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9" name="Google Shape;6529;p84"/>
          <p:cNvSpPr/>
          <p:nvPr/>
        </p:nvSpPr>
        <p:spPr>
          <a:xfrm>
            <a:off x="4151205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30" name="Google Shape;6530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4" name="Shape 6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5" name="Google Shape;6535;p8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536" name="Google Shape;6536;p8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537" name="Google Shape;6537;p8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38" name="Google Shape;6538;p8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Simulation</a:t>
            </a:r>
            <a:endParaRPr/>
          </a:p>
        </p:txBody>
      </p:sp>
      <p:sp>
        <p:nvSpPr>
          <p:cNvPr id="6539" name="Google Shape;6539;p85"/>
          <p:cNvSpPr/>
          <p:nvPr/>
        </p:nvSpPr>
        <p:spPr>
          <a:xfrm>
            <a:off x="217357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0" name="Google Shape;6540;p85"/>
          <p:cNvSpPr/>
          <p:nvPr/>
        </p:nvSpPr>
        <p:spPr>
          <a:xfrm>
            <a:off x="217357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1" name="Google Shape;6541;p85"/>
          <p:cNvSpPr/>
          <p:nvPr/>
        </p:nvSpPr>
        <p:spPr>
          <a:xfrm>
            <a:off x="316917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2" name="Google Shape;6542;p85"/>
          <p:cNvSpPr/>
          <p:nvPr/>
        </p:nvSpPr>
        <p:spPr>
          <a:xfrm>
            <a:off x="316917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3" name="Google Shape;6543;p85"/>
          <p:cNvSpPr/>
          <p:nvPr/>
        </p:nvSpPr>
        <p:spPr>
          <a:xfrm>
            <a:off x="4164766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4" name="Google Shape;6544;p85"/>
          <p:cNvSpPr/>
          <p:nvPr/>
        </p:nvSpPr>
        <p:spPr>
          <a:xfrm>
            <a:off x="416476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5" name="Google Shape;6545;p85"/>
          <p:cNvSpPr/>
          <p:nvPr/>
        </p:nvSpPr>
        <p:spPr>
          <a:xfrm>
            <a:off x="5160362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6" name="Google Shape;6546;p85"/>
          <p:cNvSpPr/>
          <p:nvPr/>
        </p:nvSpPr>
        <p:spPr>
          <a:xfrm>
            <a:off x="5160362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7" name="Google Shape;6547;p85"/>
          <p:cNvSpPr/>
          <p:nvPr/>
        </p:nvSpPr>
        <p:spPr>
          <a:xfrm>
            <a:off x="6155958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8" name="Google Shape;6548;p85"/>
          <p:cNvSpPr/>
          <p:nvPr/>
        </p:nvSpPr>
        <p:spPr>
          <a:xfrm>
            <a:off x="6155958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9" name="Google Shape;6549;p85"/>
          <p:cNvSpPr/>
          <p:nvPr/>
        </p:nvSpPr>
        <p:spPr>
          <a:xfrm>
            <a:off x="7151554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0" name="Google Shape;6550;p85"/>
          <p:cNvSpPr/>
          <p:nvPr/>
        </p:nvSpPr>
        <p:spPr>
          <a:xfrm>
            <a:off x="7151554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1" name="Google Shape;6551;p85"/>
          <p:cNvSpPr/>
          <p:nvPr/>
        </p:nvSpPr>
        <p:spPr>
          <a:xfrm>
            <a:off x="8147150" y="172162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2" name="Google Shape;6552;p85"/>
          <p:cNvSpPr/>
          <p:nvPr/>
        </p:nvSpPr>
        <p:spPr>
          <a:xfrm>
            <a:off x="8147150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3" name="Google Shape;6553;p85"/>
          <p:cNvSpPr/>
          <p:nvPr/>
        </p:nvSpPr>
        <p:spPr>
          <a:xfrm>
            <a:off x="9142746" y="2406421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4" name="Google Shape;6554;p85"/>
          <p:cNvSpPr/>
          <p:nvPr/>
        </p:nvSpPr>
        <p:spPr>
          <a:xfrm>
            <a:off x="10866120" y="1981200"/>
            <a:ext cx="487680" cy="5638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5" name="Google Shape;6555;p85"/>
          <p:cNvSpPr txBox="1"/>
          <p:nvPr/>
        </p:nvSpPr>
        <p:spPr>
          <a:xfrm>
            <a:off x="10965529" y="2593305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6" name="Google Shape;6556;p85"/>
          <p:cNvSpPr/>
          <p:nvPr/>
        </p:nvSpPr>
        <p:spPr>
          <a:xfrm>
            <a:off x="217357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7" name="Google Shape;6557;p85"/>
          <p:cNvSpPr/>
          <p:nvPr/>
        </p:nvSpPr>
        <p:spPr>
          <a:xfrm>
            <a:off x="217357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8" name="Google Shape;6558;p85"/>
          <p:cNvSpPr/>
          <p:nvPr/>
        </p:nvSpPr>
        <p:spPr>
          <a:xfrm>
            <a:off x="316917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9" name="Google Shape;6559;p85"/>
          <p:cNvSpPr/>
          <p:nvPr/>
        </p:nvSpPr>
        <p:spPr>
          <a:xfrm>
            <a:off x="316917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0" name="Google Shape;6560;p85"/>
          <p:cNvSpPr/>
          <p:nvPr/>
        </p:nvSpPr>
        <p:spPr>
          <a:xfrm>
            <a:off x="416476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1" name="Google Shape;6561;p85"/>
          <p:cNvSpPr/>
          <p:nvPr/>
        </p:nvSpPr>
        <p:spPr>
          <a:xfrm>
            <a:off x="416476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2" name="Google Shape;6562;p85"/>
          <p:cNvSpPr/>
          <p:nvPr/>
        </p:nvSpPr>
        <p:spPr>
          <a:xfrm>
            <a:off x="5160362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3" name="Google Shape;6563;p85"/>
          <p:cNvSpPr/>
          <p:nvPr/>
        </p:nvSpPr>
        <p:spPr>
          <a:xfrm>
            <a:off x="5160362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4" name="Google Shape;6564;p85"/>
          <p:cNvSpPr/>
          <p:nvPr/>
        </p:nvSpPr>
        <p:spPr>
          <a:xfrm>
            <a:off x="6155958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5" name="Google Shape;6565;p85"/>
          <p:cNvSpPr/>
          <p:nvPr/>
        </p:nvSpPr>
        <p:spPr>
          <a:xfrm>
            <a:off x="6155958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6" name="Google Shape;6566;p85"/>
          <p:cNvSpPr/>
          <p:nvPr/>
        </p:nvSpPr>
        <p:spPr>
          <a:xfrm>
            <a:off x="7151554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7" name="Google Shape;6567;p85"/>
          <p:cNvSpPr/>
          <p:nvPr/>
        </p:nvSpPr>
        <p:spPr>
          <a:xfrm>
            <a:off x="7151554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8" name="Google Shape;6568;p85"/>
          <p:cNvSpPr/>
          <p:nvPr/>
        </p:nvSpPr>
        <p:spPr>
          <a:xfrm>
            <a:off x="8147150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9" name="Google Shape;6569;p85"/>
          <p:cNvSpPr/>
          <p:nvPr/>
        </p:nvSpPr>
        <p:spPr>
          <a:xfrm>
            <a:off x="8147150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0" name="Google Shape;6570;p85"/>
          <p:cNvSpPr/>
          <p:nvPr/>
        </p:nvSpPr>
        <p:spPr>
          <a:xfrm>
            <a:off x="9142746" y="3393156"/>
            <a:ext cx="824459" cy="604730"/>
          </a:xfrm>
          <a:prstGeom prst="rect">
            <a:avLst/>
          </a:prstGeom>
          <a:solidFill>
            <a:srgbClr val="54813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1" name="Google Shape;6571;p85"/>
          <p:cNvSpPr/>
          <p:nvPr/>
        </p:nvSpPr>
        <p:spPr>
          <a:xfrm>
            <a:off x="9142746" y="4077954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2" name="Google Shape;6572;p85"/>
          <p:cNvSpPr/>
          <p:nvPr/>
        </p:nvSpPr>
        <p:spPr>
          <a:xfrm>
            <a:off x="316917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3" name="Google Shape;6573;p85"/>
          <p:cNvSpPr/>
          <p:nvPr/>
        </p:nvSpPr>
        <p:spPr>
          <a:xfrm>
            <a:off x="316917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4" name="Google Shape;6574;p85"/>
          <p:cNvSpPr/>
          <p:nvPr/>
        </p:nvSpPr>
        <p:spPr>
          <a:xfrm>
            <a:off x="4164766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5" name="Google Shape;6575;p85"/>
          <p:cNvSpPr/>
          <p:nvPr/>
        </p:nvSpPr>
        <p:spPr>
          <a:xfrm>
            <a:off x="4164766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6" name="Google Shape;6576;p85"/>
          <p:cNvSpPr/>
          <p:nvPr/>
        </p:nvSpPr>
        <p:spPr>
          <a:xfrm>
            <a:off x="5160362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7" name="Google Shape;6577;p85"/>
          <p:cNvSpPr/>
          <p:nvPr/>
        </p:nvSpPr>
        <p:spPr>
          <a:xfrm>
            <a:off x="5160362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8" name="Google Shape;6578;p85"/>
          <p:cNvSpPr/>
          <p:nvPr/>
        </p:nvSpPr>
        <p:spPr>
          <a:xfrm>
            <a:off x="6155958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9" name="Google Shape;6579;p85"/>
          <p:cNvSpPr/>
          <p:nvPr/>
        </p:nvSpPr>
        <p:spPr>
          <a:xfrm>
            <a:off x="6155958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0" name="Google Shape;6580;p85"/>
          <p:cNvSpPr/>
          <p:nvPr/>
        </p:nvSpPr>
        <p:spPr>
          <a:xfrm>
            <a:off x="7151554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1" name="Google Shape;6581;p85"/>
          <p:cNvSpPr/>
          <p:nvPr/>
        </p:nvSpPr>
        <p:spPr>
          <a:xfrm>
            <a:off x="7151554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2" name="Google Shape;6582;p85"/>
          <p:cNvSpPr/>
          <p:nvPr/>
        </p:nvSpPr>
        <p:spPr>
          <a:xfrm>
            <a:off x="8147150" y="5119251"/>
            <a:ext cx="824459" cy="60473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3" name="Google Shape;6583;p85"/>
          <p:cNvSpPr/>
          <p:nvPr/>
        </p:nvSpPr>
        <p:spPr>
          <a:xfrm>
            <a:off x="8147150" y="5804049"/>
            <a:ext cx="824459" cy="13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4" name="Google Shape;6584;p85"/>
          <p:cNvSpPr txBox="1"/>
          <p:nvPr/>
        </p:nvSpPr>
        <p:spPr>
          <a:xfrm>
            <a:off x="4293703" y="59346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5" name="Google Shape;6585;p85"/>
          <p:cNvSpPr txBox="1"/>
          <p:nvPr/>
        </p:nvSpPr>
        <p:spPr>
          <a:xfrm>
            <a:off x="5239505" y="589549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6" name="Google Shape;6586;p85"/>
          <p:cNvSpPr txBox="1"/>
          <p:nvPr/>
        </p:nvSpPr>
        <p:spPr>
          <a:xfrm>
            <a:off x="6185307" y="591468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7" name="Google Shape;6587;p85"/>
          <p:cNvSpPr txBox="1"/>
          <p:nvPr/>
        </p:nvSpPr>
        <p:spPr>
          <a:xfrm>
            <a:off x="7233660" y="592780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8" name="Google Shape;6588;p85"/>
          <p:cNvSpPr txBox="1"/>
          <p:nvPr/>
        </p:nvSpPr>
        <p:spPr>
          <a:xfrm>
            <a:off x="8282013" y="59409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9" name="Google Shape;6589;p85"/>
          <p:cNvSpPr txBox="1"/>
          <p:nvPr/>
        </p:nvSpPr>
        <p:spPr>
          <a:xfrm>
            <a:off x="3327456" y="594270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0" name="Google Shape;6590;p85"/>
          <p:cNvSpPr txBox="1"/>
          <p:nvPr/>
        </p:nvSpPr>
        <p:spPr>
          <a:xfrm>
            <a:off x="1622205" y="1861367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1" name="Google Shape;6591;p85"/>
          <p:cNvSpPr txBox="1"/>
          <p:nvPr/>
        </p:nvSpPr>
        <p:spPr>
          <a:xfrm>
            <a:off x="1622205" y="3510855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2" name="Google Shape;6592;p85"/>
          <p:cNvSpPr txBox="1"/>
          <p:nvPr/>
        </p:nvSpPr>
        <p:spPr>
          <a:xfrm>
            <a:off x="2703370" y="5318526"/>
            <a:ext cx="38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3" name="Google Shape;6593;p85"/>
          <p:cNvSpPr/>
          <p:nvPr/>
        </p:nvSpPr>
        <p:spPr>
          <a:xfrm>
            <a:off x="9142746" y="1738283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4" name="Google Shape;6594;p85"/>
          <p:cNvSpPr/>
          <p:nvPr/>
        </p:nvSpPr>
        <p:spPr>
          <a:xfrm>
            <a:off x="8147150" y="3384737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5" name="Google Shape;6595;p85"/>
          <p:cNvSpPr/>
          <p:nvPr/>
        </p:nvSpPr>
        <p:spPr>
          <a:xfrm>
            <a:off x="3169169" y="3413760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6" name="Google Shape;6596;p85"/>
          <p:cNvSpPr/>
          <p:nvPr/>
        </p:nvSpPr>
        <p:spPr>
          <a:xfrm>
            <a:off x="7151553" y="338342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7" name="Google Shape;6597;p85"/>
          <p:cNvSpPr/>
          <p:nvPr/>
        </p:nvSpPr>
        <p:spPr>
          <a:xfrm>
            <a:off x="5157487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8" name="Google Shape;6598;p85"/>
          <p:cNvSpPr/>
          <p:nvPr/>
        </p:nvSpPr>
        <p:spPr>
          <a:xfrm>
            <a:off x="2173573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9" name="Google Shape;6599;p85"/>
          <p:cNvSpPr/>
          <p:nvPr/>
        </p:nvSpPr>
        <p:spPr>
          <a:xfrm>
            <a:off x="6158832" y="341368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0" name="Google Shape;6600;p85"/>
          <p:cNvSpPr/>
          <p:nvPr/>
        </p:nvSpPr>
        <p:spPr>
          <a:xfrm>
            <a:off x="9130893" y="3400532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1" name="Google Shape;6601;p85"/>
          <p:cNvSpPr/>
          <p:nvPr/>
        </p:nvSpPr>
        <p:spPr>
          <a:xfrm>
            <a:off x="4151205" y="3382844"/>
            <a:ext cx="824459" cy="6047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2" name="Google Shape;6602;p85"/>
          <p:cNvSpPr txBox="1"/>
          <p:nvPr/>
        </p:nvSpPr>
        <p:spPr>
          <a:xfrm>
            <a:off x="2402099" y="255195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3" name="Google Shape;6603;p85"/>
          <p:cNvSpPr txBox="1"/>
          <p:nvPr/>
        </p:nvSpPr>
        <p:spPr>
          <a:xfrm>
            <a:off x="3347901" y="251277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4" name="Google Shape;6604;p85"/>
          <p:cNvSpPr txBox="1"/>
          <p:nvPr/>
        </p:nvSpPr>
        <p:spPr>
          <a:xfrm>
            <a:off x="4293703" y="2531958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5" name="Google Shape;6605;p85"/>
          <p:cNvSpPr txBox="1"/>
          <p:nvPr/>
        </p:nvSpPr>
        <p:spPr>
          <a:xfrm>
            <a:off x="5342056" y="2545080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6" name="Google Shape;6606;p85"/>
          <p:cNvSpPr txBox="1"/>
          <p:nvPr/>
        </p:nvSpPr>
        <p:spPr>
          <a:xfrm>
            <a:off x="639040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7" name="Google Shape;6607;p85"/>
          <p:cNvSpPr txBox="1"/>
          <p:nvPr/>
        </p:nvSpPr>
        <p:spPr>
          <a:xfrm>
            <a:off x="738007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8" name="Google Shape;6608;p85"/>
          <p:cNvSpPr txBox="1"/>
          <p:nvPr/>
        </p:nvSpPr>
        <p:spPr>
          <a:xfrm>
            <a:off x="836974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9" name="Google Shape;6609;p85"/>
          <p:cNvSpPr txBox="1"/>
          <p:nvPr/>
        </p:nvSpPr>
        <p:spPr>
          <a:xfrm>
            <a:off x="9359419" y="2558202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0" name="Google Shape;6610;p85"/>
          <p:cNvSpPr txBox="1"/>
          <p:nvPr/>
        </p:nvSpPr>
        <p:spPr>
          <a:xfrm>
            <a:off x="2433587" y="417487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1" name="Google Shape;6611;p85"/>
          <p:cNvSpPr txBox="1"/>
          <p:nvPr/>
        </p:nvSpPr>
        <p:spPr>
          <a:xfrm>
            <a:off x="3379389" y="413569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2" name="Google Shape;6612;p85"/>
          <p:cNvSpPr txBox="1"/>
          <p:nvPr/>
        </p:nvSpPr>
        <p:spPr>
          <a:xfrm>
            <a:off x="4325191" y="4154883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3" name="Google Shape;6613;p85"/>
          <p:cNvSpPr txBox="1"/>
          <p:nvPr/>
        </p:nvSpPr>
        <p:spPr>
          <a:xfrm>
            <a:off x="5373544" y="4168005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4" name="Google Shape;6614;p85"/>
          <p:cNvSpPr txBox="1"/>
          <p:nvPr/>
        </p:nvSpPr>
        <p:spPr>
          <a:xfrm>
            <a:off x="642189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5" name="Google Shape;6615;p85"/>
          <p:cNvSpPr txBox="1"/>
          <p:nvPr/>
        </p:nvSpPr>
        <p:spPr>
          <a:xfrm>
            <a:off x="7411566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6" name="Google Shape;6616;p85"/>
          <p:cNvSpPr txBox="1"/>
          <p:nvPr/>
        </p:nvSpPr>
        <p:spPr>
          <a:xfrm>
            <a:off x="840123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7" name="Google Shape;6617;p85"/>
          <p:cNvSpPr txBox="1"/>
          <p:nvPr/>
        </p:nvSpPr>
        <p:spPr>
          <a:xfrm>
            <a:off x="9390907" y="4181127"/>
            <a:ext cx="3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1" name="Shape 6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2" name="Google Shape;6622;p8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Can you write down the algorithm based on the simulation?</a:t>
            </a:r>
            <a:endParaRPr/>
          </a:p>
        </p:txBody>
      </p:sp>
      <p:sp>
        <p:nvSpPr>
          <p:cNvPr id="6623" name="Google Shape;6623;p8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624" name="Google Shape;6624;p8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625" name="Google Shape;6625;p8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26" name="Google Shape;6626;p8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Algorithm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0" name="Shape 6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1" name="Google Shape;6631;p8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Can you write down the algorithm based on the simulation?</a:t>
            </a:r>
            <a:endParaRPr/>
          </a:p>
        </p:txBody>
      </p:sp>
      <p:sp>
        <p:nvSpPr>
          <p:cNvPr id="6632" name="Google Shape;6632;p8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633" name="Google Shape;6633;p8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634" name="Google Shape;6634;p8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35" name="Google Shape;6635;p8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Counting Sort Algorithm</a:t>
            </a:r>
            <a:endParaRPr/>
          </a:p>
        </p:txBody>
      </p:sp>
      <p:pic>
        <p:nvPicPr>
          <p:cNvPr id="6636" name="Google Shape;6636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1712" y="1884997"/>
            <a:ext cx="7648575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0" name="Shape 6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1" name="Google Shape;6641;p8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50"/>
              <a:buNone/>
            </a:pPr>
            <a:r>
              <a:t/>
            </a:r>
            <a:endParaRPr sz="6600"/>
          </a:p>
          <a:p>
            <a:pPr indent="0" lvl="0" marL="0" rtl="0" algn="ctr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4950"/>
              <a:buNone/>
            </a:pPr>
            <a:r>
              <a:rPr lang="en-US" sz="6600"/>
              <a:t>Θ (k+n) ≅ Θ (n)</a:t>
            </a:r>
            <a:endParaRPr/>
          </a:p>
        </p:txBody>
      </p:sp>
      <p:sp>
        <p:nvSpPr>
          <p:cNvPr id="6642" name="Google Shape;6642;p8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643" name="Google Shape;6643;p8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644" name="Google Shape;6644;p8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45" name="Google Shape;6645;p8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0" name="Shape 6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1" name="Google Shape;6651;g26660191b05_0_0"/>
          <p:cNvSpPr txBox="1"/>
          <p:nvPr>
            <p:ph idx="1" type="body"/>
          </p:nvPr>
        </p:nvSpPr>
        <p:spPr>
          <a:xfrm>
            <a:off x="838200" y="1227909"/>
            <a:ext cx="10515600" cy="4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lang="en-US"/>
              <a:t>Let us determine the time complexity of some equations</a:t>
            </a:r>
            <a:endParaRPr/>
          </a:p>
        </p:txBody>
      </p:sp>
      <p:sp>
        <p:nvSpPr>
          <p:cNvPr id="6652" name="Google Shape;6652;g26660191b05_0_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53" name="Google Shape;6653;g26660191b05_0_0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Time Complexity of Equations</a:t>
            </a:r>
            <a:endParaRPr/>
          </a:p>
        </p:txBody>
      </p:sp>
      <p:sp>
        <p:nvSpPr>
          <p:cNvPr id="6654" name="Google Shape;6654;g26660191b05_0_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655" name="Google Shape;6655;g26660191b05_0_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9" name="Shape 6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0" name="Google Shape;6660;p8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6661" name="Google Shape;6661;p8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6662" name="Google Shape;6662;p8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663" name="Google Shape;6663;p8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664" name="Google Shape;6664;p8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