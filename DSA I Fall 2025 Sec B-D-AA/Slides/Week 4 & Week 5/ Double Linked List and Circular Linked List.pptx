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</p:sldIdLst>
  <p:sldSz cy="6858000" cx="12192000"/>
  <p:notesSz cx="6858000" cy="9144000"/>
  <p:embeddedFontLst>
    <p:embeddedFont>
      <p:font typeface="Tahoma"/>
      <p:regular r:id="rId87"/>
      <p:bold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9" roundtripDataSignature="AMtx7mh+RV35Ij3/wwWVOaC5XDsCniVh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42" Type="http://schemas.openxmlformats.org/officeDocument/2006/relationships/slide" Target="slides/slide38.xml"/><Relationship Id="rId86" Type="http://schemas.openxmlformats.org/officeDocument/2006/relationships/slide" Target="slides/slide82.xml"/><Relationship Id="rId41" Type="http://schemas.openxmlformats.org/officeDocument/2006/relationships/slide" Target="slides/slide37.xml"/><Relationship Id="rId85" Type="http://schemas.openxmlformats.org/officeDocument/2006/relationships/slide" Target="slides/slide81.xml"/><Relationship Id="rId44" Type="http://schemas.openxmlformats.org/officeDocument/2006/relationships/slide" Target="slides/slide40.xml"/><Relationship Id="rId88" Type="http://schemas.openxmlformats.org/officeDocument/2006/relationships/font" Target="fonts/Tahoma-bold.fntdata"/><Relationship Id="rId43" Type="http://schemas.openxmlformats.org/officeDocument/2006/relationships/slide" Target="slides/slide39.xml"/><Relationship Id="rId87" Type="http://schemas.openxmlformats.org/officeDocument/2006/relationships/font" Target="fonts/Tahoma-regular.fntdata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customschemas.google.com/relationships/presentationmetadata" Target="metadata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3" name="Google Shape;77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9" name="Google Shape;114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7" name="Google Shape;118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7" name="Google Shape;122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8" name="Google Shape;12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9" name="Google Shape;130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1" name="Google Shape;135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3" name="Google Shape;13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5" name="Google Shape;143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4" name="Google Shape;144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3" name="Google Shape;145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2" name="Google Shape;146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3" name="Google Shape;149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6" name="Google Shape;152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9" name="Google Shape;155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1" name="Google Shape;159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4" name="Google Shape;162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8" name="Google Shape;165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3" name="Google Shape;1683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7" name="Google Shape;171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9" name="Google Shape;1749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2" name="Google Shape;178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5" name="Google Shape;181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9" name="Google Shape;1849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6" name="Google Shape;187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8" name="Google Shape;190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3" name="Google Shape;194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9" name="Google Shape;197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5" name="Google Shape;201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1" name="Google Shape;205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7" name="Google Shape;2077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6" name="Google Shape;208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5" name="Google Shape;209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5" name="Google Shape;210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4" name="Google Shape;211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4" name="Google Shape;212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4" name="Google Shape;213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4" name="Google Shape;2144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4" name="Google Shape;215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4" name="Google Shape;2164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4" name="Google Shape;217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3" name="Google Shape;2183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4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4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4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8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8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8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8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8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8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8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8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8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8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8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7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7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87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8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8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8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88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8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8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8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9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2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Double Linked List </a:t>
            </a:r>
            <a:br>
              <a:rPr lang="en-US"/>
            </a:br>
            <a:r>
              <a:rPr lang="en-US"/>
              <a:t>and Circular Linked List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have discussed the details of linear linked list. In the linear linked list, we can only traverse the linked list in </a:t>
            </a:r>
            <a:r>
              <a:rPr b="1" lang="en-US"/>
              <a:t>one direction</a:t>
            </a:r>
            <a:r>
              <a:rPr lang="en-US"/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sometimes, it is very desirable to traverse a linked list in either a </a:t>
            </a:r>
            <a:r>
              <a:rPr b="1" lang="en-US"/>
              <a:t>forward</a:t>
            </a:r>
            <a:r>
              <a:rPr lang="en-US"/>
              <a:t> or </a:t>
            </a:r>
            <a:r>
              <a:rPr b="1" lang="en-US"/>
              <a:t>reverse</a:t>
            </a:r>
            <a:r>
              <a:rPr lang="en-US"/>
              <a:t> manner.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This property of a linked list implies that each node must contain </a:t>
            </a:r>
            <a:r>
              <a:rPr b="1" lang="en-US"/>
              <a:t>two</a:t>
            </a:r>
            <a:r>
              <a:rPr lang="en-US"/>
              <a:t> </a:t>
            </a:r>
            <a:r>
              <a:rPr b="1" lang="en-US"/>
              <a:t>link</a:t>
            </a:r>
            <a:r>
              <a:rPr lang="en-US"/>
              <a:t> </a:t>
            </a:r>
            <a:r>
              <a:rPr b="1" lang="en-US"/>
              <a:t>fields</a:t>
            </a:r>
            <a:r>
              <a:rPr lang="en-US"/>
              <a:t> instead of one.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links are used to denote the </a:t>
            </a:r>
            <a:r>
              <a:rPr b="1" lang="en-US"/>
              <a:t>predecessor</a:t>
            </a:r>
            <a:r>
              <a:rPr lang="en-US"/>
              <a:t> and </a:t>
            </a:r>
            <a:r>
              <a:rPr b="1" lang="en-US"/>
              <a:t>successor</a:t>
            </a:r>
            <a:r>
              <a:rPr lang="en-US"/>
              <a:t> of a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link denoting the predecessor of a node is called the </a:t>
            </a:r>
            <a:r>
              <a:rPr b="1" lang="en-US"/>
              <a:t>left link</a:t>
            </a:r>
            <a:r>
              <a:rPr lang="en-US"/>
              <a:t>, and that denoting its successor its </a:t>
            </a:r>
            <a:r>
              <a:rPr b="1" lang="en-US"/>
              <a:t>right link</a:t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Introduction to Doubly Linked List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Insert: Add a new node in the first, last or interior of the list. 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Delete: Delete a node from the first, last or interior of the list. 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Search: Search a node containing particular value in the linked list.</a:t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Basic Operation of Doubly Linked List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Insertion is to add a new node into a linked list. It can take place anywhere: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first position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last position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Any interior position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2" name="Google Shape;132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1" name="Google Shape;141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Initial Scenatio</a:t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868" y="2144968"/>
            <a:ext cx="5305659" cy="34364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5"/>
          <p:cNvGrpSpPr/>
          <p:nvPr/>
        </p:nvGrpSpPr>
        <p:grpSpPr>
          <a:xfrm>
            <a:off x="7298960" y="1977285"/>
            <a:ext cx="854440" cy="2486036"/>
            <a:chOff x="7298960" y="1977285"/>
            <a:chExt cx="854440" cy="2486036"/>
          </a:xfrm>
        </p:grpSpPr>
        <p:sp>
          <p:nvSpPr>
            <p:cNvPr id="146" name="Google Shape;146;p5"/>
            <p:cNvSpPr/>
            <p:nvPr/>
          </p:nvSpPr>
          <p:spPr>
            <a:xfrm>
              <a:off x="7298960" y="2394679"/>
              <a:ext cx="854440" cy="206864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12700">
              <a:solidFill>
                <a:srgbClr val="BA8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7301885" y="1977285"/>
              <a:ext cx="8515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5"/>
          <p:cNvGrpSpPr/>
          <p:nvPr/>
        </p:nvGrpSpPr>
        <p:grpSpPr>
          <a:xfrm>
            <a:off x="9554980" y="1977285"/>
            <a:ext cx="854440" cy="2486036"/>
            <a:chOff x="7298960" y="1977285"/>
            <a:chExt cx="854440" cy="2486036"/>
          </a:xfrm>
        </p:grpSpPr>
        <p:sp>
          <p:nvSpPr>
            <p:cNvPr id="149" name="Google Shape;149;p5"/>
            <p:cNvSpPr/>
            <p:nvPr/>
          </p:nvSpPr>
          <p:spPr>
            <a:xfrm>
              <a:off x="7298960" y="2394679"/>
              <a:ext cx="854440" cy="206864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12700">
              <a:solidFill>
                <a:srgbClr val="BA8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7406349" y="1977285"/>
              <a:ext cx="63966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5"/>
          <p:cNvSpPr txBox="1"/>
          <p:nvPr/>
        </p:nvSpPr>
        <p:spPr>
          <a:xfrm>
            <a:off x="7450111" y="4476789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562713" y="4463321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8" name="Google Shape;158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9" name="Google Shape;159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8773839" y="3001088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0643401" y="3001088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6"/>
          <p:cNvCxnSpPr>
            <a:stCxn id="161" idx="2"/>
          </p:cNvCxnSpPr>
          <p:nvPr/>
        </p:nvCxnSpPr>
        <p:spPr>
          <a:xfrm>
            <a:off x="9151125" y="3285017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6"/>
          <p:cNvCxnSpPr>
            <a:stCxn id="162" idx="2"/>
          </p:cNvCxnSpPr>
          <p:nvPr/>
        </p:nvCxnSpPr>
        <p:spPr>
          <a:xfrm>
            <a:off x="10886064" y="3339642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" name="Google Shape;166;p6"/>
          <p:cNvSpPr txBox="1"/>
          <p:nvPr/>
        </p:nvSpPr>
        <p:spPr>
          <a:xfrm>
            <a:off x="8773839" y="430217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0507093" y="438310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3" name="Google Shape;173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4" name="Google Shape;174;p7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7"/>
          <p:cNvCxnSpPr>
            <a:stCxn id="176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7"/>
          <p:cNvCxnSpPr>
            <a:stCxn id="177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7"/>
          <p:cNvSpPr/>
          <p:nvPr/>
        </p:nvSpPr>
        <p:spPr>
          <a:xfrm>
            <a:off x="434715" y="1588957"/>
            <a:ext cx="7811576" cy="374754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48113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01544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54975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7"/>
          <p:cNvCxnSpPr>
            <a:stCxn id="185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7"/>
          <p:cNvSpPr txBox="1"/>
          <p:nvPr/>
        </p:nvSpPr>
        <p:spPr>
          <a:xfrm>
            <a:off x="8995720" y="3291376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10758091" y="3264421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4" name="Google Shape;194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5" name="Google Shape;195;p8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8"/>
          <p:cNvCxnSpPr>
            <a:stCxn id="197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8"/>
          <p:cNvCxnSpPr>
            <a:stCxn id="198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2" name="Google Shape;202;p8"/>
          <p:cNvSpPr/>
          <p:nvPr/>
        </p:nvSpPr>
        <p:spPr>
          <a:xfrm>
            <a:off x="468815" y="2189368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48113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01544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054975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"/>
          <p:cNvCxnSpPr>
            <a:stCxn id="206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8"/>
          <p:cNvSpPr txBox="1"/>
          <p:nvPr/>
        </p:nvSpPr>
        <p:spPr>
          <a:xfrm>
            <a:off x="8995720" y="3273841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0660709" y="3294312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5" name="Google Shape;215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6" name="Google Shape;216;p9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9"/>
          <p:cNvCxnSpPr>
            <a:stCxn id="218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2" name="Google Shape;222;p9"/>
          <p:cNvCxnSpPr>
            <a:stCxn id="219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3" name="Google Shape;223;p9"/>
          <p:cNvSpPr/>
          <p:nvPr/>
        </p:nvSpPr>
        <p:spPr>
          <a:xfrm>
            <a:off x="468815" y="2189368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48113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001544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054975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9"/>
          <p:cNvCxnSpPr>
            <a:stCxn id="227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9" name="Google Shape;229;p9"/>
          <p:cNvSpPr txBox="1"/>
          <p:nvPr/>
        </p:nvSpPr>
        <p:spPr>
          <a:xfrm>
            <a:off x="8933913" y="3263130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0660709" y="327867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6" name="Google Shape;236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7" name="Google Shape;237;p10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10"/>
          <p:cNvCxnSpPr>
            <a:stCxn id="239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" name="Google Shape;243;p10"/>
          <p:cNvCxnSpPr>
            <a:stCxn id="240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" name="Google Shape;244;p10"/>
          <p:cNvSpPr/>
          <p:nvPr/>
        </p:nvSpPr>
        <p:spPr>
          <a:xfrm>
            <a:off x="468815" y="2189368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48113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001544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0549753" y="5621312"/>
            <a:ext cx="534310" cy="511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0"/>
          <p:cNvCxnSpPr>
            <a:stCxn id="248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" name="Google Shape;250;p10"/>
          <p:cNvSpPr txBox="1"/>
          <p:nvPr/>
        </p:nvSpPr>
        <p:spPr>
          <a:xfrm>
            <a:off x="8933913" y="3263130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10660709" y="327867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0"/>
          <p:cNvCxnSpPr>
            <a:stCxn id="245" idx="1"/>
          </p:cNvCxnSpPr>
          <p:nvPr/>
        </p:nvCxnSpPr>
        <p:spPr>
          <a:xfrm rot="10800000">
            <a:off x="8685233" y="5877124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3" name="Google Shape;253;p10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9" name="Google Shape;259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0" name="Google Shape;260;p11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11"/>
          <p:cNvCxnSpPr>
            <a:stCxn id="262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6" name="Google Shape;266;p11"/>
          <p:cNvCxnSpPr>
            <a:stCxn id="263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7" name="Google Shape;267;p11"/>
          <p:cNvSpPr/>
          <p:nvPr/>
        </p:nvSpPr>
        <p:spPr>
          <a:xfrm>
            <a:off x="468815" y="2189368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11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269" name="Google Shape;269;p11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1"/>
          <p:cNvCxnSpPr>
            <a:stCxn id="272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" name="Google Shape;274;p11"/>
          <p:cNvSpPr txBox="1"/>
          <p:nvPr/>
        </p:nvSpPr>
        <p:spPr>
          <a:xfrm>
            <a:off x="8933913" y="3263130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0660709" y="327867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11"/>
          <p:cNvCxnSpPr>
            <a:stCxn id="269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7" name="Google Shape;277;p11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1"/>
          <p:cNvCxnSpPr>
            <a:stCxn id="271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9" name="Google Shape;279;p11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85" name="Google Shape;285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86" name="Google Shape;286;p12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10828779" y="204740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12"/>
          <p:cNvCxnSpPr>
            <a:stCxn id="288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2" name="Google Shape;292;p12"/>
          <p:cNvCxnSpPr>
            <a:stCxn id="289" idx="2"/>
          </p:cNvCxnSpPr>
          <p:nvPr/>
        </p:nvCxnSpPr>
        <p:spPr>
          <a:xfrm>
            <a:off x="11071442" y="2385959"/>
            <a:ext cx="0" cy="962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3" name="Google Shape;293;p12"/>
          <p:cNvSpPr/>
          <p:nvPr/>
        </p:nvSpPr>
        <p:spPr>
          <a:xfrm>
            <a:off x="570437" y="4443911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12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295" name="Google Shape;295;p12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2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2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2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2"/>
          <p:cNvCxnSpPr>
            <a:stCxn id="298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0" name="Google Shape;300;p12"/>
          <p:cNvSpPr txBox="1"/>
          <p:nvPr/>
        </p:nvSpPr>
        <p:spPr>
          <a:xfrm>
            <a:off x="8933913" y="3263130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0660709" y="327867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12"/>
          <p:cNvCxnSpPr>
            <a:stCxn id="295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3" name="Google Shape;303;p12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12"/>
          <p:cNvCxnSpPr>
            <a:stCxn id="297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5" name="Google Shape;305;p12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11" name="Google Shape;311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12" name="Google Shape;312;p13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8959217" y="2047405"/>
            <a:ext cx="754572" cy="28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13"/>
          <p:cNvCxnSpPr>
            <a:stCxn id="314" idx="2"/>
          </p:cNvCxnSpPr>
          <p:nvPr/>
        </p:nvCxnSpPr>
        <p:spPr>
          <a:xfrm>
            <a:off x="9336503" y="2331334"/>
            <a:ext cx="0" cy="1017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8" name="Google Shape;318;p13"/>
          <p:cNvCxnSpPr>
            <a:stCxn id="315" idx="2"/>
            <a:endCxn id="319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0" name="Google Shape;320;p13"/>
          <p:cNvSpPr/>
          <p:nvPr/>
        </p:nvSpPr>
        <p:spPr>
          <a:xfrm>
            <a:off x="570437" y="4443911"/>
            <a:ext cx="3278726" cy="115912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p13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322" name="Google Shape;322;p13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3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3"/>
          <p:cNvCxnSpPr>
            <a:stCxn id="324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6" name="Google Shape;326;p13"/>
          <p:cNvSpPr txBox="1"/>
          <p:nvPr/>
        </p:nvSpPr>
        <p:spPr>
          <a:xfrm>
            <a:off x="8933913" y="3263130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3"/>
          <p:cNvCxnSpPr>
            <a:stCxn id="322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8" name="Google Shape;328;p13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3"/>
          <p:cNvCxnSpPr>
            <a:stCxn id="319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0" name="Google Shape;330;p13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36" name="Google Shape;336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37" name="Google Shape;337;p14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339" name="Google Shape;339;p14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" name="Google Shape;341;p14"/>
          <p:cNvCxnSpPr>
            <a:stCxn id="339" idx="2"/>
            <a:endCxn id="342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3" name="Google Shape;343;p14"/>
          <p:cNvSpPr/>
          <p:nvPr/>
        </p:nvSpPr>
        <p:spPr>
          <a:xfrm>
            <a:off x="478176" y="5511700"/>
            <a:ext cx="3278726" cy="461665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14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345" name="Google Shape;345;p14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14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4"/>
          <p:cNvCxnSpPr>
            <a:stCxn id="347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9" name="Google Shape;349;p14"/>
          <p:cNvCxnSpPr>
            <a:stCxn id="345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0" name="Google Shape;350;p14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4"/>
          <p:cNvCxnSpPr>
            <a:stCxn id="342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2" name="Google Shape;352;p14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4"/>
          <p:cNvCxnSpPr>
            <a:stCxn id="353" idx="2"/>
            <a:endCxn id="345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60" name="Google Shape;360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61" name="Google Shape;361;p15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15"/>
          <p:cNvCxnSpPr>
            <a:stCxn id="363" idx="2"/>
            <a:endCxn id="366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67" name="Google Shape;367;p15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368" name="Google Shape;368;p15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5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15"/>
          <p:cNvCxnSpPr>
            <a:stCxn id="370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15"/>
          <p:cNvCxnSpPr>
            <a:stCxn id="368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15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15"/>
          <p:cNvCxnSpPr>
            <a:stCxn id="366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5" name="Google Shape;375;p15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5"/>
          <p:cNvCxnSpPr>
            <a:stCxn id="376" idx="2"/>
            <a:endCxn id="368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8" name="Google Shape;378;p15"/>
          <p:cNvSpPr txBox="1"/>
          <p:nvPr/>
        </p:nvSpPr>
        <p:spPr>
          <a:xfrm>
            <a:off x="8348426" y="2460744"/>
            <a:ext cx="3083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 IS NO LONGER EMPTY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84" name="Google Shape;384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85" name="Google Shape;385;p16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16"/>
          <p:cNvCxnSpPr>
            <a:stCxn id="387" idx="2"/>
            <a:endCxn id="390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91" name="Google Shape;391;p16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392" name="Google Shape;392;p16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6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6"/>
          <p:cNvCxnSpPr>
            <a:stCxn id="394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6"/>
          <p:cNvCxnSpPr>
            <a:stCxn id="392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" name="Google Shape;397;p16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16"/>
          <p:cNvCxnSpPr>
            <a:stCxn id="390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9" name="Google Shape;399;p16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16"/>
          <p:cNvCxnSpPr>
            <a:stCxn id="400" idx="2"/>
            <a:endCxn id="392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02" name="Google Shape;402;p16"/>
          <p:cNvGrpSpPr/>
          <p:nvPr/>
        </p:nvGrpSpPr>
        <p:grpSpPr>
          <a:xfrm>
            <a:off x="9040962" y="2644937"/>
            <a:ext cx="1602930" cy="511624"/>
            <a:chOff x="9481133" y="5621312"/>
            <a:chExt cx="1602930" cy="511624"/>
          </a:xfrm>
        </p:grpSpPr>
        <p:sp>
          <p:nvSpPr>
            <p:cNvPr id="403" name="Google Shape;403;p16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6"/>
          <p:cNvSpPr txBox="1"/>
          <p:nvPr/>
        </p:nvSpPr>
        <p:spPr>
          <a:xfrm>
            <a:off x="9610013" y="137566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6"/>
          <p:cNvCxnSpPr>
            <a:stCxn id="406" idx="2"/>
          </p:cNvCxnSpPr>
          <p:nvPr/>
        </p:nvCxnSpPr>
        <p:spPr>
          <a:xfrm flipH="1">
            <a:off x="9987195" y="171422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8" name="Google Shape;408;p16"/>
          <p:cNvCxnSpPr>
            <a:stCxn id="403" idx="1"/>
          </p:cNvCxnSpPr>
          <p:nvPr/>
        </p:nvCxnSpPr>
        <p:spPr>
          <a:xfrm rot="10800000">
            <a:off x="8245062" y="2900749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9" name="Google Shape;409;p16"/>
          <p:cNvSpPr txBox="1"/>
          <p:nvPr/>
        </p:nvSpPr>
        <p:spPr>
          <a:xfrm>
            <a:off x="7692659" y="2676755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67604" y="1544944"/>
            <a:ext cx="7585796" cy="1355806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16" name="Google Shape;416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17" name="Google Shape;417;p17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17"/>
          <p:cNvCxnSpPr>
            <a:stCxn id="419" idx="2"/>
            <a:endCxn id="422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23" name="Google Shape;423;p17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424" name="Google Shape;424;p17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7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7"/>
          <p:cNvCxnSpPr>
            <a:stCxn id="426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8" name="Google Shape;428;p17"/>
          <p:cNvCxnSpPr>
            <a:stCxn id="424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9" name="Google Shape;429;p17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17"/>
          <p:cNvCxnSpPr>
            <a:stCxn id="422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1" name="Google Shape;431;p17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7"/>
          <p:cNvCxnSpPr>
            <a:stCxn id="432" idx="2"/>
            <a:endCxn id="424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34" name="Google Shape;434;p17"/>
          <p:cNvGrpSpPr/>
          <p:nvPr/>
        </p:nvGrpSpPr>
        <p:grpSpPr>
          <a:xfrm>
            <a:off x="9040962" y="2644937"/>
            <a:ext cx="1602930" cy="511624"/>
            <a:chOff x="9481133" y="5621312"/>
            <a:chExt cx="1602930" cy="511624"/>
          </a:xfrm>
        </p:grpSpPr>
        <p:sp>
          <p:nvSpPr>
            <p:cNvPr id="435" name="Google Shape;435;p17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7"/>
          <p:cNvSpPr txBox="1"/>
          <p:nvPr/>
        </p:nvSpPr>
        <p:spPr>
          <a:xfrm>
            <a:off x="9610013" y="137566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7"/>
          <p:cNvCxnSpPr>
            <a:stCxn id="438" idx="2"/>
          </p:cNvCxnSpPr>
          <p:nvPr/>
        </p:nvCxnSpPr>
        <p:spPr>
          <a:xfrm flipH="1">
            <a:off x="9987195" y="171422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0" name="Google Shape;440;p17"/>
          <p:cNvCxnSpPr>
            <a:stCxn id="435" idx="1"/>
          </p:cNvCxnSpPr>
          <p:nvPr/>
        </p:nvCxnSpPr>
        <p:spPr>
          <a:xfrm rot="10800000">
            <a:off x="8245062" y="2900749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1" name="Google Shape;441;p17"/>
          <p:cNvSpPr txBox="1"/>
          <p:nvPr/>
        </p:nvSpPr>
        <p:spPr>
          <a:xfrm>
            <a:off x="7692659" y="2676755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30216" y="2900748"/>
            <a:ext cx="3202335" cy="255813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17"/>
          <p:cNvCxnSpPr>
            <a:stCxn id="437" idx="2"/>
          </p:cNvCxnSpPr>
          <p:nvPr/>
        </p:nvCxnSpPr>
        <p:spPr>
          <a:xfrm flipH="1">
            <a:off x="9575137" y="3156561"/>
            <a:ext cx="801600" cy="2584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49" name="Google Shape;449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50" name="Google Shape;450;p18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18"/>
          <p:cNvCxnSpPr>
            <a:stCxn id="452" idx="2"/>
            <a:endCxn id="455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56" name="Google Shape;456;p18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457" name="Google Shape;457;p18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9" name="Google Shape;459;p18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8"/>
          <p:cNvCxnSpPr>
            <a:stCxn id="459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1" name="Google Shape;461;p18"/>
          <p:cNvCxnSpPr>
            <a:stCxn id="457" idx="1"/>
          </p:cNvCxnSpPr>
          <p:nvPr/>
        </p:nvCxnSpPr>
        <p:spPr>
          <a:xfrm rot="10800000">
            <a:off x="8477476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2" name="Google Shape;462;p18"/>
          <p:cNvSpPr txBox="1"/>
          <p:nvPr/>
        </p:nvSpPr>
        <p:spPr>
          <a:xfrm>
            <a:off x="792507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8"/>
          <p:cNvCxnSpPr>
            <a:stCxn id="455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4" name="Google Shape;464;p18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8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18"/>
          <p:cNvCxnSpPr>
            <a:stCxn id="465" idx="2"/>
            <a:endCxn id="457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67" name="Google Shape;467;p18"/>
          <p:cNvGrpSpPr/>
          <p:nvPr/>
        </p:nvGrpSpPr>
        <p:grpSpPr>
          <a:xfrm>
            <a:off x="9040962" y="2644937"/>
            <a:ext cx="1602930" cy="511624"/>
            <a:chOff x="9481133" y="5621312"/>
            <a:chExt cx="1602930" cy="511624"/>
          </a:xfrm>
        </p:grpSpPr>
        <p:sp>
          <p:nvSpPr>
            <p:cNvPr id="468" name="Google Shape;468;p18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18"/>
          <p:cNvSpPr txBox="1"/>
          <p:nvPr/>
        </p:nvSpPr>
        <p:spPr>
          <a:xfrm>
            <a:off x="9610013" y="137566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8"/>
          <p:cNvCxnSpPr>
            <a:stCxn id="471" idx="2"/>
          </p:cNvCxnSpPr>
          <p:nvPr/>
        </p:nvCxnSpPr>
        <p:spPr>
          <a:xfrm flipH="1">
            <a:off x="9987195" y="171422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3" name="Google Shape;473;p18"/>
          <p:cNvCxnSpPr>
            <a:stCxn id="468" idx="1"/>
          </p:cNvCxnSpPr>
          <p:nvPr/>
        </p:nvCxnSpPr>
        <p:spPr>
          <a:xfrm rot="10800000">
            <a:off x="8245062" y="2900749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4" name="Google Shape;474;p18"/>
          <p:cNvSpPr txBox="1"/>
          <p:nvPr/>
        </p:nvSpPr>
        <p:spPr>
          <a:xfrm>
            <a:off x="7692659" y="2676755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8"/>
          <p:cNvCxnSpPr>
            <a:stCxn id="470" idx="2"/>
          </p:cNvCxnSpPr>
          <p:nvPr/>
        </p:nvCxnSpPr>
        <p:spPr>
          <a:xfrm flipH="1">
            <a:off x="9575137" y="3156561"/>
            <a:ext cx="801600" cy="2584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6" name="Google Shape;476;p18"/>
          <p:cNvSpPr/>
          <p:nvPr/>
        </p:nvSpPr>
        <p:spPr>
          <a:xfrm>
            <a:off x="448714" y="3486880"/>
            <a:ext cx="3913424" cy="1133680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82" name="Google Shape;482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83" name="Google Shape;483;p19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485" name="Google Shape;485;p19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19"/>
          <p:cNvCxnSpPr>
            <a:stCxn id="485" idx="2"/>
            <a:endCxn id="488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89" name="Google Shape;489;p19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490" name="Google Shape;490;p19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" name="Google Shape;492;p19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9"/>
          <p:cNvCxnSpPr>
            <a:stCxn id="492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4" name="Google Shape;494;p19"/>
          <p:cNvCxnSpPr>
            <a:stCxn id="488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5" name="Google Shape;495;p19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9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19"/>
          <p:cNvCxnSpPr>
            <a:stCxn id="496" idx="2"/>
            <a:endCxn id="490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98" name="Google Shape;498;p19"/>
          <p:cNvGrpSpPr/>
          <p:nvPr/>
        </p:nvGrpSpPr>
        <p:grpSpPr>
          <a:xfrm>
            <a:off x="9040962" y="2644937"/>
            <a:ext cx="1602930" cy="511624"/>
            <a:chOff x="9481133" y="5621312"/>
            <a:chExt cx="1602930" cy="511624"/>
          </a:xfrm>
        </p:grpSpPr>
        <p:sp>
          <p:nvSpPr>
            <p:cNvPr id="499" name="Google Shape;499;p19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19"/>
          <p:cNvSpPr txBox="1"/>
          <p:nvPr/>
        </p:nvSpPr>
        <p:spPr>
          <a:xfrm>
            <a:off x="9610013" y="137566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9"/>
          <p:cNvCxnSpPr>
            <a:stCxn id="502" idx="2"/>
          </p:cNvCxnSpPr>
          <p:nvPr/>
        </p:nvCxnSpPr>
        <p:spPr>
          <a:xfrm flipH="1">
            <a:off x="9987195" y="171422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4" name="Google Shape;504;p19"/>
          <p:cNvCxnSpPr>
            <a:stCxn id="499" idx="1"/>
          </p:cNvCxnSpPr>
          <p:nvPr/>
        </p:nvCxnSpPr>
        <p:spPr>
          <a:xfrm rot="10800000">
            <a:off x="8245062" y="2900749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5" name="Google Shape;505;p19"/>
          <p:cNvSpPr txBox="1"/>
          <p:nvPr/>
        </p:nvSpPr>
        <p:spPr>
          <a:xfrm>
            <a:off x="7692659" y="2676755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19"/>
          <p:cNvCxnSpPr>
            <a:stCxn id="501" idx="2"/>
          </p:cNvCxnSpPr>
          <p:nvPr/>
        </p:nvCxnSpPr>
        <p:spPr>
          <a:xfrm flipH="1">
            <a:off x="9575137" y="3156561"/>
            <a:ext cx="801600" cy="2584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7" name="Google Shape;507;p19"/>
          <p:cNvSpPr/>
          <p:nvPr/>
        </p:nvSpPr>
        <p:spPr>
          <a:xfrm>
            <a:off x="448714" y="3486880"/>
            <a:ext cx="3913424" cy="1133680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19"/>
          <p:cNvCxnSpPr/>
          <p:nvPr/>
        </p:nvCxnSpPr>
        <p:spPr>
          <a:xfrm flipH="1" rot="10800000">
            <a:off x="9273376" y="3013023"/>
            <a:ext cx="836206" cy="2845825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14" name="Google Shape;514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15" name="Google Shape;515;p20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517" name="Google Shape;517;p20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20"/>
          <p:cNvCxnSpPr>
            <a:stCxn id="517" idx="2"/>
            <a:endCxn id="520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21" name="Google Shape;521;p20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522" name="Google Shape;522;p20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20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20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20"/>
          <p:cNvCxnSpPr>
            <a:stCxn id="524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6" name="Google Shape;526;p20"/>
          <p:cNvCxnSpPr>
            <a:stCxn id="520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7" name="Google Shape;527;p20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20"/>
          <p:cNvCxnSpPr>
            <a:stCxn id="528" idx="2"/>
            <a:endCxn id="522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30" name="Google Shape;530;p20"/>
          <p:cNvGrpSpPr/>
          <p:nvPr/>
        </p:nvGrpSpPr>
        <p:grpSpPr>
          <a:xfrm>
            <a:off x="6837843" y="5603036"/>
            <a:ext cx="1602930" cy="511624"/>
            <a:chOff x="9481133" y="5621312"/>
            <a:chExt cx="1602930" cy="511624"/>
          </a:xfrm>
        </p:grpSpPr>
        <p:sp>
          <p:nvSpPr>
            <p:cNvPr id="531" name="Google Shape;531;p20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p20"/>
          <p:cNvSpPr txBox="1"/>
          <p:nvPr/>
        </p:nvSpPr>
        <p:spPr>
          <a:xfrm>
            <a:off x="6768137" y="4317878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20"/>
          <p:cNvCxnSpPr>
            <a:stCxn id="534" idx="2"/>
          </p:cNvCxnSpPr>
          <p:nvPr/>
        </p:nvCxnSpPr>
        <p:spPr>
          <a:xfrm flipH="1">
            <a:off x="7145319" y="4656432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6" name="Google Shape;536;p20"/>
          <p:cNvCxnSpPr>
            <a:stCxn id="531" idx="1"/>
          </p:cNvCxnSpPr>
          <p:nvPr/>
        </p:nvCxnSpPr>
        <p:spPr>
          <a:xfrm rot="10800000">
            <a:off x="6041943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7" name="Google Shape;537;p20"/>
          <p:cNvSpPr txBox="1"/>
          <p:nvPr/>
        </p:nvSpPr>
        <p:spPr>
          <a:xfrm>
            <a:off x="5250983" y="561896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20"/>
          <p:cNvCxnSpPr/>
          <p:nvPr/>
        </p:nvCxnSpPr>
        <p:spPr>
          <a:xfrm>
            <a:off x="8456343" y="5656290"/>
            <a:ext cx="787946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9" name="Google Shape;539;p20"/>
          <p:cNvSpPr/>
          <p:nvPr/>
        </p:nvSpPr>
        <p:spPr>
          <a:xfrm>
            <a:off x="448714" y="3486880"/>
            <a:ext cx="3913424" cy="1133680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20"/>
          <p:cNvCxnSpPr>
            <a:endCxn id="533" idx="3"/>
          </p:cNvCxnSpPr>
          <p:nvPr/>
        </p:nvCxnSpPr>
        <p:spPr>
          <a:xfrm rot="10800000">
            <a:off x="8440773" y="5858848"/>
            <a:ext cx="8325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46" name="Google Shape;546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47" name="Google Shape;547;p21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549" name="Google Shape;549;p21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1" name="Google Shape;551;p21"/>
          <p:cNvCxnSpPr>
            <a:stCxn id="549" idx="2"/>
            <a:endCxn id="552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53" name="Google Shape;553;p21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554" name="Google Shape;554;p21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21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21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21"/>
          <p:cNvCxnSpPr>
            <a:stCxn id="556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8" name="Google Shape;558;p21"/>
          <p:cNvCxnSpPr>
            <a:stCxn id="552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9" name="Google Shape;559;p21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8581931" y="4175185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21"/>
          <p:cNvCxnSpPr>
            <a:stCxn id="560" idx="2"/>
            <a:endCxn id="554" idx="0"/>
          </p:cNvCxnSpPr>
          <p:nvPr/>
        </p:nvCxnSpPr>
        <p:spPr>
          <a:xfrm>
            <a:off x="8959217" y="4513739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62" name="Google Shape;562;p21"/>
          <p:cNvGrpSpPr/>
          <p:nvPr/>
        </p:nvGrpSpPr>
        <p:grpSpPr>
          <a:xfrm>
            <a:off x="6837843" y="5603036"/>
            <a:ext cx="1602930" cy="511624"/>
            <a:chOff x="9481133" y="5621312"/>
            <a:chExt cx="1602930" cy="511624"/>
          </a:xfrm>
        </p:grpSpPr>
        <p:sp>
          <p:nvSpPr>
            <p:cNvPr id="563" name="Google Shape;563;p21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21"/>
          <p:cNvSpPr txBox="1"/>
          <p:nvPr/>
        </p:nvSpPr>
        <p:spPr>
          <a:xfrm>
            <a:off x="6768137" y="4317878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21"/>
          <p:cNvCxnSpPr>
            <a:stCxn id="566" idx="2"/>
          </p:cNvCxnSpPr>
          <p:nvPr/>
        </p:nvCxnSpPr>
        <p:spPr>
          <a:xfrm flipH="1">
            <a:off x="7145319" y="4656432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8" name="Google Shape;568;p21"/>
          <p:cNvCxnSpPr>
            <a:stCxn id="563" idx="1"/>
          </p:cNvCxnSpPr>
          <p:nvPr/>
        </p:nvCxnSpPr>
        <p:spPr>
          <a:xfrm rot="10800000">
            <a:off x="6041943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9" name="Google Shape;569;p21"/>
          <p:cNvSpPr txBox="1"/>
          <p:nvPr/>
        </p:nvSpPr>
        <p:spPr>
          <a:xfrm>
            <a:off x="5250983" y="561896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21"/>
          <p:cNvCxnSpPr/>
          <p:nvPr/>
        </p:nvCxnSpPr>
        <p:spPr>
          <a:xfrm>
            <a:off x="8456343" y="5656290"/>
            <a:ext cx="787946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1" name="Google Shape;571;p21"/>
          <p:cNvSpPr/>
          <p:nvPr/>
        </p:nvSpPr>
        <p:spPr>
          <a:xfrm>
            <a:off x="551406" y="5569007"/>
            <a:ext cx="3913424" cy="461666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21"/>
          <p:cNvCxnSpPr>
            <a:endCxn id="565" idx="3"/>
          </p:cNvCxnSpPr>
          <p:nvPr/>
        </p:nvCxnSpPr>
        <p:spPr>
          <a:xfrm rot="10800000">
            <a:off x="8440773" y="5858848"/>
            <a:ext cx="8325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78" name="Google Shape;578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79" name="Google Shape;579;p22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" name="Google Shape;580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581" name="Google Shape;581;p22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583;p22"/>
          <p:cNvCxnSpPr>
            <a:stCxn id="581" idx="2"/>
            <a:endCxn id="584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85" name="Google Shape;585;p22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586" name="Google Shape;586;p22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8" name="Google Shape;588;p22"/>
          <p:cNvSpPr txBox="1"/>
          <p:nvPr/>
        </p:nvSpPr>
        <p:spPr>
          <a:xfrm>
            <a:off x="9842427" y="4333765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22"/>
          <p:cNvCxnSpPr>
            <a:stCxn id="588" idx="2"/>
          </p:cNvCxnSpPr>
          <p:nvPr/>
        </p:nvCxnSpPr>
        <p:spPr>
          <a:xfrm flipH="1">
            <a:off x="10219609" y="4672319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0" name="Google Shape;590;p22"/>
          <p:cNvCxnSpPr>
            <a:stCxn id="584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1" name="Google Shape;591;p22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2"/>
          <p:cNvSpPr txBox="1"/>
          <p:nvPr/>
        </p:nvSpPr>
        <p:spPr>
          <a:xfrm>
            <a:off x="5841774" y="4205161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22"/>
          <p:cNvCxnSpPr>
            <a:stCxn id="592" idx="2"/>
          </p:cNvCxnSpPr>
          <p:nvPr/>
        </p:nvCxnSpPr>
        <p:spPr>
          <a:xfrm>
            <a:off x="6219060" y="4543715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94" name="Google Shape;594;p22"/>
          <p:cNvGrpSpPr/>
          <p:nvPr/>
        </p:nvGrpSpPr>
        <p:grpSpPr>
          <a:xfrm>
            <a:off x="6837843" y="5603036"/>
            <a:ext cx="1602930" cy="511624"/>
            <a:chOff x="9481133" y="5621312"/>
            <a:chExt cx="1602930" cy="511624"/>
          </a:xfrm>
        </p:grpSpPr>
        <p:sp>
          <p:nvSpPr>
            <p:cNvPr id="595" name="Google Shape;595;p22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8" name="Google Shape;598;p22"/>
          <p:cNvSpPr txBox="1"/>
          <p:nvPr/>
        </p:nvSpPr>
        <p:spPr>
          <a:xfrm>
            <a:off x="6768137" y="4317878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22"/>
          <p:cNvCxnSpPr>
            <a:stCxn id="598" idx="2"/>
          </p:cNvCxnSpPr>
          <p:nvPr/>
        </p:nvCxnSpPr>
        <p:spPr>
          <a:xfrm flipH="1">
            <a:off x="7145319" y="4656432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0" name="Google Shape;600;p22"/>
          <p:cNvCxnSpPr>
            <a:stCxn id="595" idx="1"/>
          </p:cNvCxnSpPr>
          <p:nvPr/>
        </p:nvCxnSpPr>
        <p:spPr>
          <a:xfrm rot="10800000">
            <a:off x="6041943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1" name="Google Shape;601;p22"/>
          <p:cNvSpPr txBox="1"/>
          <p:nvPr/>
        </p:nvSpPr>
        <p:spPr>
          <a:xfrm>
            <a:off x="5250983" y="561896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22"/>
          <p:cNvCxnSpPr/>
          <p:nvPr/>
        </p:nvCxnSpPr>
        <p:spPr>
          <a:xfrm>
            <a:off x="8456343" y="5656290"/>
            <a:ext cx="787946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3" name="Google Shape;603;p22"/>
          <p:cNvSpPr/>
          <p:nvPr/>
        </p:nvSpPr>
        <p:spPr>
          <a:xfrm>
            <a:off x="551406" y="5569007"/>
            <a:ext cx="3913424" cy="461666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22"/>
          <p:cNvCxnSpPr>
            <a:endCxn id="597" idx="3"/>
          </p:cNvCxnSpPr>
          <p:nvPr/>
        </p:nvCxnSpPr>
        <p:spPr>
          <a:xfrm rot="10800000">
            <a:off x="8440773" y="5858848"/>
            <a:ext cx="8325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10" name="Google Shape;610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11" name="Google Shape;611;p23"/>
          <p:cNvSpPr txBox="1"/>
          <p:nvPr>
            <p:ph idx="12" type="sldNum"/>
          </p:nvPr>
        </p:nvSpPr>
        <p:spPr>
          <a:xfrm>
            <a:off x="8586866" y="64479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2" name="Google Shape;612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First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10918013" y="4333765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710"/>
            <a:ext cx="8246291" cy="5079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23"/>
          <p:cNvCxnSpPr>
            <a:stCxn id="613" idx="2"/>
            <a:endCxn id="616" idx="0"/>
          </p:cNvCxnSpPr>
          <p:nvPr/>
        </p:nvCxnSpPr>
        <p:spPr>
          <a:xfrm flipH="1">
            <a:off x="10609276" y="4672319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17" name="Google Shape;617;p23"/>
          <p:cNvGrpSpPr/>
          <p:nvPr/>
        </p:nvGrpSpPr>
        <p:grpSpPr>
          <a:xfrm>
            <a:off x="9273376" y="5603036"/>
            <a:ext cx="1602930" cy="511624"/>
            <a:chOff x="9481133" y="5621312"/>
            <a:chExt cx="1602930" cy="511624"/>
          </a:xfrm>
        </p:grpSpPr>
        <p:sp>
          <p:nvSpPr>
            <p:cNvPr id="618" name="Google Shape;618;p23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0" name="Google Shape;620;p23"/>
          <p:cNvCxnSpPr>
            <a:stCxn id="616" idx="3"/>
          </p:cNvCxnSpPr>
          <p:nvPr/>
        </p:nvCxnSpPr>
        <p:spPr>
          <a:xfrm>
            <a:off x="10876306" y="5858848"/>
            <a:ext cx="631200" cy="156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1" name="Google Shape;621;p23"/>
          <p:cNvSpPr txBox="1"/>
          <p:nvPr/>
        </p:nvSpPr>
        <p:spPr>
          <a:xfrm>
            <a:off x="11439703" y="5634854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3"/>
          <p:cNvSpPr txBox="1"/>
          <p:nvPr/>
        </p:nvSpPr>
        <p:spPr>
          <a:xfrm>
            <a:off x="5841774" y="4205161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23"/>
          <p:cNvCxnSpPr>
            <a:stCxn id="622" idx="2"/>
          </p:cNvCxnSpPr>
          <p:nvPr/>
        </p:nvCxnSpPr>
        <p:spPr>
          <a:xfrm>
            <a:off x="6219060" y="4543715"/>
            <a:ext cx="581400" cy="10893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24" name="Google Shape;624;p23"/>
          <p:cNvGrpSpPr/>
          <p:nvPr/>
        </p:nvGrpSpPr>
        <p:grpSpPr>
          <a:xfrm>
            <a:off x="6837843" y="5603036"/>
            <a:ext cx="1602930" cy="511624"/>
            <a:chOff x="9481133" y="5621312"/>
            <a:chExt cx="1602930" cy="511624"/>
          </a:xfrm>
        </p:grpSpPr>
        <p:sp>
          <p:nvSpPr>
            <p:cNvPr id="625" name="Google Shape;625;p23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8" name="Google Shape;628;p23"/>
          <p:cNvCxnSpPr>
            <a:stCxn id="625" idx="1"/>
          </p:cNvCxnSpPr>
          <p:nvPr/>
        </p:nvCxnSpPr>
        <p:spPr>
          <a:xfrm rot="10800000">
            <a:off x="6041943" y="5858848"/>
            <a:ext cx="7959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9" name="Google Shape;629;p23"/>
          <p:cNvSpPr txBox="1"/>
          <p:nvPr/>
        </p:nvSpPr>
        <p:spPr>
          <a:xfrm>
            <a:off x="5250983" y="5618967"/>
            <a:ext cx="8467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23"/>
          <p:cNvCxnSpPr/>
          <p:nvPr/>
        </p:nvCxnSpPr>
        <p:spPr>
          <a:xfrm>
            <a:off x="8456343" y="5656290"/>
            <a:ext cx="787946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1" name="Google Shape;631;p23"/>
          <p:cNvSpPr/>
          <p:nvPr/>
        </p:nvSpPr>
        <p:spPr>
          <a:xfrm>
            <a:off x="551406" y="5569007"/>
            <a:ext cx="3913424" cy="461666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23"/>
          <p:cNvCxnSpPr>
            <a:endCxn id="627" idx="3"/>
          </p:cNvCxnSpPr>
          <p:nvPr/>
        </p:nvCxnSpPr>
        <p:spPr>
          <a:xfrm rot="10800000">
            <a:off x="8440773" y="5858848"/>
            <a:ext cx="8325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Try writing the function yourself.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Consider the case where the list is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Consider the case where the list is not empty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Be sure to deal with all the pointers</a:t>
            </a:r>
            <a:endParaRPr/>
          </a:p>
        </p:txBody>
      </p:sp>
      <p:sp>
        <p:nvSpPr>
          <p:cNvPr id="638" name="Google Shape;638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39" name="Google Shape;639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40" name="Google Shape;640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1" name="Google Shape;641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Last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48" name="Google Shape;648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49" name="Google Shape;649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0" name="Google Shape;650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Last</a:t>
            </a:r>
            <a:endParaRPr/>
          </a:p>
        </p:txBody>
      </p:sp>
      <p:pic>
        <p:nvPicPr>
          <p:cNvPr id="651" name="Google Shape;6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617" y="1661937"/>
            <a:ext cx="9998041" cy="408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this function to search for a particular node.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function will return a pointer to that node.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Try it yourself</a:t>
            </a:r>
            <a:endParaRPr/>
          </a:p>
        </p:txBody>
      </p:sp>
      <p:sp>
        <p:nvSpPr>
          <p:cNvPr id="657" name="Google Shape;657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58" name="Google Shape;658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59" name="Google Shape;659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0" name="Google Shape;660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Search Function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 txBox="1"/>
          <p:nvPr>
            <p:ph idx="1" type="body"/>
          </p:nvPr>
        </p:nvSpPr>
        <p:spPr>
          <a:xfrm>
            <a:off x="838200" y="121266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this function to search for a particular node.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function will return a pointer to that node.</a:t>
            </a:r>
            <a:endParaRPr/>
          </a:p>
        </p:txBody>
      </p:sp>
      <p:sp>
        <p:nvSpPr>
          <p:cNvPr id="666" name="Google Shape;66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67" name="Google Shape;66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68" name="Google Shape;668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9" name="Google Shape;669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Search Function</a:t>
            </a:r>
            <a:endParaRPr/>
          </a:p>
        </p:txBody>
      </p:sp>
      <p:pic>
        <p:nvPicPr>
          <p:cNvPr id="670" name="Google Shape;6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4669" y="2573938"/>
            <a:ext cx="6062662" cy="34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76" name="Google Shape;676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77" name="Google Shape;677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" name="Google Shape;678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679" name="Google Shape;6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85" name="Google Shape;685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86" name="Google Shape;686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7" name="Google Shape;687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688" name="Google Shape;6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9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690" name="Google Shape;690;p2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29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694" name="Google Shape;694;p2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29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698" name="Google Shape;698;p2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01" name="Google Shape;701;p29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2" name="Google Shape;702;p29"/>
          <p:cNvCxnSpPr>
            <a:stCxn id="694" idx="1"/>
            <a:endCxn id="692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29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4" name="Google Shape;704;p29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5" name="Google Shape;705;p29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29"/>
          <p:cNvCxnSpPr>
            <a:stCxn id="705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7" name="Google Shape;707;p29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29"/>
          <p:cNvCxnSpPr>
            <a:stCxn id="707" idx="2"/>
            <a:endCxn id="690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14" name="Google Shape;714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15" name="Google Shape;715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6" name="Google Shape;716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717" name="Google Shape;7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8" name="Google Shape;718;p30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719" name="Google Shape;719;p3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2" name="Google Shape;722;p30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723" name="Google Shape;723;p3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30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727" name="Google Shape;727;p3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30" name="Google Shape;730;p30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1" name="Google Shape;731;p30"/>
          <p:cNvCxnSpPr>
            <a:stCxn id="723" idx="1"/>
            <a:endCxn id="721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2" name="Google Shape;732;p30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3" name="Google Shape;733;p30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4" name="Google Shape;734;p30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p30"/>
          <p:cNvCxnSpPr>
            <a:stCxn id="734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6" name="Google Shape;736;p30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30"/>
          <p:cNvCxnSpPr>
            <a:stCxn id="736" idx="2"/>
            <a:endCxn id="719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8" name="Google Shape;738;p30"/>
          <p:cNvSpPr/>
          <p:nvPr/>
        </p:nvSpPr>
        <p:spPr>
          <a:xfrm>
            <a:off x="8253374" y="4896753"/>
            <a:ext cx="18698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Search(4);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44" name="Google Shape;744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45" name="Google Shape;745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6" name="Google Shape;746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747" name="Google Shape;7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8" name="Google Shape;748;p31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749" name="Google Shape;749;p3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2" name="Google Shape;752;p31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753" name="Google Shape;753;p3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31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757" name="Google Shape;757;p3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60" name="Google Shape;760;p31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1" name="Google Shape;761;p31"/>
          <p:cNvCxnSpPr>
            <a:stCxn id="753" idx="1"/>
            <a:endCxn id="751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2" name="Google Shape;762;p31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3" name="Google Shape;763;p31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31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5" name="Google Shape;765;p31"/>
          <p:cNvCxnSpPr>
            <a:stCxn id="764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6" name="Google Shape;766;p31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7" name="Google Shape;767;p31"/>
          <p:cNvCxnSpPr>
            <a:stCxn id="766" idx="2"/>
            <a:endCxn id="749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8" name="Google Shape;768;p31"/>
          <p:cNvSpPr/>
          <p:nvPr/>
        </p:nvSpPr>
        <p:spPr>
          <a:xfrm>
            <a:off x="7903214" y="4896753"/>
            <a:ext cx="25701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ptr=Search(4);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1"/>
          <p:cNvSpPr txBox="1"/>
          <p:nvPr/>
        </p:nvSpPr>
        <p:spPr>
          <a:xfrm>
            <a:off x="7901749" y="2297517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0" name="Google Shape;770;p31"/>
          <p:cNvCxnSpPr>
            <a:stCxn id="769" idx="2"/>
          </p:cNvCxnSpPr>
          <p:nvPr/>
        </p:nvCxnSpPr>
        <p:spPr>
          <a:xfrm>
            <a:off x="8279035" y="2636071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76" name="Google Shape;776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77" name="Google Shape;777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779" name="Google Shape;7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0" name="Google Shape;780;p32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781" name="Google Shape;781;p3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32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785" name="Google Shape;785;p3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" name="Google Shape;788;p32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789" name="Google Shape;789;p3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92" name="Google Shape;792;p32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3" name="Google Shape;793;p32"/>
          <p:cNvCxnSpPr>
            <a:stCxn id="785" idx="1"/>
            <a:endCxn id="783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4" name="Google Shape;794;p32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5" name="Google Shape;795;p32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6" name="Google Shape;796;p32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32"/>
          <p:cNvCxnSpPr>
            <a:stCxn id="796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8" name="Google Shape;798;p32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32"/>
          <p:cNvCxnSpPr>
            <a:stCxn id="798" idx="2"/>
            <a:endCxn id="781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0" name="Google Shape;800;p32"/>
          <p:cNvSpPr/>
          <p:nvPr/>
        </p:nvSpPr>
        <p:spPr>
          <a:xfrm>
            <a:off x="6894543" y="4896753"/>
            <a:ext cx="458747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ptr=Search(4);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Insert_after_node(50,ptr);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2"/>
          <p:cNvSpPr txBox="1"/>
          <p:nvPr/>
        </p:nvSpPr>
        <p:spPr>
          <a:xfrm>
            <a:off x="7901749" y="2297517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32"/>
          <p:cNvCxnSpPr>
            <a:stCxn id="801" idx="2"/>
          </p:cNvCxnSpPr>
          <p:nvPr/>
        </p:nvCxnSpPr>
        <p:spPr>
          <a:xfrm>
            <a:off x="8279035" y="2636071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08" name="Google Shape;808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09" name="Google Shape;809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0" name="Google Shape;810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811" name="Google Shape;8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2" name="Google Shape;812;p33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813" name="Google Shape;813;p3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33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817" name="Google Shape;817;p3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33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821" name="Google Shape;821;p3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4" name="Google Shape;824;p33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5" name="Google Shape;825;p33"/>
          <p:cNvCxnSpPr>
            <a:stCxn id="817" idx="1"/>
            <a:endCxn id="815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6" name="Google Shape;826;p33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7" name="Google Shape;827;p33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8" name="Google Shape;828;p33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33"/>
          <p:cNvCxnSpPr>
            <a:stCxn id="828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0" name="Google Shape;830;p33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33"/>
          <p:cNvCxnSpPr>
            <a:stCxn id="830" idx="2"/>
            <a:endCxn id="813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2" name="Google Shape;832;p33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3" name="Google Shape;833;p33"/>
          <p:cNvCxnSpPr>
            <a:stCxn id="832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4" name="Google Shape;834;p33"/>
          <p:cNvSpPr/>
          <p:nvPr/>
        </p:nvSpPr>
        <p:spPr>
          <a:xfrm>
            <a:off x="359693" y="2174405"/>
            <a:ext cx="6957442" cy="461666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5" name="Google Shape;835;p33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836" name="Google Shape;836;p33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9" name="Google Shape;839;p33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33"/>
          <p:cNvCxnSpPr>
            <a:stCxn id="839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46" name="Google Shape;846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47" name="Google Shape;847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8" name="Google Shape;848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849" name="Google Shape;8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0" name="Google Shape;850;p34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851" name="Google Shape;851;p3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34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855" name="Google Shape;855;p3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34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859" name="Google Shape;859;p3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62" name="Google Shape;862;p34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3" name="Google Shape;863;p34"/>
          <p:cNvCxnSpPr>
            <a:stCxn id="855" idx="1"/>
            <a:endCxn id="853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4" name="Google Shape;864;p34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5" name="Google Shape;865;p34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6" name="Google Shape;866;p34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34"/>
          <p:cNvCxnSpPr>
            <a:stCxn id="866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8" name="Google Shape;868;p34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34"/>
          <p:cNvCxnSpPr>
            <a:stCxn id="868" idx="2"/>
            <a:endCxn id="851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0" name="Google Shape;870;p34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34"/>
          <p:cNvCxnSpPr>
            <a:stCxn id="870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2" name="Google Shape;872;p34"/>
          <p:cNvSpPr/>
          <p:nvPr/>
        </p:nvSpPr>
        <p:spPr>
          <a:xfrm>
            <a:off x="309632" y="2876049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3" name="Google Shape;873;p34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874" name="Google Shape;874;p34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7" name="Google Shape;877;p34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34"/>
          <p:cNvCxnSpPr>
            <a:stCxn id="877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84" name="Google Shape;884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85" name="Google Shape;885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6" name="Google Shape;886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887" name="Google Shape;8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35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889" name="Google Shape;889;p3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35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893" name="Google Shape;893;p3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6" name="Google Shape;896;p35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897" name="Google Shape;897;p3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00" name="Google Shape;900;p35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1" name="Google Shape;901;p35"/>
          <p:cNvCxnSpPr>
            <a:stCxn id="893" idx="1"/>
            <a:endCxn id="891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2" name="Google Shape;902;p35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3" name="Google Shape;903;p35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4" name="Google Shape;904;p35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5" name="Google Shape;905;p35"/>
          <p:cNvCxnSpPr>
            <a:stCxn id="904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6" name="Google Shape;906;p35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35"/>
          <p:cNvCxnSpPr>
            <a:stCxn id="906" idx="2"/>
            <a:endCxn id="889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8" name="Google Shape;908;p35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p35"/>
          <p:cNvCxnSpPr>
            <a:stCxn id="908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0" name="Google Shape;910;p35"/>
          <p:cNvSpPr/>
          <p:nvPr/>
        </p:nvSpPr>
        <p:spPr>
          <a:xfrm>
            <a:off x="309632" y="2876049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1" name="Google Shape;911;p35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912" name="Google Shape;912;p35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" name="Google Shape;915;p35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p35"/>
          <p:cNvCxnSpPr>
            <a:stCxn id="915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7" name="Google Shape;917;p35"/>
          <p:cNvCxnSpPr>
            <a:stCxn id="914" idx="3"/>
            <a:endCxn id="898" idx="2"/>
          </p:cNvCxnSpPr>
          <p:nvPr/>
        </p:nvCxnSpPr>
        <p:spPr>
          <a:xfrm flipH="1" rot="10800000">
            <a:off x="10128345" y="3611543"/>
            <a:ext cx="943500" cy="20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23" name="Google Shape;923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24" name="Google Shape;924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5" name="Google Shape;925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926" name="Google Shape;9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7" name="Google Shape;927;p36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928" name="Google Shape;928;p3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36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932" name="Google Shape;932;p3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" name="Google Shape;935;p36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936" name="Google Shape;936;p3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39" name="Google Shape;939;p36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0" name="Google Shape;940;p36"/>
          <p:cNvCxnSpPr>
            <a:stCxn id="932" idx="1"/>
            <a:endCxn id="930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1" name="Google Shape;941;p36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2" name="Google Shape;942;p36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3" name="Google Shape;943;p36"/>
          <p:cNvCxnSpPr>
            <a:stCxn id="942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4" name="Google Shape;944;p36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36"/>
          <p:cNvCxnSpPr>
            <a:stCxn id="944" idx="2"/>
            <a:endCxn id="928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6" name="Google Shape;946;p36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7" name="Google Shape;947;p36"/>
          <p:cNvCxnSpPr>
            <a:stCxn id="946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8" name="Google Shape;948;p36"/>
          <p:cNvSpPr/>
          <p:nvPr/>
        </p:nvSpPr>
        <p:spPr>
          <a:xfrm>
            <a:off x="309632" y="2876049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9" name="Google Shape;949;p36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950" name="Google Shape;950;p36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" name="Google Shape;953;p36"/>
          <p:cNvSpPr txBox="1"/>
          <p:nvPr/>
        </p:nvSpPr>
        <p:spPr>
          <a:xfrm>
            <a:off x="9248797" y="4255031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36"/>
          <p:cNvCxnSpPr>
            <a:stCxn id="953" idx="2"/>
          </p:cNvCxnSpPr>
          <p:nvPr/>
        </p:nvCxnSpPr>
        <p:spPr>
          <a:xfrm flipH="1">
            <a:off x="9625979" y="4593585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5" name="Google Shape;955;p36"/>
          <p:cNvCxnSpPr>
            <a:stCxn id="952" idx="3"/>
            <a:endCxn id="937" idx="2"/>
          </p:cNvCxnSpPr>
          <p:nvPr/>
        </p:nvCxnSpPr>
        <p:spPr>
          <a:xfrm flipH="1" rot="10800000">
            <a:off x="10128345" y="3611543"/>
            <a:ext cx="943500" cy="20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6" name="Google Shape;956;p36"/>
          <p:cNvCxnSpPr>
            <a:stCxn id="934" idx="2"/>
            <a:endCxn id="950" idx="0"/>
          </p:cNvCxnSpPr>
          <p:nvPr/>
        </p:nvCxnSpPr>
        <p:spPr>
          <a:xfrm flipH="1">
            <a:off x="8792520" y="3611561"/>
            <a:ext cx="740100" cy="179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62" name="Google Shape;962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63" name="Google Shape;963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4" name="Google Shape;964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965" name="Google Shape;9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37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967" name="Google Shape;967;p3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0" name="Google Shape;970;p37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971" name="Google Shape;971;p3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37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975" name="Google Shape;975;p3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8" name="Google Shape;978;p37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9" name="Google Shape;979;p37"/>
          <p:cNvCxnSpPr>
            <a:stCxn id="971" idx="1"/>
            <a:endCxn id="969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0" name="Google Shape;980;p37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1" name="Google Shape;981;p37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2" name="Google Shape;982;p37"/>
          <p:cNvCxnSpPr>
            <a:stCxn id="981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3" name="Google Shape;983;p37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p37"/>
          <p:cNvCxnSpPr>
            <a:stCxn id="983" idx="2"/>
            <a:endCxn id="967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5" name="Google Shape;985;p37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6" name="Google Shape;986;p37"/>
          <p:cNvCxnSpPr>
            <a:stCxn id="985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7" name="Google Shape;987;p37"/>
          <p:cNvSpPr/>
          <p:nvPr/>
        </p:nvSpPr>
        <p:spPr>
          <a:xfrm>
            <a:off x="309632" y="2876049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8" name="Google Shape;988;p37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989" name="Google Shape;989;p37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2" name="Google Shape;992;p37"/>
          <p:cNvSpPr txBox="1"/>
          <p:nvPr/>
        </p:nvSpPr>
        <p:spPr>
          <a:xfrm>
            <a:off x="9248797" y="4255031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3" name="Google Shape;993;p37"/>
          <p:cNvCxnSpPr>
            <a:stCxn id="992" idx="2"/>
          </p:cNvCxnSpPr>
          <p:nvPr/>
        </p:nvCxnSpPr>
        <p:spPr>
          <a:xfrm flipH="1">
            <a:off x="9625979" y="4593585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4" name="Google Shape;994;p37"/>
          <p:cNvCxnSpPr>
            <a:stCxn id="991" idx="3"/>
            <a:endCxn id="976" idx="2"/>
          </p:cNvCxnSpPr>
          <p:nvPr/>
        </p:nvCxnSpPr>
        <p:spPr>
          <a:xfrm flipH="1" rot="10800000">
            <a:off x="10128345" y="3611543"/>
            <a:ext cx="943500" cy="20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5" name="Google Shape;995;p37"/>
          <p:cNvCxnSpPr>
            <a:stCxn id="973" idx="2"/>
            <a:endCxn id="989" idx="0"/>
          </p:cNvCxnSpPr>
          <p:nvPr/>
        </p:nvCxnSpPr>
        <p:spPr>
          <a:xfrm flipH="1">
            <a:off x="8792520" y="3611561"/>
            <a:ext cx="740100" cy="179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6" name="Google Shape;996;p37"/>
          <p:cNvCxnSpPr/>
          <p:nvPr/>
        </p:nvCxnSpPr>
        <p:spPr>
          <a:xfrm flipH="1" rot="10800000">
            <a:off x="8522515" y="3520279"/>
            <a:ext cx="844269" cy="18907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02" name="Google Shape;1002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03" name="Google Shape;1003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4" name="Google Shape;1004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005" name="Google Shape;100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6" name="Google Shape;1006;p38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007" name="Google Shape;1007;p3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0" name="Google Shape;1010;p38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011" name="Google Shape;1011;p3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4" name="Google Shape;1014;p38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015" name="Google Shape;1015;p3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8" name="Google Shape;1018;p38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9" name="Google Shape;1019;p38"/>
          <p:cNvCxnSpPr>
            <a:stCxn id="1011" idx="1"/>
            <a:endCxn id="1009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0" name="Google Shape;1020;p38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1" name="Google Shape;1021;p38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p38"/>
          <p:cNvCxnSpPr>
            <a:stCxn id="1021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3" name="Google Shape;1023;p38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4" name="Google Shape;1024;p38"/>
          <p:cNvCxnSpPr>
            <a:stCxn id="1023" idx="2"/>
            <a:endCxn id="1007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5" name="Google Shape;1025;p38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6" name="Google Shape;1026;p38"/>
          <p:cNvCxnSpPr>
            <a:stCxn id="1025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7" name="Google Shape;1027;p38"/>
          <p:cNvSpPr/>
          <p:nvPr/>
        </p:nvSpPr>
        <p:spPr>
          <a:xfrm>
            <a:off x="380876" y="4194927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8" name="Google Shape;1028;p38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029" name="Google Shape;1029;p38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p38"/>
          <p:cNvSpPr txBox="1"/>
          <p:nvPr/>
        </p:nvSpPr>
        <p:spPr>
          <a:xfrm>
            <a:off x="9248797" y="4255031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3" name="Google Shape;1033;p38"/>
          <p:cNvCxnSpPr>
            <a:stCxn id="1032" idx="2"/>
          </p:cNvCxnSpPr>
          <p:nvPr/>
        </p:nvCxnSpPr>
        <p:spPr>
          <a:xfrm flipH="1">
            <a:off x="9625979" y="4593585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4" name="Google Shape;1034;p38"/>
          <p:cNvCxnSpPr>
            <a:stCxn id="1031" idx="3"/>
            <a:endCxn id="1016" idx="2"/>
          </p:cNvCxnSpPr>
          <p:nvPr/>
        </p:nvCxnSpPr>
        <p:spPr>
          <a:xfrm flipH="1" rot="10800000">
            <a:off x="10128345" y="3611543"/>
            <a:ext cx="943500" cy="20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5" name="Google Shape;1035;p38"/>
          <p:cNvCxnSpPr>
            <a:stCxn id="1013" idx="2"/>
            <a:endCxn id="1029" idx="0"/>
          </p:cNvCxnSpPr>
          <p:nvPr/>
        </p:nvCxnSpPr>
        <p:spPr>
          <a:xfrm flipH="1">
            <a:off x="8792520" y="3611561"/>
            <a:ext cx="740100" cy="179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6" name="Google Shape;1036;p38"/>
          <p:cNvCxnSpPr/>
          <p:nvPr/>
        </p:nvCxnSpPr>
        <p:spPr>
          <a:xfrm flipH="1" rot="10800000">
            <a:off x="8522515" y="3520279"/>
            <a:ext cx="844269" cy="18907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42" name="Google Shape;1042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43" name="Google Shape;1043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4" name="Google Shape;1044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045" name="Google Shape;10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6" name="Google Shape;1046;p39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047" name="Google Shape;1047;p3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0" name="Google Shape;1050;p39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051" name="Google Shape;1051;p3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4" name="Google Shape;1054;p39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055" name="Google Shape;1055;p3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58" name="Google Shape;1058;p39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9" name="Google Shape;1059;p39"/>
          <p:cNvCxnSpPr>
            <a:stCxn id="1051" idx="1"/>
            <a:endCxn id="1049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0" name="Google Shape;1060;p39"/>
          <p:cNvCxnSpPr/>
          <p:nvPr/>
        </p:nvCxnSpPr>
        <p:spPr>
          <a:xfrm flipH="1">
            <a:off x="10012680" y="3718560"/>
            <a:ext cx="640080" cy="169247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1" name="Google Shape;1061;p39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2" name="Google Shape;1062;p39"/>
          <p:cNvCxnSpPr>
            <a:stCxn id="1061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3" name="Google Shape;1063;p39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4" name="Google Shape;1064;p39"/>
          <p:cNvCxnSpPr>
            <a:stCxn id="1063" idx="2"/>
            <a:endCxn id="1047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5" name="Google Shape;1065;p39"/>
          <p:cNvSpPr txBox="1"/>
          <p:nvPr/>
        </p:nvSpPr>
        <p:spPr>
          <a:xfrm>
            <a:off x="7901749" y="2297517"/>
            <a:ext cx="1132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6" name="Google Shape;1066;p39"/>
          <p:cNvCxnSpPr>
            <a:stCxn id="1065" idx="2"/>
          </p:cNvCxnSpPr>
          <p:nvPr/>
        </p:nvCxnSpPr>
        <p:spPr>
          <a:xfrm>
            <a:off x="8468092" y="2636071"/>
            <a:ext cx="772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7" name="Google Shape;1067;p39"/>
          <p:cNvSpPr/>
          <p:nvPr/>
        </p:nvSpPr>
        <p:spPr>
          <a:xfrm>
            <a:off x="380876" y="4194927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8" name="Google Shape;1068;p39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069" name="Google Shape;1069;p39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9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39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2" name="Google Shape;1072;p39"/>
          <p:cNvSpPr txBox="1"/>
          <p:nvPr/>
        </p:nvSpPr>
        <p:spPr>
          <a:xfrm>
            <a:off x="9248797" y="4255031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3" name="Google Shape;1073;p39"/>
          <p:cNvCxnSpPr>
            <a:stCxn id="1072" idx="2"/>
          </p:cNvCxnSpPr>
          <p:nvPr/>
        </p:nvCxnSpPr>
        <p:spPr>
          <a:xfrm flipH="1">
            <a:off x="9625979" y="4593585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4" name="Google Shape;1074;p39"/>
          <p:cNvCxnSpPr>
            <a:stCxn id="1071" idx="3"/>
            <a:endCxn id="1056" idx="2"/>
          </p:cNvCxnSpPr>
          <p:nvPr/>
        </p:nvCxnSpPr>
        <p:spPr>
          <a:xfrm flipH="1" rot="10800000">
            <a:off x="10128345" y="3611543"/>
            <a:ext cx="943500" cy="20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5" name="Google Shape;1075;p39"/>
          <p:cNvCxnSpPr>
            <a:stCxn id="1053" idx="2"/>
            <a:endCxn id="1069" idx="0"/>
          </p:cNvCxnSpPr>
          <p:nvPr/>
        </p:nvCxnSpPr>
        <p:spPr>
          <a:xfrm flipH="1">
            <a:off x="8792520" y="3611561"/>
            <a:ext cx="740100" cy="179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6" name="Google Shape;1076;p39"/>
          <p:cNvCxnSpPr/>
          <p:nvPr/>
        </p:nvCxnSpPr>
        <p:spPr>
          <a:xfrm flipH="1" rot="10800000">
            <a:off x="8522515" y="3520279"/>
            <a:ext cx="844269" cy="18907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82" name="Google Shape;1082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83" name="Google Shape;1083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4" name="Google Shape;1084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085" name="Google Shape;10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6" name="Google Shape;1086;p40"/>
          <p:cNvGrpSpPr/>
          <p:nvPr/>
        </p:nvGrpSpPr>
        <p:grpSpPr>
          <a:xfrm>
            <a:off x="5478780" y="3520284"/>
            <a:ext cx="1234440" cy="365125"/>
            <a:chOff x="8610600" y="1737360"/>
            <a:chExt cx="1234440" cy="365125"/>
          </a:xfrm>
        </p:grpSpPr>
        <p:sp>
          <p:nvSpPr>
            <p:cNvPr id="1087" name="Google Shape;1087;p4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0" name="Google Shape;1090;p40"/>
          <p:cNvGrpSpPr/>
          <p:nvPr/>
        </p:nvGrpSpPr>
        <p:grpSpPr>
          <a:xfrm>
            <a:off x="7388860" y="3520283"/>
            <a:ext cx="1234440" cy="365125"/>
            <a:chOff x="8610600" y="1737360"/>
            <a:chExt cx="1234440" cy="365125"/>
          </a:xfrm>
        </p:grpSpPr>
        <p:sp>
          <p:nvSpPr>
            <p:cNvPr id="1091" name="Google Shape;1091;p4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4" name="Google Shape;1094;p40"/>
          <p:cNvGrpSpPr/>
          <p:nvPr/>
        </p:nvGrpSpPr>
        <p:grpSpPr>
          <a:xfrm>
            <a:off x="10751820" y="3509469"/>
            <a:ext cx="1234440" cy="365125"/>
            <a:chOff x="8610600" y="1737360"/>
            <a:chExt cx="1234440" cy="365125"/>
          </a:xfrm>
        </p:grpSpPr>
        <p:sp>
          <p:nvSpPr>
            <p:cNvPr id="1095" name="Google Shape;1095;p4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98" name="Google Shape;1098;p40"/>
          <p:cNvCxnSpPr/>
          <p:nvPr/>
        </p:nvCxnSpPr>
        <p:spPr>
          <a:xfrm flipH="1" rot="10800000">
            <a:off x="6720840" y="3611563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9" name="Google Shape;1099;p40"/>
          <p:cNvCxnSpPr>
            <a:stCxn id="1091" idx="1"/>
            <a:endCxn id="1089" idx="3"/>
          </p:cNvCxnSpPr>
          <p:nvPr/>
        </p:nvCxnSpPr>
        <p:spPr>
          <a:xfrm rot="10800000">
            <a:off x="6713260" y="3702846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0" name="Google Shape;1100;p40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1" name="Google Shape;1101;p40"/>
          <p:cNvCxnSpPr>
            <a:stCxn id="1100" idx="2"/>
          </p:cNvCxnSpPr>
          <p:nvPr/>
        </p:nvCxnSpPr>
        <p:spPr>
          <a:xfrm flipH="1">
            <a:off x="11574900" y="2315718"/>
            <a:ext cx="7500" cy="1113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2" name="Google Shape;1102;p40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p40"/>
          <p:cNvCxnSpPr>
            <a:stCxn id="1102" idx="2"/>
            <a:endCxn id="1087" idx="0"/>
          </p:cNvCxnSpPr>
          <p:nvPr/>
        </p:nvCxnSpPr>
        <p:spPr>
          <a:xfrm flipH="1">
            <a:off x="5684380" y="2727354"/>
            <a:ext cx="153300" cy="7929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4" name="Google Shape;1104;p40"/>
          <p:cNvSpPr/>
          <p:nvPr/>
        </p:nvSpPr>
        <p:spPr>
          <a:xfrm>
            <a:off x="380876" y="4194927"/>
            <a:ext cx="3657848" cy="88854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5" name="Google Shape;1105;p40"/>
          <p:cNvGrpSpPr/>
          <p:nvPr/>
        </p:nvGrpSpPr>
        <p:grpSpPr>
          <a:xfrm>
            <a:off x="8985343" y="3509469"/>
            <a:ext cx="1404434" cy="391654"/>
            <a:chOff x="8610600" y="1737360"/>
            <a:chExt cx="1234440" cy="365125"/>
          </a:xfrm>
        </p:grpSpPr>
        <p:sp>
          <p:nvSpPr>
            <p:cNvPr id="1106" name="Google Shape;1106;p4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9" name="Google Shape;1109;p40"/>
          <p:cNvGrpSpPr/>
          <p:nvPr/>
        </p:nvGrpSpPr>
        <p:grpSpPr>
          <a:xfrm>
            <a:off x="8634338" y="3625356"/>
            <a:ext cx="351004" cy="164323"/>
            <a:chOff x="8634338" y="3625357"/>
            <a:chExt cx="683260" cy="91284"/>
          </a:xfrm>
        </p:grpSpPr>
        <p:cxnSp>
          <p:nvCxnSpPr>
            <p:cNvPr id="1110" name="Google Shape;1110;p40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11" name="Google Shape;1111;p40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2" name="Google Shape;1112;p40"/>
          <p:cNvGrpSpPr/>
          <p:nvPr/>
        </p:nvGrpSpPr>
        <p:grpSpPr>
          <a:xfrm>
            <a:off x="10420015" y="3625354"/>
            <a:ext cx="351004" cy="164323"/>
            <a:chOff x="8634338" y="3625357"/>
            <a:chExt cx="683260" cy="91284"/>
          </a:xfrm>
        </p:grpSpPr>
        <p:cxnSp>
          <p:nvCxnSpPr>
            <p:cNvPr id="1113" name="Google Shape;1113;p40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14" name="Google Shape;1114;p40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20" name="Google Shape;1120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21" name="Google Shape;1121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2" name="Google Shape;1122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123" name="Google Shape;11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41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125" name="Google Shape;1125;p4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8" name="Google Shape;1128;p41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129" name="Google Shape;1129;p4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2" name="Google Shape;1132;p41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133" name="Google Shape;1133;p4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4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36" name="Google Shape;1136;p41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7" name="Google Shape;1137;p41"/>
          <p:cNvCxnSpPr>
            <a:stCxn id="1129" idx="1"/>
            <a:endCxn id="1127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8" name="Google Shape;1138;p41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9" name="Google Shape;1139;p41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0" name="Google Shape;1140;p41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1" name="Google Shape;1141;p41"/>
          <p:cNvCxnSpPr>
            <a:stCxn id="1140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2" name="Google Shape;1142;p41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3" name="Google Shape;1143;p41"/>
          <p:cNvCxnSpPr>
            <a:stCxn id="1142" idx="2"/>
            <a:endCxn id="1125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4" name="Google Shape;1144;p41"/>
          <p:cNvSpPr/>
          <p:nvPr/>
        </p:nvSpPr>
        <p:spPr>
          <a:xfrm>
            <a:off x="6894543" y="4896753"/>
            <a:ext cx="458747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ptr=Search(2);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Insert_after_node(50,ptr);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1"/>
          <p:cNvSpPr txBox="1"/>
          <p:nvPr/>
        </p:nvSpPr>
        <p:spPr>
          <a:xfrm>
            <a:off x="9481214" y="2297516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6" name="Google Shape;1146;p41"/>
          <p:cNvCxnSpPr>
            <a:stCxn id="1145" idx="2"/>
          </p:cNvCxnSpPr>
          <p:nvPr/>
        </p:nvCxnSpPr>
        <p:spPr>
          <a:xfrm>
            <a:off x="9858500" y="2636070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52" name="Google Shape;1152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53" name="Google Shape;1153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4" name="Google Shape;1154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155" name="Google Shape;115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6" name="Google Shape;1156;p42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157" name="Google Shape;1157;p4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0" name="Google Shape;1160;p42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161" name="Google Shape;1161;p4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4" name="Google Shape;1164;p42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165" name="Google Shape;1165;p4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68" name="Google Shape;1168;p42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9" name="Google Shape;1169;p42"/>
          <p:cNvCxnSpPr>
            <a:stCxn id="1161" idx="1"/>
            <a:endCxn id="1159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0" name="Google Shape;1170;p42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1" name="Google Shape;1171;p42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2" name="Google Shape;1172;p42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42"/>
          <p:cNvCxnSpPr>
            <a:stCxn id="1172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4" name="Google Shape;1174;p42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5" name="Google Shape;1175;p42"/>
          <p:cNvCxnSpPr>
            <a:stCxn id="1174" idx="2"/>
            <a:endCxn id="1157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6" name="Google Shape;1176;p42"/>
          <p:cNvSpPr txBox="1"/>
          <p:nvPr/>
        </p:nvSpPr>
        <p:spPr>
          <a:xfrm>
            <a:off x="9034435" y="2297516"/>
            <a:ext cx="120135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42"/>
          <p:cNvCxnSpPr>
            <a:stCxn id="1176" idx="2"/>
          </p:cNvCxnSpPr>
          <p:nvPr/>
        </p:nvCxnSpPr>
        <p:spPr>
          <a:xfrm>
            <a:off x="9635111" y="2636070"/>
            <a:ext cx="11853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78" name="Google Shape;1178;p42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179" name="Google Shape;1179;p42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2" name="Google Shape;1182;p42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3" name="Google Shape;1183;p42"/>
          <p:cNvCxnSpPr>
            <a:stCxn id="1182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4" name="Google Shape;1184;p42"/>
          <p:cNvSpPr/>
          <p:nvPr/>
        </p:nvSpPr>
        <p:spPr>
          <a:xfrm>
            <a:off x="380876" y="2098347"/>
            <a:ext cx="6751444" cy="629007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90" name="Google Shape;1190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91" name="Google Shape;1191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2" name="Google Shape;1192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193" name="Google Shape;119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4" name="Google Shape;1194;p43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195" name="Google Shape;1195;p4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4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43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199" name="Google Shape;1199;p4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2" name="Google Shape;1202;p43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203" name="Google Shape;1203;p4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06" name="Google Shape;1206;p43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7" name="Google Shape;1207;p43"/>
          <p:cNvCxnSpPr>
            <a:stCxn id="1199" idx="1"/>
            <a:endCxn id="1197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8" name="Google Shape;1208;p43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9" name="Google Shape;1209;p43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0" name="Google Shape;1210;p43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1" name="Google Shape;1211;p43"/>
          <p:cNvCxnSpPr>
            <a:stCxn id="1210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2" name="Google Shape;1212;p43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3" name="Google Shape;1213;p43"/>
          <p:cNvCxnSpPr>
            <a:stCxn id="1212" idx="2"/>
            <a:endCxn id="1195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4" name="Google Shape;1214;p43"/>
          <p:cNvSpPr txBox="1"/>
          <p:nvPr/>
        </p:nvSpPr>
        <p:spPr>
          <a:xfrm>
            <a:off x="9059725" y="2297516"/>
            <a:ext cx="11760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5" name="Google Shape;1215;p43"/>
          <p:cNvCxnSpPr>
            <a:stCxn id="1214" idx="2"/>
          </p:cNvCxnSpPr>
          <p:nvPr/>
        </p:nvCxnSpPr>
        <p:spPr>
          <a:xfrm>
            <a:off x="9647756" y="2636070"/>
            <a:ext cx="11727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16" name="Google Shape;1216;p43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217" name="Google Shape;1217;p43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3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0" name="Google Shape;1220;p43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1" name="Google Shape;1221;p43"/>
          <p:cNvCxnSpPr>
            <a:stCxn id="1220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2" name="Google Shape;1222;p43"/>
          <p:cNvSpPr/>
          <p:nvPr/>
        </p:nvSpPr>
        <p:spPr>
          <a:xfrm>
            <a:off x="224839" y="2895611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43"/>
          <p:cNvCxnSpPr/>
          <p:nvPr/>
        </p:nvCxnSpPr>
        <p:spPr>
          <a:xfrm>
            <a:off x="11694160" y="3444394"/>
            <a:ext cx="273001" cy="62468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4" name="Google Shape;1224;p43"/>
          <p:cNvSpPr txBox="1"/>
          <p:nvPr/>
        </p:nvSpPr>
        <p:spPr>
          <a:xfrm>
            <a:off x="11544515" y="4029654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30" name="Google Shape;1230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31" name="Google Shape;1231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2" name="Google Shape;1232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233" name="Google Shape;123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4" name="Google Shape;1234;p44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235" name="Google Shape;1235;p4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8" name="Google Shape;1238;p44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239" name="Google Shape;1239;p4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2" name="Google Shape;1242;p44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243" name="Google Shape;1243;p4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46" name="Google Shape;1246;p44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7" name="Google Shape;1247;p44"/>
          <p:cNvCxnSpPr>
            <a:stCxn id="1239" idx="1"/>
            <a:endCxn id="1237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8" name="Google Shape;1248;p44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9" name="Google Shape;1249;p44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0" name="Google Shape;1250;p44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1" name="Google Shape;1251;p44"/>
          <p:cNvCxnSpPr>
            <a:stCxn id="1250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2" name="Google Shape;1252;p44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p44"/>
          <p:cNvCxnSpPr>
            <a:stCxn id="1252" idx="2"/>
            <a:endCxn id="1235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4" name="Google Shape;1254;p44"/>
          <p:cNvSpPr txBox="1"/>
          <p:nvPr/>
        </p:nvSpPr>
        <p:spPr>
          <a:xfrm>
            <a:off x="9059725" y="2297516"/>
            <a:ext cx="11760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5" name="Google Shape;1255;p44"/>
          <p:cNvCxnSpPr>
            <a:stCxn id="1254" idx="2"/>
          </p:cNvCxnSpPr>
          <p:nvPr/>
        </p:nvCxnSpPr>
        <p:spPr>
          <a:xfrm>
            <a:off x="9647756" y="2636070"/>
            <a:ext cx="11727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56" name="Google Shape;1256;p44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257" name="Google Shape;1257;p44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4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4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0" name="Google Shape;1260;p44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1" name="Google Shape;1261;p44"/>
          <p:cNvCxnSpPr>
            <a:stCxn id="1260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2" name="Google Shape;1262;p44"/>
          <p:cNvSpPr/>
          <p:nvPr/>
        </p:nvSpPr>
        <p:spPr>
          <a:xfrm>
            <a:off x="224839" y="2895611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3" name="Google Shape;1263;p44"/>
          <p:cNvCxnSpPr/>
          <p:nvPr/>
        </p:nvCxnSpPr>
        <p:spPr>
          <a:xfrm>
            <a:off x="11694160" y="3444394"/>
            <a:ext cx="273001" cy="62468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4" name="Google Shape;1264;p44"/>
          <p:cNvSpPr txBox="1"/>
          <p:nvPr/>
        </p:nvSpPr>
        <p:spPr>
          <a:xfrm>
            <a:off x="11544515" y="4029654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5" name="Google Shape;1265;p44"/>
          <p:cNvCxnSpPr>
            <a:stCxn id="1259" idx="3"/>
            <a:endCxn id="1264" idx="2"/>
          </p:cNvCxnSpPr>
          <p:nvPr/>
        </p:nvCxnSpPr>
        <p:spPr>
          <a:xfrm flipH="1" rot="10800000">
            <a:off x="10128345" y="4399043"/>
            <a:ext cx="1754700" cy="126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71" name="Google Shape;1271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72" name="Google Shape;1272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3" name="Google Shape;1273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274" name="Google Shape;12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5" name="Google Shape;1275;p45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276" name="Google Shape;1276;p4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9" name="Google Shape;1279;p45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280" name="Google Shape;1280;p4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4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3" name="Google Shape;1283;p45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284" name="Google Shape;1284;p4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7" name="Google Shape;1287;p45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8" name="Google Shape;1288;p45"/>
          <p:cNvCxnSpPr>
            <a:stCxn id="1280" idx="1"/>
            <a:endCxn id="1278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9" name="Google Shape;1289;p45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0" name="Google Shape;1290;p45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1" name="Google Shape;1291;p45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2" name="Google Shape;1292;p45"/>
          <p:cNvCxnSpPr>
            <a:stCxn id="1291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3" name="Google Shape;1293;p45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4" name="Google Shape;1294;p45"/>
          <p:cNvCxnSpPr>
            <a:stCxn id="1293" idx="2"/>
            <a:endCxn id="1276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5" name="Google Shape;1295;p45"/>
          <p:cNvSpPr txBox="1"/>
          <p:nvPr/>
        </p:nvSpPr>
        <p:spPr>
          <a:xfrm>
            <a:off x="9059725" y="2297516"/>
            <a:ext cx="11760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6" name="Google Shape;1296;p45"/>
          <p:cNvCxnSpPr>
            <a:stCxn id="1295" idx="2"/>
          </p:cNvCxnSpPr>
          <p:nvPr/>
        </p:nvCxnSpPr>
        <p:spPr>
          <a:xfrm>
            <a:off x="9647756" y="2636070"/>
            <a:ext cx="11727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97" name="Google Shape;1297;p45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298" name="Google Shape;1298;p45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45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45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1" name="Google Shape;1301;p45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2" name="Google Shape;1302;p45"/>
          <p:cNvCxnSpPr>
            <a:stCxn id="1301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3" name="Google Shape;1303;p45"/>
          <p:cNvSpPr/>
          <p:nvPr/>
        </p:nvSpPr>
        <p:spPr>
          <a:xfrm>
            <a:off x="224839" y="2895611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45"/>
          <p:cNvCxnSpPr/>
          <p:nvPr/>
        </p:nvCxnSpPr>
        <p:spPr>
          <a:xfrm flipH="1">
            <a:off x="8610600" y="3444394"/>
            <a:ext cx="3083560" cy="19666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5" name="Google Shape;1305;p45"/>
          <p:cNvSpPr txBox="1"/>
          <p:nvPr/>
        </p:nvSpPr>
        <p:spPr>
          <a:xfrm>
            <a:off x="11544515" y="4029654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6" name="Google Shape;1306;p45"/>
          <p:cNvCxnSpPr>
            <a:stCxn id="1300" idx="3"/>
            <a:endCxn id="1305" idx="2"/>
          </p:cNvCxnSpPr>
          <p:nvPr/>
        </p:nvCxnSpPr>
        <p:spPr>
          <a:xfrm flipH="1" rot="10800000">
            <a:off x="10128345" y="4399043"/>
            <a:ext cx="1754700" cy="126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12" name="Google Shape;1312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13" name="Google Shape;1313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4" name="Google Shape;1314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315" name="Google Shape;131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6" name="Google Shape;1316;p46"/>
          <p:cNvGrpSpPr/>
          <p:nvPr/>
        </p:nvGrpSpPr>
        <p:grpSpPr>
          <a:xfrm>
            <a:off x="6593840" y="3246437"/>
            <a:ext cx="1234440" cy="365125"/>
            <a:chOff x="8610600" y="1737360"/>
            <a:chExt cx="1234440" cy="365125"/>
          </a:xfrm>
        </p:grpSpPr>
        <p:sp>
          <p:nvSpPr>
            <p:cNvPr id="1317" name="Google Shape;1317;p4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4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0" name="Google Shape;1320;p46"/>
          <p:cNvGrpSpPr/>
          <p:nvPr/>
        </p:nvGrpSpPr>
        <p:grpSpPr>
          <a:xfrm>
            <a:off x="8503920" y="3246436"/>
            <a:ext cx="1234440" cy="365125"/>
            <a:chOff x="8610600" y="1737360"/>
            <a:chExt cx="1234440" cy="365125"/>
          </a:xfrm>
        </p:grpSpPr>
        <p:sp>
          <p:nvSpPr>
            <p:cNvPr id="1321" name="Google Shape;1321;p4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4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4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4" name="Google Shape;1324;p46"/>
          <p:cNvGrpSpPr/>
          <p:nvPr/>
        </p:nvGrpSpPr>
        <p:grpSpPr>
          <a:xfrm>
            <a:off x="10454640" y="3246435"/>
            <a:ext cx="1234440" cy="365125"/>
            <a:chOff x="8610600" y="1737360"/>
            <a:chExt cx="1234440" cy="365125"/>
          </a:xfrm>
        </p:grpSpPr>
        <p:sp>
          <p:nvSpPr>
            <p:cNvPr id="1325" name="Google Shape;1325;p4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4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4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28" name="Google Shape;1328;p46"/>
          <p:cNvCxnSpPr/>
          <p:nvPr/>
        </p:nvCxnSpPr>
        <p:spPr>
          <a:xfrm flipH="1" rot="10800000">
            <a:off x="7835900" y="3337716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9" name="Google Shape;1329;p46"/>
          <p:cNvCxnSpPr>
            <a:stCxn id="1321" idx="1"/>
            <a:endCxn id="1319" idx="3"/>
          </p:cNvCxnSpPr>
          <p:nvPr/>
        </p:nvCxnSpPr>
        <p:spPr>
          <a:xfrm rot="10800000">
            <a:off x="7828320" y="3428999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46"/>
          <p:cNvCxnSpPr/>
          <p:nvPr/>
        </p:nvCxnSpPr>
        <p:spPr>
          <a:xfrm flipH="1" rot="10800000">
            <a:off x="9758680" y="3337715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1" name="Google Shape;1331;p46"/>
          <p:cNvCxnSpPr/>
          <p:nvPr/>
        </p:nvCxnSpPr>
        <p:spPr>
          <a:xfrm flipH="1">
            <a:off x="9751060" y="342899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2" name="Google Shape;1332;p46"/>
          <p:cNvSpPr txBox="1"/>
          <p:nvPr/>
        </p:nvSpPr>
        <p:spPr>
          <a:xfrm>
            <a:off x="11339737" y="1977164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3" name="Google Shape;1333;p46"/>
          <p:cNvCxnSpPr>
            <a:stCxn id="1332" idx="2"/>
          </p:cNvCxnSpPr>
          <p:nvPr/>
        </p:nvCxnSpPr>
        <p:spPr>
          <a:xfrm flipH="1">
            <a:off x="11031000" y="2315718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4" name="Google Shape;1334;p46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5" name="Google Shape;1335;p46"/>
          <p:cNvCxnSpPr>
            <a:stCxn id="1334" idx="2"/>
            <a:endCxn id="1317" idx="0"/>
          </p:cNvCxnSpPr>
          <p:nvPr/>
        </p:nvCxnSpPr>
        <p:spPr>
          <a:xfrm>
            <a:off x="5837680" y="272735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6" name="Google Shape;1336;p46"/>
          <p:cNvSpPr txBox="1"/>
          <p:nvPr/>
        </p:nvSpPr>
        <p:spPr>
          <a:xfrm>
            <a:off x="9059725" y="2297516"/>
            <a:ext cx="11760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7" name="Google Shape;1337;p46"/>
          <p:cNvCxnSpPr>
            <a:stCxn id="1336" idx="2"/>
          </p:cNvCxnSpPr>
          <p:nvPr/>
        </p:nvCxnSpPr>
        <p:spPr>
          <a:xfrm>
            <a:off x="9647756" y="2636070"/>
            <a:ext cx="11727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38" name="Google Shape;1338;p46"/>
          <p:cNvGrpSpPr/>
          <p:nvPr/>
        </p:nvGrpSpPr>
        <p:grpSpPr>
          <a:xfrm>
            <a:off x="8525415" y="5411031"/>
            <a:ext cx="1602930" cy="511624"/>
            <a:chOff x="9481133" y="5621312"/>
            <a:chExt cx="1602930" cy="511624"/>
          </a:xfrm>
        </p:grpSpPr>
        <p:sp>
          <p:nvSpPr>
            <p:cNvPr id="1339" name="Google Shape;1339;p46"/>
            <p:cNvSpPr/>
            <p:nvPr/>
          </p:nvSpPr>
          <p:spPr>
            <a:xfrm>
              <a:off x="948113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46"/>
            <p:cNvSpPr/>
            <p:nvPr/>
          </p:nvSpPr>
          <p:spPr>
            <a:xfrm>
              <a:off x="10015443" y="5621312"/>
              <a:ext cx="534310" cy="511624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46"/>
            <p:cNvSpPr/>
            <p:nvPr/>
          </p:nvSpPr>
          <p:spPr>
            <a:xfrm>
              <a:off x="10549753" y="5621312"/>
              <a:ext cx="534310" cy="51162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2" name="Google Shape;1342;p46"/>
          <p:cNvSpPr txBox="1"/>
          <p:nvPr/>
        </p:nvSpPr>
        <p:spPr>
          <a:xfrm>
            <a:off x="9059725" y="4232396"/>
            <a:ext cx="940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46"/>
          <p:cNvCxnSpPr>
            <a:stCxn id="1342" idx="2"/>
          </p:cNvCxnSpPr>
          <p:nvPr/>
        </p:nvCxnSpPr>
        <p:spPr>
          <a:xfrm flipH="1">
            <a:off x="9436907" y="4570950"/>
            <a:ext cx="93300" cy="9624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4" name="Google Shape;1344;p46"/>
          <p:cNvSpPr/>
          <p:nvPr/>
        </p:nvSpPr>
        <p:spPr>
          <a:xfrm>
            <a:off x="224839" y="2895611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5" name="Google Shape;1345;p46"/>
          <p:cNvCxnSpPr/>
          <p:nvPr/>
        </p:nvCxnSpPr>
        <p:spPr>
          <a:xfrm flipH="1">
            <a:off x="8610600" y="3444394"/>
            <a:ext cx="3083560" cy="19666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6" name="Google Shape;1346;p46"/>
          <p:cNvSpPr txBox="1"/>
          <p:nvPr/>
        </p:nvSpPr>
        <p:spPr>
          <a:xfrm>
            <a:off x="11544515" y="4029654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7" name="Google Shape;1347;p46"/>
          <p:cNvCxnSpPr>
            <a:stCxn id="1341" idx="3"/>
            <a:endCxn id="1346" idx="2"/>
          </p:cNvCxnSpPr>
          <p:nvPr/>
        </p:nvCxnSpPr>
        <p:spPr>
          <a:xfrm flipH="1" rot="10800000">
            <a:off x="10128345" y="4399043"/>
            <a:ext cx="1754700" cy="126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8" name="Google Shape;1348;p46"/>
          <p:cNvCxnSpPr>
            <a:stCxn id="1339" idx="1"/>
          </p:cNvCxnSpPr>
          <p:nvPr/>
        </p:nvCxnSpPr>
        <p:spPr>
          <a:xfrm flipH="1" rot="10800000">
            <a:off x="8525415" y="3718343"/>
            <a:ext cx="3057000" cy="194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54" name="Google Shape;1354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55" name="Google Shape;1355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6" name="Google Shape;1356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357" name="Google Shape;13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47"/>
          <p:cNvSpPr/>
          <p:nvPr/>
        </p:nvSpPr>
        <p:spPr>
          <a:xfrm>
            <a:off x="224839" y="2895611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9" name="Google Shape;1359;p47"/>
          <p:cNvGrpSpPr/>
          <p:nvPr/>
        </p:nvGrpSpPr>
        <p:grpSpPr>
          <a:xfrm>
            <a:off x="5478780" y="3520284"/>
            <a:ext cx="1234440" cy="365125"/>
            <a:chOff x="8610600" y="1737360"/>
            <a:chExt cx="1234440" cy="365125"/>
          </a:xfrm>
        </p:grpSpPr>
        <p:sp>
          <p:nvSpPr>
            <p:cNvPr id="1360" name="Google Shape;1360;p4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47"/>
          <p:cNvGrpSpPr/>
          <p:nvPr/>
        </p:nvGrpSpPr>
        <p:grpSpPr>
          <a:xfrm>
            <a:off x="7388860" y="3520283"/>
            <a:ext cx="1234440" cy="365125"/>
            <a:chOff x="8610600" y="1737360"/>
            <a:chExt cx="1234440" cy="365125"/>
          </a:xfrm>
        </p:grpSpPr>
        <p:sp>
          <p:nvSpPr>
            <p:cNvPr id="1364" name="Google Shape;1364;p4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7" name="Google Shape;1367;p47"/>
          <p:cNvGrpSpPr/>
          <p:nvPr/>
        </p:nvGrpSpPr>
        <p:grpSpPr>
          <a:xfrm>
            <a:off x="10751820" y="3509469"/>
            <a:ext cx="1234440" cy="365125"/>
            <a:chOff x="8610600" y="1737360"/>
            <a:chExt cx="1234440" cy="365125"/>
          </a:xfrm>
        </p:grpSpPr>
        <p:sp>
          <p:nvSpPr>
            <p:cNvPr id="1368" name="Google Shape;1368;p4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8987927" y="1737360"/>
              <a:ext cx="468145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71" name="Google Shape;1371;p47"/>
          <p:cNvCxnSpPr/>
          <p:nvPr/>
        </p:nvCxnSpPr>
        <p:spPr>
          <a:xfrm flipH="1" rot="10800000">
            <a:off x="6720840" y="3611563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2" name="Google Shape;1372;p47"/>
          <p:cNvCxnSpPr>
            <a:stCxn id="1364" idx="1"/>
            <a:endCxn id="1362" idx="3"/>
          </p:cNvCxnSpPr>
          <p:nvPr/>
        </p:nvCxnSpPr>
        <p:spPr>
          <a:xfrm rot="10800000">
            <a:off x="6713260" y="3702846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3" name="Google Shape;1373;p47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4" name="Google Shape;1374;p47"/>
          <p:cNvCxnSpPr>
            <a:stCxn id="1373" idx="2"/>
            <a:endCxn id="1360" idx="0"/>
          </p:cNvCxnSpPr>
          <p:nvPr/>
        </p:nvCxnSpPr>
        <p:spPr>
          <a:xfrm flipH="1">
            <a:off x="5684380" y="2727354"/>
            <a:ext cx="153300" cy="7929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75" name="Google Shape;1375;p47"/>
          <p:cNvGrpSpPr/>
          <p:nvPr/>
        </p:nvGrpSpPr>
        <p:grpSpPr>
          <a:xfrm>
            <a:off x="8985343" y="3509469"/>
            <a:ext cx="1404434" cy="391654"/>
            <a:chOff x="8610600" y="1737360"/>
            <a:chExt cx="1234440" cy="365125"/>
          </a:xfrm>
        </p:grpSpPr>
        <p:sp>
          <p:nvSpPr>
            <p:cNvPr id="1376" name="Google Shape;1376;p4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4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4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9" name="Google Shape;1379;p47"/>
          <p:cNvGrpSpPr/>
          <p:nvPr/>
        </p:nvGrpSpPr>
        <p:grpSpPr>
          <a:xfrm>
            <a:off x="8634338" y="3625356"/>
            <a:ext cx="351004" cy="164323"/>
            <a:chOff x="8634338" y="3625357"/>
            <a:chExt cx="683260" cy="91284"/>
          </a:xfrm>
        </p:grpSpPr>
        <p:cxnSp>
          <p:nvCxnSpPr>
            <p:cNvPr id="1380" name="Google Shape;1380;p47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81" name="Google Shape;1381;p47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82" name="Google Shape;1382;p47"/>
          <p:cNvGrpSpPr/>
          <p:nvPr/>
        </p:nvGrpSpPr>
        <p:grpSpPr>
          <a:xfrm>
            <a:off x="10420015" y="3625354"/>
            <a:ext cx="351004" cy="164323"/>
            <a:chOff x="8634338" y="3625357"/>
            <a:chExt cx="683260" cy="91284"/>
          </a:xfrm>
        </p:grpSpPr>
        <p:cxnSp>
          <p:nvCxnSpPr>
            <p:cNvPr id="1383" name="Google Shape;1383;p47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84" name="Google Shape;1384;p47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385" name="Google Shape;1385;p47"/>
          <p:cNvCxnSpPr>
            <a:stCxn id="1370" idx="3"/>
          </p:cNvCxnSpPr>
          <p:nvPr/>
        </p:nvCxnSpPr>
        <p:spPr>
          <a:xfrm>
            <a:off x="11986260" y="3692032"/>
            <a:ext cx="15300" cy="54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6" name="Google Shape;1386;p47"/>
          <p:cNvSpPr txBox="1"/>
          <p:nvPr/>
        </p:nvSpPr>
        <p:spPr>
          <a:xfrm>
            <a:off x="11515212" y="4160203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7"/>
          <p:cNvSpPr txBox="1"/>
          <p:nvPr/>
        </p:nvSpPr>
        <p:spPr>
          <a:xfrm>
            <a:off x="9705685" y="2251023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8" name="Google Shape;1388;p47"/>
          <p:cNvCxnSpPr>
            <a:stCxn id="1387" idx="2"/>
          </p:cNvCxnSpPr>
          <p:nvPr/>
        </p:nvCxnSpPr>
        <p:spPr>
          <a:xfrm flipH="1">
            <a:off x="9396948" y="2589577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9" name="Google Shape;1389;p47"/>
          <p:cNvSpPr txBox="1"/>
          <p:nvPr/>
        </p:nvSpPr>
        <p:spPr>
          <a:xfrm>
            <a:off x="10751820" y="2240198"/>
            <a:ext cx="1013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0" name="Google Shape;1390;p47"/>
          <p:cNvCxnSpPr>
            <a:stCxn id="1389" idx="2"/>
          </p:cNvCxnSpPr>
          <p:nvPr/>
        </p:nvCxnSpPr>
        <p:spPr>
          <a:xfrm flipH="1">
            <a:off x="10970642" y="2578752"/>
            <a:ext cx="2877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96" name="Google Shape;1396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97" name="Google Shape;1397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8" name="Google Shape;1398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After Function</a:t>
            </a:r>
            <a:endParaRPr/>
          </a:p>
        </p:txBody>
      </p:sp>
      <p:pic>
        <p:nvPicPr>
          <p:cNvPr id="1399" name="Google Shape;139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640"/>
            <a:ext cx="7330440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48"/>
          <p:cNvSpPr/>
          <p:nvPr/>
        </p:nvSpPr>
        <p:spPr>
          <a:xfrm>
            <a:off x="319107" y="5384287"/>
            <a:ext cx="3462067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1" name="Google Shape;1401;p48"/>
          <p:cNvGrpSpPr/>
          <p:nvPr/>
        </p:nvGrpSpPr>
        <p:grpSpPr>
          <a:xfrm>
            <a:off x="5478780" y="3520284"/>
            <a:ext cx="1234440" cy="365125"/>
            <a:chOff x="8610600" y="1737360"/>
            <a:chExt cx="1234440" cy="365125"/>
          </a:xfrm>
        </p:grpSpPr>
        <p:sp>
          <p:nvSpPr>
            <p:cNvPr id="1402" name="Google Shape;1402;p4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4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5" name="Google Shape;1405;p48"/>
          <p:cNvGrpSpPr/>
          <p:nvPr/>
        </p:nvGrpSpPr>
        <p:grpSpPr>
          <a:xfrm>
            <a:off x="7388860" y="3520283"/>
            <a:ext cx="1234440" cy="365125"/>
            <a:chOff x="8610600" y="1737360"/>
            <a:chExt cx="1234440" cy="365125"/>
          </a:xfrm>
        </p:grpSpPr>
        <p:sp>
          <p:nvSpPr>
            <p:cNvPr id="1406" name="Google Shape;1406;p4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4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4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9" name="Google Shape;1409;p48"/>
          <p:cNvGrpSpPr/>
          <p:nvPr/>
        </p:nvGrpSpPr>
        <p:grpSpPr>
          <a:xfrm>
            <a:off x="10751820" y="3509469"/>
            <a:ext cx="1234440" cy="365125"/>
            <a:chOff x="8610600" y="1737360"/>
            <a:chExt cx="1234440" cy="365125"/>
          </a:xfrm>
        </p:grpSpPr>
        <p:sp>
          <p:nvSpPr>
            <p:cNvPr id="1410" name="Google Shape;1410;p4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48"/>
            <p:cNvSpPr/>
            <p:nvPr/>
          </p:nvSpPr>
          <p:spPr>
            <a:xfrm>
              <a:off x="8987927" y="1737360"/>
              <a:ext cx="468145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13" name="Google Shape;1413;p48"/>
          <p:cNvCxnSpPr/>
          <p:nvPr/>
        </p:nvCxnSpPr>
        <p:spPr>
          <a:xfrm flipH="1" rot="10800000">
            <a:off x="6720840" y="3611563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4" name="Google Shape;1414;p48"/>
          <p:cNvCxnSpPr>
            <a:stCxn id="1406" idx="1"/>
            <a:endCxn id="1404" idx="3"/>
          </p:cNvCxnSpPr>
          <p:nvPr/>
        </p:nvCxnSpPr>
        <p:spPr>
          <a:xfrm rot="10800000">
            <a:off x="6713260" y="3702846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5" name="Google Shape;1415;p48"/>
          <p:cNvSpPr txBox="1"/>
          <p:nvPr/>
        </p:nvSpPr>
        <p:spPr>
          <a:xfrm>
            <a:off x="5460394" y="238880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6" name="Google Shape;1416;p48"/>
          <p:cNvCxnSpPr>
            <a:stCxn id="1415" idx="2"/>
            <a:endCxn id="1402" idx="0"/>
          </p:cNvCxnSpPr>
          <p:nvPr/>
        </p:nvCxnSpPr>
        <p:spPr>
          <a:xfrm flipH="1">
            <a:off x="5684380" y="2727354"/>
            <a:ext cx="153300" cy="7929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17" name="Google Shape;1417;p48"/>
          <p:cNvGrpSpPr/>
          <p:nvPr/>
        </p:nvGrpSpPr>
        <p:grpSpPr>
          <a:xfrm>
            <a:off x="8985343" y="3509469"/>
            <a:ext cx="1404434" cy="391654"/>
            <a:chOff x="8610600" y="1737360"/>
            <a:chExt cx="1234440" cy="365125"/>
          </a:xfrm>
        </p:grpSpPr>
        <p:sp>
          <p:nvSpPr>
            <p:cNvPr id="1418" name="Google Shape;1418;p4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4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1" name="Google Shape;1421;p48"/>
          <p:cNvGrpSpPr/>
          <p:nvPr/>
        </p:nvGrpSpPr>
        <p:grpSpPr>
          <a:xfrm>
            <a:off x="8634338" y="3625356"/>
            <a:ext cx="351004" cy="164323"/>
            <a:chOff x="8634338" y="3625357"/>
            <a:chExt cx="683260" cy="91284"/>
          </a:xfrm>
        </p:grpSpPr>
        <p:cxnSp>
          <p:nvCxnSpPr>
            <p:cNvPr id="1422" name="Google Shape;1422;p48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23" name="Google Shape;1423;p48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424" name="Google Shape;1424;p48"/>
          <p:cNvGrpSpPr/>
          <p:nvPr/>
        </p:nvGrpSpPr>
        <p:grpSpPr>
          <a:xfrm>
            <a:off x="10420015" y="3625354"/>
            <a:ext cx="351004" cy="164323"/>
            <a:chOff x="8634338" y="3625357"/>
            <a:chExt cx="683260" cy="91284"/>
          </a:xfrm>
        </p:grpSpPr>
        <p:cxnSp>
          <p:nvCxnSpPr>
            <p:cNvPr id="1425" name="Google Shape;1425;p48"/>
            <p:cNvCxnSpPr/>
            <p:nvPr/>
          </p:nvCxnSpPr>
          <p:spPr>
            <a:xfrm flipH="1" rot="10800000">
              <a:off x="8641958" y="3625357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26" name="Google Shape;1426;p48"/>
            <p:cNvCxnSpPr/>
            <p:nvPr/>
          </p:nvCxnSpPr>
          <p:spPr>
            <a:xfrm flipH="1">
              <a:off x="8634338" y="3716640"/>
              <a:ext cx="675640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427" name="Google Shape;1427;p48"/>
          <p:cNvCxnSpPr>
            <a:stCxn id="1412" idx="3"/>
          </p:cNvCxnSpPr>
          <p:nvPr/>
        </p:nvCxnSpPr>
        <p:spPr>
          <a:xfrm>
            <a:off x="11986260" y="3692032"/>
            <a:ext cx="15300" cy="54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8" name="Google Shape;1428;p48"/>
          <p:cNvSpPr txBox="1"/>
          <p:nvPr/>
        </p:nvSpPr>
        <p:spPr>
          <a:xfrm>
            <a:off x="11515212" y="4160203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48"/>
          <p:cNvSpPr txBox="1"/>
          <p:nvPr/>
        </p:nvSpPr>
        <p:spPr>
          <a:xfrm>
            <a:off x="9705685" y="2251023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0" name="Google Shape;1430;p48"/>
          <p:cNvCxnSpPr>
            <a:stCxn id="1429" idx="2"/>
            <a:endCxn id="1410" idx="0"/>
          </p:cNvCxnSpPr>
          <p:nvPr/>
        </p:nvCxnSpPr>
        <p:spPr>
          <a:xfrm>
            <a:off x="9948348" y="2589577"/>
            <a:ext cx="1009200" cy="919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1" name="Google Shape;1431;p48"/>
          <p:cNvSpPr txBox="1"/>
          <p:nvPr/>
        </p:nvSpPr>
        <p:spPr>
          <a:xfrm>
            <a:off x="10751820" y="2240198"/>
            <a:ext cx="1013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newItem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2" name="Google Shape;1432;p48"/>
          <p:cNvCxnSpPr>
            <a:stCxn id="1431" idx="2"/>
          </p:cNvCxnSpPr>
          <p:nvPr/>
        </p:nvCxnSpPr>
        <p:spPr>
          <a:xfrm flipH="1">
            <a:off x="10970642" y="2578752"/>
            <a:ext cx="2877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Deletion is to remove a node from a list. It can also take place anywhere -- the first, last, or interior of a linked list.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To delete a node from a double linked list is easier than to delete a node from a linear linked list.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For deletion of a node in a single linked list, we have to search and find the predecessor of the discarded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in the double linked list, no such search is required.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Given the </a:t>
            </a:r>
            <a:r>
              <a:rPr b="1" lang="en-US"/>
              <a:t>address </a:t>
            </a:r>
            <a:r>
              <a:rPr lang="en-US"/>
              <a:t>(obtained from the </a:t>
            </a:r>
            <a:r>
              <a:rPr b="1" lang="en-US"/>
              <a:t>search function</a:t>
            </a:r>
            <a:r>
              <a:rPr lang="en-US"/>
              <a:t>) of the node that is to be deleted, the predecessor and successor nodes are immediately known</a:t>
            </a:r>
            <a:endParaRPr/>
          </a:p>
        </p:txBody>
      </p:sp>
      <p:sp>
        <p:nvSpPr>
          <p:cNvPr id="1438" name="Google Shape;1438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39" name="Google Shape;1439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40" name="Google Shape;1440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1" name="Google Shape;1441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955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First, let us check if the provided node is NULL. </a:t>
            </a:r>
            <a:endParaRPr/>
          </a:p>
          <a:p>
            <a:pPr indent="-229552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Next, let us check if the node is the first in the list (i.e., it has no previous node).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the node to be deleted </a:t>
            </a:r>
            <a:r>
              <a:rPr b="1" lang="en-US"/>
              <a:t>is the first node</a:t>
            </a:r>
            <a:r>
              <a:rPr lang="en-US"/>
              <a:t>, it sets the head of the list to be the next node.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If </a:t>
            </a:r>
            <a:r>
              <a:rPr b="1" lang="en-US"/>
              <a:t>it's not the first node</a:t>
            </a:r>
            <a:r>
              <a:rPr lang="en-US"/>
              <a:t>, the function sets the next pointer of the previous node to the node after the node to be deleted, effectively skipping over the node to be deleted in the list. </a:t>
            </a:r>
            <a:endParaRPr/>
          </a:p>
          <a:p>
            <a:pPr indent="-229552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Then we need to check whether there is a node </a:t>
            </a:r>
            <a:r>
              <a:rPr b="1" lang="en-US"/>
              <a:t>after the node to be deleted</a:t>
            </a:r>
            <a:r>
              <a:rPr lang="en-US"/>
              <a:t>.</a:t>
            </a:r>
            <a:endParaRPr/>
          </a:p>
          <a:p>
            <a:pPr indent="-229552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Finally, we need to free the target node from the memory.</a:t>
            </a:r>
            <a:endParaRPr/>
          </a:p>
        </p:txBody>
      </p:sp>
      <p:sp>
        <p:nvSpPr>
          <p:cNvPr id="1447" name="Google Shape;1447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48" name="Google Shape;1448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49" name="Google Shape;1449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0" name="Google Shape;1450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56" name="Google Shape;1456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57" name="Google Shape;1457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8" name="Google Shape;1458;p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459" name="Google Shape;145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65" name="Google Shape;1465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66" name="Google Shape;1466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7" name="Google Shape;1467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468" name="Google Shape;146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9" name="Google Shape;1469;p52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470" name="Google Shape;1470;p5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5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3" name="Google Shape;1473;p52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474" name="Google Shape;1474;p5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5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7" name="Google Shape;1477;p52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478" name="Google Shape;1478;p5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5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81" name="Google Shape;1481;p52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2" name="Google Shape;1482;p52"/>
          <p:cNvCxnSpPr>
            <a:stCxn id="1474" idx="1"/>
            <a:endCxn id="1472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3" name="Google Shape;1483;p52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4" name="Google Shape;1484;p52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5" name="Google Shape;1485;p52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6" name="Google Shape;1486;p52"/>
          <p:cNvCxnSpPr>
            <a:stCxn id="1485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7" name="Google Shape;1487;p52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8" name="Google Shape;1488;p52"/>
          <p:cNvCxnSpPr>
            <a:stCxn id="1487" idx="2"/>
            <a:endCxn id="1470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9" name="Google Shape;1489;p52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0" name="Google Shape;1490;p52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96" name="Google Shape;1496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97" name="Google Shape;1497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8" name="Google Shape;1498;p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499" name="Google Shape;149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0" name="Google Shape;1500;p53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501" name="Google Shape;1501;p5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5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5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4" name="Google Shape;1504;p53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505" name="Google Shape;1505;p5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5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5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8" name="Google Shape;1508;p53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509" name="Google Shape;1509;p5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5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5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12" name="Google Shape;1512;p53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3" name="Google Shape;1513;p53"/>
          <p:cNvCxnSpPr>
            <a:stCxn id="1505" idx="1"/>
            <a:endCxn id="1503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4" name="Google Shape;1514;p53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5" name="Google Shape;1515;p53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6" name="Google Shape;1516;p53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7" name="Google Shape;1517;p53"/>
          <p:cNvCxnSpPr>
            <a:stCxn id="1516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8" name="Google Shape;1518;p53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9" name="Google Shape;1519;p53"/>
          <p:cNvCxnSpPr>
            <a:stCxn id="1518" idx="2"/>
            <a:endCxn id="1501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0" name="Google Shape;1520;p53"/>
          <p:cNvSpPr/>
          <p:nvPr/>
        </p:nvSpPr>
        <p:spPr>
          <a:xfrm>
            <a:off x="565767" y="2002162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1" name="Google Shape;1521;p53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2" name="Google Shape;1522;p53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3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29" name="Google Shape;1529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30" name="Google Shape;1530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1" name="Google Shape;1531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532" name="Google Shape;15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3" name="Google Shape;1533;p54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534" name="Google Shape;1534;p5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5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7" name="Google Shape;1537;p54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538" name="Google Shape;1538;p5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5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5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1" name="Google Shape;1541;p54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542" name="Google Shape;1542;p5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5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5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45" name="Google Shape;1545;p54"/>
          <p:cNvCxnSpPr>
            <a:stCxn id="1538" idx="1"/>
            <a:endCxn id="1536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6" name="Google Shape;1546;p54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7" name="Google Shape;1547;p54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8" name="Google Shape;1548;p54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9" name="Google Shape;1549;p54"/>
          <p:cNvCxnSpPr>
            <a:stCxn id="1548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0" name="Google Shape;1550;p54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1" name="Google Shape;1551;p54"/>
          <p:cNvCxnSpPr>
            <a:stCxn id="1550" idx="2"/>
            <a:endCxn id="1534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2" name="Google Shape;1552;p54"/>
          <p:cNvSpPr/>
          <p:nvPr/>
        </p:nvSpPr>
        <p:spPr>
          <a:xfrm>
            <a:off x="565767" y="2002162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3" name="Google Shape;1553;p54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4" name="Google Shape;1554;p54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4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4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62" name="Google Shape;1562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63" name="Google Shape;1563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4" name="Google Shape;1564;p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565" name="Google Shape;156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6" name="Google Shape;1566;p55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567" name="Google Shape;1567;p5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5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5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0" name="Google Shape;1570;p55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571" name="Google Shape;1571;p5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5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5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4" name="Google Shape;1574;p55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575" name="Google Shape;1575;p5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5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5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78" name="Google Shape;1578;p55"/>
          <p:cNvCxnSpPr>
            <a:stCxn id="1571" idx="1"/>
            <a:endCxn id="1569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9" name="Google Shape;1579;p55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0" name="Google Shape;1580;p55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1" name="Google Shape;1581;p55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2" name="Google Shape;1582;p55"/>
          <p:cNvCxnSpPr>
            <a:stCxn id="1581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3" name="Google Shape;1583;p55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4" name="Google Shape;1584;p55"/>
          <p:cNvCxnSpPr>
            <a:stCxn id="1583" idx="2"/>
            <a:endCxn id="1567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5" name="Google Shape;1585;p55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6" name="Google Shape;1586;p55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5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5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94" name="Google Shape;1594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95" name="Google Shape;1595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6" name="Google Shape;1596;p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597" name="Google Shape;15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8" name="Google Shape;1598;p56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599" name="Google Shape;1599;p5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5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5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2" name="Google Shape;1602;p56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603" name="Google Shape;1603;p5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5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5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6" name="Google Shape;1606;p56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607" name="Google Shape;1607;p5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5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5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10" name="Google Shape;1610;p56"/>
          <p:cNvCxnSpPr>
            <a:stCxn id="1603" idx="1"/>
            <a:endCxn id="1601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1" name="Google Shape;1611;p56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2" name="Google Shape;1612;p56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13" name="Google Shape;1613;p56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4" name="Google Shape;1614;p56"/>
          <p:cNvCxnSpPr>
            <a:stCxn id="1613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15" name="Google Shape;1615;p56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6" name="Google Shape;1616;p56"/>
          <p:cNvCxnSpPr>
            <a:stCxn id="1615" idx="2"/>
            <a:endCxn id="1599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7" name="Google Shape;1617;p56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18" name="Google Shape;1618;p56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6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56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6"/>
          <p:cNvSpPr/>
          <p:nvPr/>
        </p:nvSpPr>
        <p:spPr>
          <a:xfrm rot="10800000">
            <a:off x="8148321" y="384531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27" name="Google Shape;1627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28" name="Google Shape;1628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9" name="Google Shape;1629;p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630" name="Google Shape;163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1" name="Google Shape;1631;p57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632" name="Google Shape;1632;p5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5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5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5" name="Google Shape;1635;p57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636" name="Google Shape;1636;p5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5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5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9" name="Google Shape;1639;p57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640" name="Google Shape;1640;p5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5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5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43" name="Google Shape;1643;p57"/>
          <p:cNvCxnSpPr>
            <a:stCxn id="1636" idx="1"/>
            <a:endCxn id="1634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4" name="Google Shape;1644;p57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5" name="Google Shape;1645;p57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6" name="Google Shape;1646;p57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7" name="Google Shape;1647;p57"/>
          <p:cNvCxnSpPr>
            <a:stCxn id="1646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8" name="Google Shape;1648;p57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9" name="Google Shape;1649;p57"/>
          <p:cNvCxnSpPr>
            <a:stCxn id="1648" idx="2"/>
            <a:endCxn id="1632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0" name="Google Shape;1650;p57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1" name="Google Shape;1651;p57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57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57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57"/>
          <p:cNvSpPr/>
          <p:nvPr/>
        </p:nvSpPr>
        <p:spPr>
          <a:xfrm rot="10800000">
            <a:off x="8148321" y="384531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57"/>
          <p:cNvSpPr/>
          <p:nvPr/>
        </p:nvSpPr>
        <p:spPr>
          <a:xfrm>
            <a:off x="417852" y="4073148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5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61" name="Google Shape;1661;p5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62" name="Google Shape;1662;p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3" name="Google Shape;1663;p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664" name="Google Shape;166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58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666" name="Google Shape;1666;p5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5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5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9" name="Google Shape;1669;p58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670" name="Google Shape;1670;p5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5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5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3" name="Google Shape;1673;p58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4" name="Google Shape;1674;p58"/>
          <p:cNvCxnSpPr>
            <a:stCxn id="1673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5" name="Google Shape;1675;p58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6" name="Google Shape;1676;p58"/>
          <p:cNvCxnSpPr>
            <a:stCxn id="1675" idx="2"/>
            <a:endCxn id="1666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7" name="Google Shape;1677;p58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58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58"/>
          <p:cNvSpPr/>
          <p:nvPr/>
        </p:nvSpPr>
        <p:spPr>
          <a:xfrm rot="10800000">
            <a:off x="8148321" y="384531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8"/>
          <p:cNvSpPr/>
          <p:nvPr/>
        </p:nvSpPr>
        <p:spPr>
          <a:xfrm>
            <a:off x="417852" y="4073148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86" name="Google Shape;1686;p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87" name="Google Shape;1687;p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8" name="Google Shape;1688;p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689" name="Google Shape;168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0" name="Google Shape;1690;p59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691" name="Google Shape;1691;p5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5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5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4" name="Google Shape;1694;p59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695" name="Google Shape;1695;p5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5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5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8" name="Google Shape;1698;p59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699" name="Google Shape;1699;p5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5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5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02" name="Google Shape;1702;p59"/>
          <p:cNvCxnSpPr>
            <a:stCxn id="1695" idx="1"/>
            <a:endCxn id="1693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3" name="Google Shape;1703;p59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4" name="Google Shape;1704;p59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05" name="Google Shape;1705;p59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6" name="Google Shape;1706;p59"/>
          <p:cNvCxnSpPr>
            <a:stCxn id="1705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07" name="Google Shape;1707;p59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8" name="Google Shape;1708;p59"/>
          <p:cNvCxnSpPr>
            <a:stCxn id="1707" idx="2"/>
            <a:endCxn id="1691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9" name="Google Shape;1709;p59"/>
          <p:cNvCxnSpPr/>
          <p:nvPr/>
        </p:nvCxnSpPr>
        <p:spPr>
          <a:xfrm rot="10800000">
            <a:off x="9339580" y="3885406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0" name="Google Shape;1710;p59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59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Successor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59"/>
          <p:cNvSpPr/>
          <p:nvPr/>
        </p:nvSpPr>
        <p:spPr>
          <a:xfrm>
            <a:off x="8286576" y="284243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59"/>
          <p:cNvSpPr/>
          <p:nvPr/>
        </p:nvSpPr>
        <p:spPr>
          <a:xfrm rot="10800000">
            <a:off x="8148321" y="3845317"/>
            <a:ext cx="2743199" cy="59707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59"/>
          <p:cNvSpPr/>
          <p:nvPr/>
        </p:nvSpPr>
        <p:spPr>
          <a:xfrm>
            <a:off x="565767" y="5781578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6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20" name="Google Shape;1720;p6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21" name="Google Shape;1721;p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2" name="Google Shape;1722;p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723" name="Google Shape;172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4" name="Google Shape;1724;p60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725" name="Google Shape;1725;p6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6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8" name="Google Shape;1728;p60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729" name="Google Shape;1729;p6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6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2" name="Google Shape;1732;p60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733" name="Google Shape;1733;p6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6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36" name="Google Shape;1736;p60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7" name="Google Shape;1737;p60"/>
          <p:cNvCxnSpPr>
            <a:stCxn id="1729" idx="1"/>
            <a:endCxn id="1727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8" name="Google Shape;1738;p60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9" name="Google Shape;1739;p60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0" name="Google Shape;1740;p60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1" name="Google Shape;1741;p60"/>
          <p:cNvCxnSpPr>
            <a:stCxn id="1740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2" name="Google Shape;1742;p60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3" name="Google Shape;1743;p60"/>
          <p:cNvCxnSpPr>
            <a:stCxn id="1742" idx="2"/>
            <a:endCxn id="1725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4" name="Google Shape;1744;p60"/>
          <p:cNvCxnSpPr>
            <a:endCxn id="1726" idx="2"/>
          </p:cNvCxnSpPr>
          <p:nvPr/>
        </p:nvCxnSpPr>
        <p:spPr>
          <a:xfrm rot="10800000">
            <a:off x="7688580" y="3794125"/>
            <a:ext cx="1704300" cy="153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5" name="Google Shape;1745;p60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0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2: It is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6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52" name="Google Shape;1752;p6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53" name="Google Shape;1753;p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4" name="Google Shape;1754;p6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755" name="Google Shape;175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6" name="Google Shape;1756;p61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757" name="Google Shape;1757;p6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6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0" name="Google Shape;1760;p61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761" name="Google Shape;1761;p6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6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4" name="Google Shape;1764;p61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765" name="Google Shape;1765;p61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61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1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68" name="Google Shape;1768;p61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9" name="Google Shape;1769;p61"/>
          <p:cNvCxnSpPr>
            <a:stCxn id="1761" idx="1"/>
            <a:endCxn id="1759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0" name="Google Shape;1770;p61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1" name="Google Shape;1771;p61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2" name="Google Shape;1772;p61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3" name="Google Shape;1773;p61"/>
          <p:cNvCxnSpPr>
            <a:stCxn id="1772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4" name="Google Shape;1774;p61"/>
          <p:cNvSpPr txBox="1"/>
          <p:nvPr/>
        </p:nvSpPr>
        <p:spPr>
          <a:xfrm>
            <a:off x="7828296" y="250764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5" name="Google Shape;1775;p61"/>
          <p:cNvCxnSpPr>
            <a:stCxn id="1774" idx="2"/>
          </p:cNvCxnSpPr>
          <p:nvPr/>
        </p:nvCxnSpPr>
        <p:spPr>
          <a:xfrm>
            <a:off x="8205582" y="284619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6" name="Google Shape;1776;p61"/>
          <p:cNvCxnSpPr>
            <a:endCxn id="1758" idx="2"/>
          </p:cNvCxnSpPr>
          <p:nvPr/>
        </p:nvCxnSpPr>
        <p:spPr>
          <a:xfrm rot="10800000">
            <a:off x="7688580" y="3794125"/>
            <a:ext cx="1704300" cy="153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7" name="Google Shape;1777;p61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61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2: It is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61"/>
          <p:cNvSpPr/>
          <p:nvPr/>
        </p:nvSpPr>
        <p:spPr>
          <a:xfrm>
            <a:off x="603843" y="2922297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6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85" name="Google Shape;1785;p6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86" name="Google Shape;1786;p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7" name="Google Shape;1787;p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788" name="Google Shape;178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9" name="Google Shape;1789;p62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790" name="Google Shape;1790;p6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6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3" name="Google Shape;1793;p62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794" name="Google Shape;1794;p6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6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7" name="Google Shape;1797;p62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798" name="Google Shape;1798;p62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62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2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01" name="Google Shape;1801;p62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2" name="Google Shape;1802;p62"/>
          <p:cNvCxnSpPr>
            <a:stCxn id="1794" idx="1"/>
            <a:endCxn id="1792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3" name="Google Shape;1803;p62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4" name="Google Shape;1804;p62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5" name="Google Shape;1805;p62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6" name="Google Shape;1806;p62"/>
          <p:cNvCxnSpPr>
            <a:stCxn id="1805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7" name="Google Shape;1807;p62"/>
          <p:cNvSpPr txBox="1"/>
          <p:nvPr/>
        </p:nvSpPr>
        <p:spPr>
          <a:xfrm>
            <a:off x="7828296" y="250764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8" name="Google Shape;1808;p62"/>
          <p:cNvCxnSpPr>
            <a:stCxn id="1807" idx="2"/>
          </p:cNvCxnSpPr>
          <p:nvPr/>
        </p:nvCxnSpPr>
        <p:spPr>
          <a:xfrm>
            <a:off x="8205582" y="284619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9" name="Google Shape;1809;p62"/>
          <p:cNvCxnSpPr>
            <a:endCxn id="1791" idx="2"/>
          </p:cNvCxnSpPr>
          <p:nvPr/>
        </p:nvCxnSpPr>
        <p:spPr>
          <a:xfrm rot="10800000">
            <a:off x="7688580" y="3794125"/>
            <a:ext cx="1704300" cy="153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0" name="Google Shape;1810;p62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62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62"/>
          <p:cNvSpPr/>
          <p:nvPr/>
        </p:nvSpPr>
        <p:spPr>
          <a:xfrm>
            <a:off x="417852" y="4044842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6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18" name="Google Shape;1818;p6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19" name="Google Shape;1819;p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0" name="Google Shape;1820;p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821" name="Google Shape;182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2" name="Google Shape;1822;p63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823" name="Google Shape;1823;p6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6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6" name="Google Shape;1826;p63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827" name="Google Shape;1827;p6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6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6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0" name="Google Shape;1830;p63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831" name="Google Shape;1831;p63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63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63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34" name="Google Shape;1834;p63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5" name="Google Shape;1835;p63"/>
          <p:cNvCxnSpPr>
            <a:stCxn id="1827" idx="1"/>
          </p:cNvCxnSpPr>
          <p:nvPr/>
        </p:nvCxnSpPr>
        <p:spPr>
          <a:xfrm flipH="1">
            <a:off x="8582740" y="3611562"/>
            <a:ext cx="398700" cy="33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6" name="Google Shape;1836;p63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7" name="Google Shape;1837;p63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8" name="Google Shape;1838;p63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63"/>
          <p:cNvCxnSpPr>
            <a:stCxn id="1838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40" name="Google Shape;1840;p63"/>
          <p:cNvSpPr txBox="1"/>
          <p:nvPr/>
        </p:nvSpPr>
        <p:spPr>
          <a:xfrm>
            <a:off x="7828296" y="250764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1" name="Google Shape;1841;p63"/>
          <p:cNvCxnSpPr>
            <a:stCxn id="1840" idx="2"/>
          </p:cNvCxnSpPr>
          <p:nvPr/>
        </p:nvCxnSpPr>
        <p:spPr>
          <a:xfrm>
            <a:off x="8205582" y="284619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2" name="Google Shape;1842;p63"/>
          <p:cNvCxnSpPr>
            <a:endCxn id="1824" idx="2"/>
          </p:cNvCxnSpPr>
          <p:nvPr/>
        </p:nvCxnSpPr>
        <p:spPr>
          <a:xfrm rot="10800000">
            <a:off x="7688580" y="3794125"/>
            <a:ext cx="1704300" cy="153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43" name="Google Shape;1843;p63"/>
          <p:cNvSpPr txBox="1"/>
          <p:nvPr/>
        </p:nvSpPr>
        <p:spPr>
          <a:xfrm>
            <a:off x="9100379" y="5353657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63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63"/>
          <p:cNvSpPr/>
          <p:nvPr/>
        </p:nvSpPr>
        <p:spPr>
          <a:xfrm>
            <a:off x="417852" y="4044842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63"/>
          <p:cNvSpPr txBox="1"/>
          <p:nvPr/>
        </p:nvSpPr>
        <p:spPr>
          <a:xfrm>
            <a:off x="8257818" y="3930837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6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52" name="Google Shape;1852;p6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53" name="Google Shape;1853;p6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4" name="Google Shape;1854;p6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855" name="Google Shape;185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6" name="Google Shape;1856;p64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857" name="Google Shape;1857;p6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6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6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0" name="Google Shape;1860;p64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861" name="Google Shape;1861;p64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64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64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64" name="Google Shape;1864;p64"/>
          <p:cNvCxnSpPr>
            <a:stCxn id="1857" idx="1"/>
          </p:cNvCxnSpPr>
          <p:nvPr/>
        </p:nvCxnSpPr>
        <p:spPr>
          <a:xfrm flipH="1">
            <a:off x="8582740" y="3611562"/>
            <a:ext cx="398700" cy="33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5" name="Google Shape;1865;p64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6" name="Google Shape;1866;p64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67" name="Google Shape;1867;p64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8" name="Google Shape;1868;p64"/>
          <p:cNvCxnSpPr>
            <a:stCxn id="1867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69" name="Google Shape;1869;p64"/>
          <p:cNvSpPr txBox="1"/>
          <p:nvPr/>
        </p:nvSpPr>
        <p:spPr>
          <a:xfrm>
            <a:off x="7828296" y="2507640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0" name="Google Shape;1870;p64"/>
          <p:cNvCxnSpPr>
            <a:stCxn id="1869" idx="2"/>
          </p:cNvCxnSpPr>
          <p:nvPr/>
        </p:nvCxnSpPr>
        <p:spPr>
          <a:xfrm>
            <a:off x="8205582" y="2846194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1" name="Google Shape;1871;p64"/>
          <p:cNvSpPr/>
          <p:nvPr/>
        </p:nvSpPr>
        <p:spPr>
          <a:xfrm>
            <a:off x="6167285" y="1120481"/>
            <a:ext cx="58661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64"/>
          <p:cNvSpPr/>
          <p:nvPr/>
        </p:nvSpPr>
        <p:spPr>
          <a:xfrm>
            <a:off x="377611" y="5598338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64"/>
          <p:cNvSpPr txBox="1"/>
          <p:nvPr/>
        </p:nvSpPr>
        <p:spPr>
          <a:xfrm>
            <a:off x="8257818" y="3930837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6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79" name="Google Shape;1879;p6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80" name="Google Shape;1880;p6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1" name="Google Shape;1881;p6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882" name="Google Shape;188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3" name="Google Shape;1883;p65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884" name="Google Shape;1884;p6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7" name="Google Shape;1887;p65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888" name="Google Shape;1888;p6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1" name="Google Shape;1891;p65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892" name="Google Shape;1892;p65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95" name="Google Shape;1895;p65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6" name="Google Shape;1896;p65"/>
          <p:cNvCxnSpPr>
            <a:stCxn id="1888" idx="1"/>
            <a:endCxn id="1886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7" name="Google Shape;1897;p65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8" name="Google Shape;1898;p65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9" name="Google Shape;1899;p65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0" name="Google Shape;1900;p65"/>
          <p:cNvCxnSpPr>
            <a:stCxn id="1899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1" name="Google Shape;1901;p65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2" name="Google Shape;1902;p65"/>
          <p:cNvCxnSpPr>
            <a:stCxn id="1901" idx="2"/>
            <a:endCxn id="1884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3" name="Google Shape;1903;p65"/>
          <p:cNvCxnSpPr/>
          <p:nvPr/>
        </p:nvCxnSpPr>
        <p:spPr>
          <a:xfrm rot="10800000">
            <a:off x="11206394" y="3794123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4" name="Google Shape;1904;p65"/>
          <p:cNvSpPr txBox="1"/>
          <p:nvPr/>
        </p:nvSpPr>
        <p:spPr>
          <a:xfrm>
            <a:off x="10967193" y="5262374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65"/>
          <p:cNvSpPr txBox="1"/>
          <p:nvPr/>
        </p:nvSpPr>
        <p:spPr>
          <a:xfrm>
            <a:off x="7122448" y="778711"/>
            <a:ext cx="46948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6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11" name="Google Shape;1911;p6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12" name="Google Shape;1912;p6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3" name="Google Shape;1913;p6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914" name="Google Shape;19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5" name="Google Shape;1915;p66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916" name="Google Shape;1916;p6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6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9" name="Google Shape;1919;p66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920" name="Google Shape;1920;p6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6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3" name="Google Shape;1923;p66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924" name="Google Shape;1924;p66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66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6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27" name="Google Shape;1927;p66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8" name="Google Shape;1928;p66"/>
          <p:cNvCxnSpPr>
            <a:stCxn id="1920" idx="1"/>
            <a:endCxn id="1918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9" name="Google Shape;1929;p66"/>
          <p:cNvCxnSpPr/>
          <p:nvPr/>
        </p:nvCxnSpPr>
        <p:spPr>
          <a:xfrm flipH="1" rot="10800000">
            <a:off x="10236200" y="3520278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0" name="Google Shape;1930;p66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1" name="Google Shape;1931;p66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2" name="Google Shape;1932;p66"/>
          <p:cNvCxnSpPr>
            <a:stCxn id="1931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3" name="Google Shape;1933;p66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4" name="Google Shape;1934;p66"/>
          <p:cNvCxnSpPr>
            <a:stCxn id="1933" idx="2"/>
            <a:endCxn id="1916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5" name="Google Shape;1935;p66"/>
          <p:cNvCxnSpPr/>
          <p:nvPr/>
        </p:nvCxnSpPr>
        <p:spPr>
          <a:xfrm rot="10800000">
            <a:off x="11206394" y="3794123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6" name="Google Shape;1936;p66"/>
          <p:cNvSpPr txBox="1"/>
          <p:nvPr/>
        </p:nvSpPr>
        <p:spPr>
          <a:xfrm>
            <a:off x="10967193" y="5262374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66"/>
          <p:cNvSpPr txBox="1"/>
          <p:nvPr/>
        </p:nvSpPr>
        <p:spPr>
          <a:xfrm>
            <a:off x="7122448" y="778711"/>
            <a:ext cx="46948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66"/>
          <p:cNvSpPr/>
          <p:nvPr/>
        </p:nvSpPr>
        <p:spPr>
          <a:xfrm>
            <a:off x="441285" y="2102150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9" name="Google Shape;1939;p66"/>
          <p:cNvCxnSpPr>
            <a:stCxn id="1926" idx="3"/>
          </p:cNvCxnSpPr>
          <p:nvPr/>
        </p:nvCxnSpPr>
        <p:spPr>
          <a:xfrm flipH="1">
            <a:off x="12059800" y="3611561"/>
            <a:ext cx="106800" cy="65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40" name="Google Shape;1940;p66"/>
          <p:cNvSpPr txBox="1"/>
          <p:nvPr/>
        </p:nvSpPr>
        <p:spPr>
          <a:xfrm>
            <a:off x="11587308" y="4156987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6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46" name="Google Shape;1946;p6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47" name="Google Shape;1947;p6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8" name="Google Shape;1948;p6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949" name="Google Shape;194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0" name="Google Shape;1950;p67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951" name="Google Shape;1951;p6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6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6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4" name="Google Shape;1954;p67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955" name="Google Shape;1955;p6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6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6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8" name="Google Shape;1958;p67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959" name="Google Shape;1959;p67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67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67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2" name="Google Shape;1962;p67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3" name="Google Shape;1963;p67"/>
          <p:cNvCxnSpPr>
            <a:stCxn id="1955" idx="1"/>
            <a:endCxn id="1953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4" name="Google Shape;1964;p67"/>
          <p:cNvCxnSpPr/>
          <p:nvPr/>
        </p:nvCxnSpPr>
        <p:spPr>
          <a:xfrm flipH="1" rot="10800000">
            <a:off x="10236200" y="2997724"/>
            <a:ext cx="730993" cy="52255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5" name="Google Shape;1965;p67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6" name="Google Shape;1966;p67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7" name="Google Shape;1967;p67"/>
          <p:cNvCxnSpPr>
            <a:stCxn id="1966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8" name="Google Shape;1968;p67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67"/>
          <p:cNvCxnSpPr>
            <a:stCxn id="1968" idx="2"/>
            <a:endCxn id="1951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0" name="Google Shape;1970;p67"/>
          <p:cNvCxnSpPr/>
          <p:nvPr/>
        </p:nvCxnSpPr>
        <p:spPr>
          <a:xfrm rot="10800000">
            <a:off x="11206394" y="3794123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1" name="Google Shape;1971;p67"/>
          <p:cNvSpPr txBox="1"/>
          <p:nvPr/>
        </p:nvSpPr>
        <p:spPr>
          <a:xfrm>
            <a:off x="10967193" y="5262374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67"/>
          <p:cNvSpPr txBox="1"/>
          <p:nvPr/>
        </p:nvSpPr>
        <p:spPr>
          <a:xfrm>
            <a:off x="7122448" y="778711"/>
            <a:ext cx="46948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the first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67"/>
          <p:cNvSpPr/>
          <p:nvPr/>
        </p:nvSpPr>
        <p:spPr>
          <a:xfrm>
            <a:off x="441285" y="2102150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4" name="Google Shape;1974;p67"/>
          <p:cNvCxnSpPr>
            <a:stCxn id="1961" idx="3"/>
          </p:cNvCxnSpPr>
          <p:nvPr/>
        </p:nvCxnSpPr>
        <p:spPr>
          <a:xfrm flipH="1">
            <a:off x="12059800" y="3611561"/>
            <a:ext cx="106800" cy="65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5" name="Google Shape;1975;p67"/>
          <p:cNvSpPr txBox="1"/>
          <p:nvPr/>
        </p:nvSpPr>
        <p:spPr>
          <a:xfrm>
            <a:off x="11587308" y="4156987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67"/>
          <p:cNvSpPr txBox="1"/>
          <p:nvPr/>
        </p:nvSpPr>
        <p:spPr>
          <a:xfrm>
            <a:off x="10811331" y="2766045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6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82" name="Google Shape;1982;p6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83" name="Google Shape;1983;p6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4" name="Google Shape;1984;p6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1985" name="Google Shape;19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6" name="Google Shape;1986;p68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1987" name="Google Shape;1987;p6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6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6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0" name="Google Shape;1990;p68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1991" name="Google Shape;1991;p6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6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6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4" name="Google Shape;1994;p68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1995" name="Google Shape;1995;p68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68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68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98" name="Google Shape;1998;p68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99" name="Google Shape;1999;p68"/>
          <p:cNvCxnSpPr>
            <a:stCxn id="1991" idx="1"/>
            <a:endCxn id="1989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0" name="Google Shape;2000;p68"/>
          <p:cNvCxnSpPr/>
          <p:nvPr/>
        </p:nvCxnSpPr>
        <p:spPr>
          <a:xfrm flipH="1" rot="10800000">
            <a:off x="10236200" y="2997724"/>
            <a:ext cx="730993" cy="52255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1" name="Google Shape;2001;p68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02" name="Google Shape;2002;p68"/>
          <p:cNvSpPr txBox="1"/>
          <p:nvPr/>
        </p:nvSpPr>
        <p:spPr>
          <a:xfrm>
            <a:off x="11817257" y="2159727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3" name="Google Shape;2003;p68"/>
          <p:cNvCxnSpPr>
            <a:stCxn id="2002" idx="2"/>
          </p:cNvCxnSpPr>
          <p:nvPr/>
        </p:nvCxnSpPr>
        <p:spPr>
          <a:xfrm flipH="1">
            <a:off x="11508520" y="2498281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04" name="Google Shape;2004;p68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5" name="Google Shape;2005;p68"/>
          <p:cNvCxnSpPr>
            <a:stCxn id="2004" idx="2"/>
            <a:endCxn id="1987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6" name="Google Shape;2006;p68"/>
          <p:cNvCxnSpPr/>
          <p:nvPr/>
        </p:nvCxnSpPr>
        <p:spPr>
          <a:xfrm rot="10800000">
            <a:off x="11206394" y="3794123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07" name="Google Shape;2007;p68"/>
          <p:cNvSpPr txBox="1"/>
          <p:nvPr/>
        </p:nvSpPr>
        <p:spPr>
          <a:xfrm>
            <a:off x="10967193" y="5262374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68"/>
          <p:cNvSpPr/>
          <p:nvPr/>
        </p:nvSpPr>
        <p:spPr>
          <a:xfrm>
            <a:off x="377611" y="4821573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9" name="Google Shape;2009;p68"/>
          <p:cNvCxnSpPr>
            <a:stCxn id="1997" idx="3"/>
          </p:cNvCxnSpPr>
          <p:nvPr/>
        </p:nvCxnSpPr>
        <p:spPr>
          <a:xfrm flipH="1">
            <a:off x="12059800" y="3611561"/>
            <a:ext cx="106800" cy="65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10" name="Google Shape;2010;p68"/>
          <p:cNvSpPr txBox="1"/>
          <p:nvPr/>
        </p:nvSpPr>
        <p:spPr>
          <a:xfrm>
            <a:off x="11587308" y="4156987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68"/>
          <p:cNvSpPr txBox="1"/>
          <p:nvPr/>
        </p:nvSpPr>
        <p:spPr>
          <a:xfrm>
            <a:off x="10811331" y="2766045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68"/>
          <p:cNvSpPr txBox="1"/>
          <p:nvPr/>
        </p:nvSpPr>
        <p:spPr>
          <a:xfrm>
            <a:off x="6022158" y="752776"/>
            <a:ext cx="616984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6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18" name="Google Shape;2018;p6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19" name="Google Shape;2019;p6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0" name="Google Shape;2020;p6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2021" name="Google Shape;202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2" name="Google Shape;2022;p69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2023" name="Google Shape;2023;p6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6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6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6" name="Google Shape;2026;p69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2027" name="Google Shape;2027;p6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6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6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0" name="Google Shape;2030;p69"/>
          <p:cNvGrpSpPr/>
          <p:nvPr/>
        </p:nvGrpSpPr>
        <p:grpSpPr>
          <a:xfrm>
            <a:off x="10932160" y="3428998"/>
            <a:ext cx="1234440" cy="365125"/>
            <a:chOff x="8610600" y="1737360"/>
            <a:chExt cx="1234440" cy="365125"/>
          </a:xfrm>
        </p:grpSpPr>
        <p:sp>
          <p:nvSpPr>
            <p:cNvPr id="2031" name="Google Shape;2031;p69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69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69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34" name="Google Shape;2034;p69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5" name="Google Shape;2035;p69"/>
          <p:cNvCxnSpPr>
            <a:stCxn id="2027" idx="1"/>
            <a:endCxn id="2025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6" name="Google Shape;2036;p69"/>
          <p:cNvCxnSpPr/>
          <p:nvPr/>
        </p:nvCxnSpPr>
        <p:spPr>
          <a:xfrm flipH="1" rot="10800000">
            <a:off x="10236200" y="2997724"/>
            <a:ext cx="730993" cy="52255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7" name="Google Shape;2037;p69"/>
          <p:cNvCxnSpPr/>
          <p:nvPr/>
        </p:nvCxnSpPr>
        <p:spPr>
          <a:xfrm flipH="1">
            <a:off x="10228580" y="3611561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8" name="Google Shape;2038;p69"/>
          <p:cNvSpPr txBox="1"/>
          <p:nvPr/>
        </p:nvSpPr>
        <p:spPr>
          <a:xfrm>
            <a:off x="9984054" y="2140302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9" name="Google Shape;2039;p69"/>
          <p:cNvCxnSpPr>
            <a:stCxn id="2038" idx="2"/>
          </p:cNvCxnSpPr>
          <p:nvPr/>
        </p:nvCxnSpPr>
        <p:spPr>
          <a:xfrm flipH="1">
            <a:off x="9675317" y="2478856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40" name="Google Shape;2040;p69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1" name="Google Shape;2041;p69"/>
          <p:cNvCxnSpPr>
            <a:stCxn id="2040" idx="2"/>
            <a:endCxn id="2023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2" name="Google Shape;2042;p69"/>
          <p:cNvCxnSpPr/>
          <p:nvPr/>
        </p:nvCxnSpPr>
        <p:spPr>
          <a:xfrm rot="10800000">
            <a:off x="11206394" y="3794123"/>
            <a:ext cx="53340" cy="14478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43" name="Google Shape;2043;p69"/>
          <p:cNvSpPr txBox="1"/>
          <p:nvPr/>
        </p:nvSpPr>
        <p:spPr>
          <a:xfrm>
            <a:off x="10967193" y="5262374"/>
            <a:ext cx="13297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targetNode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69"/>
          <p:cNvSpPr/>
          <p:nvPr/>
        </p:nvSpPr>
        <p:spPr>
          <a:xfrm>
            <a:off x="377611" y="4821573"/>
            <a:ext cx="5749433" cy="738478"/>
          </a:xfrm>
          <a:prstGeom prst="rect">
            <a:avLst/>
          </a:prstGeom>
          <a:solidFill>
            <a:srgbClr val="ED7D31">
              <a:alpha val="20000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5" name="Google Shape;2045;p69"/>
          <p:cNvCxnSpPr>
            <a:stCxn id="2033" idx="3"/>
          </p:cNvCxnSpPr>
          <p:nvPr/>
        </p:nvCxnSpPr>
        <p:spPr>
          <a:xfrm flipH="1">
            <a:off x="12059800" y="3611561"/>
            <a:ext cx="106800" cy="65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46" name="Google Shape;2046;p69"/>
          <p:cNvSpPr txBox="1"/>
          <p:nvPr/>
        </p:nvSpPr>
        <p:spPr>
          <a:xfrm>
            <a:off x="11587308" y="4156987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69"/>
          <p:cNvSpPr txBox="1"/>
          <p:nvPr/>
        </p:nvSpPr>
        <p:spPr>
          <a:xfrm>
            <a:off x="10811331" y="2766045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69"/>
          <p:cNvSpPr txBox="1"/>
          <p:nvPr/>
        </p:nvSpPr>
        <p:spPr>
          <a:xfrm>
            <a:off x="6022158" y="752776"/>
            <a:ext cx="616984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7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54" name="Google Shape;2054;p7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55" name="Google Shape;2055;p7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6" name="Google Shape;2056;p7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Delete A Target Node</a:t>
            </a:r>
            <a:endParaRPr/>
          </a:p>
        </p:txBody>
      </p:sp>
      <p:pic>
        <p:nvPicPr>
          <p:cNvPr id="2057" name="Google Shape;205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828675"/>
            <a:ext cx="7014210" cy="56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8" name="Google Shape;2058;p70"/>
          <p:cNvGrpSpPr/>
          <p:nvPr/>
        </p:nvGrpSpPr>
        <p:grpSpPr>
          <a:xfrm>
            <a:off x="7071360" y="3429000"/>
            <a:ext cx="1234440" cy="365125"/>
            <a:chOff x="8610600" y="1737360"/>
            <a:chExt cx="1234440" cy="365125"/>
          </a:xfrm>
        </p:grpSpPr>
        <p:sp>
          <p:nvSpPr>
            <p:cNvPr id="2059" name="Google Shape;2059;p7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7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7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2" name="Google Shape;2062;p70"/>
          <p:cNvGrpSpPr/>
          <p:nvPr/>
        </p:nvGrpSpPr>
        <p:grpSpPr>
          <a:xfrm>
            <a:off x="8981440" y="3428999"/>
            <a:ext cx="1234440" cy="365125"/>
            <a:chOff x="8610600" y="1737360"/>
            <a:chExt cx="1234440" cy="365125"/>
          </a:xfrm>
        </p:grpSpPr>
        <p:sp>
          <p:nvSpPr>
            <p:cNvPr id="2063" name="Google Shape;2063;p70"/>
            <p:cNvSpPr/>
            <p:nvPr/>
          </p:nvSpPr>
          <p:spPr>
            <a:xfrm>
              <a:off x="861060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70"/>
            <p:cNvSpPr/>
            <p:nvPr/>
          </p:nvSpPr>
          <p:spPr>
            <a:xfrm>
              <a:off x="9022080" y="1737360"/>
              <a:ext cx="411480" cy="365125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70"/>
            <p:cNvSpPr/>
            <p:nvPr/>
          </p:nvSpPr>
          <p:spPr>
            <a:xfrm>
              <a:off x="9433560" y="1737360"/>
              <a:ext cx="411480" cy="36512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66" name="Google Shape;2066;p70"/>
          <p:cNvCxnSpPr/>
          <p:nvPr/>
        </p:nvCxnSpPr>
        <p:spPr>
          <a:xfrm flipH="1" rot="10800000">
            <a:off x="8313420" y="3520279"/>
            <a:ext cx="675640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7" name="Google Shape;2067;p70"/>
          <p:cNvCxnSpPr>
            <a:stCxn id="2063" idx="1"/>
            <a:endCxn id="2061" idx="3"/>
          </p:cNvCxnSpPr>
          <p:nvPr/>
        </p:nvCxnSpPr>
        <p:spPr>
          <a:xfrm rot="10800000">
            <a:off x="8305840" y="3611562"/>
            <a:ext cx="67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8" name="Google Shape;2068;p70"/>
          <p:cNvCxnSpPr/>
          <p:nvPr/>
        </p:nvCxnSpPr>
        <p:spPr>
          <a:xfrm flipH="1" rot="10800000">
            <a:off x="10236200" y="2997724"/>
            <a:ext cx="730993" cy="52255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9" name="Google Shape;2069;p70"/>
          <p:cNvSpPr txBox="1"/>
          <p:nvPr/>
        </p:nvSpPr>
        <p:spPr>
          <a:xfrm>
            <a:off x="9984054" y="2140302"/>
            <a:ext cx="4853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0" name="Google Shape;2070;p70"/>
          <p:cNvCxnSpPr>
            <a:stCxn id="2069" idx="2"/>
          </p:cNvCxnSpPr>
          <p:nvPr/>
        </p:nvCxnSpPr>
        <p:spPr>
          <a:xfrm flipH="1">
            <a:off x="9675317" y="2478856"/>
            <a:ext cx="551400" cy="930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1" name="Google Shape;2071;p70"/>
          <p:cNvSpPr txBox="1"/>
          <p:nvPr/>
        </p:nvSpPr>
        <p:spPr>
          <a:xfrm>
            <a:off x="5937914" y="2571363"/>
            <a:ext cx="7545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2" name="Google Shape;2072;p70"/>
          <p:cNvCxnSpPr>
            <a:stCxn id="2071" idx="2"/>
            <a:endCxn id="2059" idx="0"/>
          </p:cNvCxnSpPr>
          <p:nvPr/>
        </p:nvCxnSpPr>
        <p:spPr>
          <a:xfrm>
            <a:off x="6315200" y="2909917"/>
            <a:ext cx="961800" cy="5190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3" name="Google Shape;2073;p70"/>
          <p:cNvSpPr txBox="1"/>
          <p:nvPr/>
        </p:nvSpPr>
        <p:spPr>
          <a:xfrm>
            <a:off x="10811331" y="2766045"/>
            <a:ext cx="65313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70"/>
          <p:cNvSpPr txBox="1"/>
          <p:nvPr/>
        </p:nvSpPr>
        <p:spPr>
          <a:xfrm>
            <a:off x="6022158" y="752776"/>
            <a:ext cx="616984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Successor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Case 1: It is 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7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b="1" lang="en-US"/>
              <a:t>Advantages over singly linked list: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 DLL can be traversed in both forward and backward direction.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quickly insert a new node before a given node.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delete operation in DLL is more efficient if pointer to the node to be deleted is given. ○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In singly linked list, to delete a node, pointer to the previous node is needed. To get this previous node, sometimes the list is traversed. In DLL, we can get the previous node using ‘prev’ pointer.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b="1" lang="en-US"/>
              <a:t>Disadvantages over singly linked list: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Every node of DLL require extra space for an previous pointer.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All operations require an extra pointer ‘prev’ to be maintained. </a:t>
            </a:r>
            <a:endParaRPr/>
          </a:p>
        </p:txBody>
      </p:sp>
      <p:sp>
        <p:nvSpPr>
          <p:cNvPr id="2080" name="Google Shape;2080;p7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81" name="Google Shape;2081;p7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82" name="Google Shape;2082;p7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3" name="Google Shape;2083;p7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Advantages/Disadvantages of Doubly Linked List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7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CIRCULAR LINKED LIST</a:t>
            </a:r>
            <a:endParaRPr/>
          </a:p>
        </p:txBody>
      </p:sp>
      <p:sp>
        <p:nvSpPr>
          <p:cNvPr id="2089" name="Google Shape;2089;p7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090" name="Google Shape;2090;p7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91" name="Google Shape;2091;p7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92" name="Google Shape;2092;p7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7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 circular linked list every element has a link to its next element and the last element has a link to the first element. </a:t>
            </a:r>
            <a:endParaRPr/>
          </a:p>
        </p:txBody>
      </p:sp>
      <p:sp>
        <p:nvSpPr>
          <p:cNvPr id="2098" name="Google Shape;2098;p7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99" name="Google Shape;2099;p7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00" name="Google Shape;2100;p7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1" name="Google Shape;2101;p7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Circular Linked List</a:t>
            </a:r>
            <a:endParaRPr/>
          </a:p>
        </p:txBody>
      </p:sp>
      <p:pic>
        <p:nvPicPr>
          <p:cNvPr id="2102" name="Google Shape;21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1140" y="2618673"/>
            <a:ext cx="9189720" cy="301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7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To implement a circular singly linked list, we take a global pointer that points to the </a:t>
            </a:r>
            <a:r>
              <a:rPr b="1" lang="en-US"/>
              <a:t>last node </a:t>
            </a:r>
            <a:r>
              <a:rPr i="1" lang="en-US"/>
              <a:t>instead</a:t>
            </a:r>
            <a:r>
              <a:rPr lang="en-US"/>
              <a:t> of the </a:t>
            </a:r>
            <a:r>
              <a:rPr b="1" lang="en-US"/>
              <a:t>Head node</a:t>
            </a:r>
            <a:r>
              <a:rPr lang="en-US"/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Why 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For the insertion at the beginning, the whole list has to be traversed.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Also, for insertion at the end, the whole list has to be traversed.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If we take a pointer to the last node, then in both cases there won’t be any need to traverse the whole list.</a:t>
            </a:r>
            <a:endParaRPr/>
          </a:p>
        </p:txBody>
      </p:sp>
      <p:sp>
        <p:nvSpPr>
          <p:cNvPr id="2108" name="Google Shape;2108;p7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09" name="Google Shape;2109;p7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10" name="Google Shape;2110;p7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1" name="Google Shape;2111;p7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7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17" name="Google Shape;2117;p7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18" name="Google Shape;2118;p7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9" name="Google Shape;2119;p7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pic>
        <p:nvPicPr>
          <p:cNvPr id="2120" name="Google Shape;212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1465434"/>
            <a:ext cx="11353800" cy="3998259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77"/>
          <p:cNvSpPr txBox="1"/>
          <p:nvPr/>
        </p:nvSpPr>
        <p:spPr>
          <a:xfrm>
            <a:off x="838200" y="1096102"/>
            <a:ext cx="20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BEGINNING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7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27" name="Google Shape;2127;p7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28" name="Google Shape;2128;p7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9" name="Google Shape;2129;p7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pic>
        <p:nvPicPr>
          <p:cNvPr id="2130" name="Google Shape;213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1465434"/>
            <a:ext cx="11353800" cy="3998259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78"/>
          <p:cNvSpPr txBox="1"/>
          <p:nvPr/>
        </p:nvSpPr>
        <p:spPr>
          <a:xfrm>
            <a:off x="838200" y="1096100"/>
            <a:ext cx="227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beginning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7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780872"/>
            <a:ext cx="10515600" cy="36839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7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38" name="Google Shape;2138;p7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39" name="Google Shape;2139;p7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0" name="Google Shape;2140;p7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sp>
        <p:nvSpPr>
          <p:cNvPr id="2141" name="Google Shape;2141;p75"/>
          <p:cNvSpPr txBox="1"/>
          <p:nvPr/>
        </p:nvSpPr>
        <p:spPr>
          <a:xfrm>
            <a:off x="838200" y="1242646"/>
            <a:ext cx="1323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6" name="Google Shape;2146;p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780872"/>
            <a:ext cx="10515600" cy="3683906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7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48" name="Google Shape;2148;p7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49" name="Google Shape;2149;p7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0" name="Google Shape;2150;p7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sp>
        <p:nvSpPr>
          <p:cNvPr id="2151" name="Google Shape;2151;p76"/>
          <p:cNvSpPr txBox="1"/>
          <p:nvPr/>
        </p:nvSpPr>
        <p:spPr>
          <a:xfrm>
            <a:off x="838200" y="1242646"/>
            <a:ext cx="1323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7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57" name="Google Shape;2157;p7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58" name="Google Shape;2158;p7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9" name="Google Shape;2159;p7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pic>
        <p:nvPicPr>
          <p:cNvPr id="2160" name="Google Shape;216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7124"/>
            <a:ext cx="12192000" cy="44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79"/>
          <p:cNvSpPr txBox="1"/>
          <p:nvPr/>
        </p:nvSpPr>
        <p:spPr>
          <a:xfrm>
            <a:off x="838200" y="121528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AFTER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8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67" name="Google Shape;2167;p8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68" name="Google Shape;2168;p8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69" name="Google Shape;2169;p8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0" name="Google Shape;2170;p8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SINGLE CIRCULAR LINKED LIST</a:t>
            </a:r>
            <a:endParaRPr/>
          </a:p>
        </p:txBody>
      </p:sp>
      <p:pic>
        <p:nvPicPr>
          <p:cNvPr id="2171" name="Google Shape;217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42213"/>
            <a:ext cx="7554850" cy="48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8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Advantages: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Linked List is dynamic data structure, that is, the Linked List grows dynamically.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Insertion into Linked Lists and deletion from Linked Lists are very fast (O(1) time considering that search took place ).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Disadvantages: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Linked List is a sequential access data structure.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Searching an element by pointers is very slow (O(n) time)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Linked List is a suitable structure when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 lot of insertions and deletions are required.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 small number of searching and retrieval are required.</a:t>
            </a:r>
            <a:endParaRPr/>
          </a:p>
        </p:txBody>
      </p:sp>
      <p:sp>
        <p:nvSpPr>
          <p:cNvPr id="2177" name="Google Shape;2177;p8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78" name="Google Shape;2178;p8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79" name="Google Shape;2179;p8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0" name="Google Shape;2180;p8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Summary of Linked Lists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8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186" name="Google Shape;2186;p8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87" name="Google Shape;2187;p8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88" name="Google Shape;2188;p8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89" name="Google Shape;2189;p8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