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1"/>
  </p:notesMasterIdLst>
  <p:sldIdLst>
    <p:sldId id="256" r:id="rId2"/>
    <p:sldId id="278" r:id="rId3"/>
    <p:sldId id="279" r:id="rId4"/>
    <p:sldId id="280" r:id="rId5"/>
    <p:sldId id="281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336" r:id="rId58"/>
    <p:sldId id="337" r:id="rId59"/>
    <p:sldId id="338" r:id="rId60"/>
    <p:sldId id="339" r:id="rId61"/>
    <p:sldId id="340" r:id="rId62"/>
    <p:sldId id="341" r:id="rId63"/>
    <p:sldId id="342" r:id="rId64"/>
    <p:sldId id="343" r:id="rId65"/>
    <p:sldId id="344" r:id="rId66"/>
    <p:sldId id="345" r:id="rId67"/>
    <p:sldId id="346" r:id="rId68"/>
    <p:sldId id="347" r:id="rId69"/>
    <p:sldId id="348" r:id="rId70"/>
    <p:sldId id="349" r:id="rId71"/>
    <p:sldId id="350" r:id="rId72"/>
    <p:sldId id="351" r:id="rId73"/>
    <p:sldId id="352" r:id="rId74"/>
    <p:sldId id="353" r:id="rId75"/>
    <p:sldId id="354" r:id="rId76"/>
    <p:sldId id="355" r:id="rId77"/>
    <p:sldId id="356" r:id="rId78"/>
    <p:sldId id="357" r:id="rId79"/>
    <p:sldId id="358" r:id="rId80"/>
    <p:sldId id="359" r:id="rId81"/>
    <p:sldId id="360" r:id="rId82"/>
    <p:sldId id="361" r:id="rId83"/>
    <p:sldId id="362" r:id="rId84"/>
    <p:sldId id="363" r:id="rId85"/>
    <p:sldId id="364" r:id="rId86"/>
    <p:sldId id="365" r:id="rId87"/>
    <p:sldId id="366" r:id="rId88"/>
    <p:sldId id="367" r:id="rId89"/>
    <p:sldId id="368" r:id="rId90"/>
    <p:sldId id="369" r:id="rId91"/>
    <p:sldId id="370" r:id="rId92"/>
    <p:sldId id="371" r:id="rId93"/>
    <p:sldId id="372" r:id="rId94"/>
    <p:sldId id="373" r:id="rId95"/>
    <p:sldId id="374" r:id="rId96"/>
    <p:sldId id="375" r:id="rId97"/>
    <p:sldId id="376" r:id="rId98"/>
    <p:sldId id="377" r:id="rId99"/>
    <p:sldId id="378" r:id="rId100"/>
    <p:sldId id="380" r:id="rId101"/>
    <p:sldId id="381" r:id="rId102"/>
    <p:sldId id="382" r:id="rId103"/>
    <p:sldId id="383" r:id="rId104"/>
    <p:sldId id="384" r:id="rId105"/>
    <p:sldId id="385" r:id="rId106"/>
    <p:sldId id="379" r:id="rId107"/>
    <p:sldId id="386" r:id="rId108"/>
    <p:sldId id="387" r:id="rId109"/>
    <p:sldId id="277" r:id="rId1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3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69F5A4-1736-4EB5-8F26-58C9E8689D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A6B17-9D39-45B6-94B3-CF01C2A4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91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5400" b="1" dirty="0">
                <a:solidFill>
                  <a:schemeClr val="accent2"/>
                </a:solidFill>
                <a:latin typeface="Times New Roman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None/>
              <a:def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5617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56017" y="6492875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8017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1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8717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27909"/>
            <a:ext cx="10515600" cy="4949054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noFill/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2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1366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en-US" sz="5400" b="1" cap="all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lang="en-US" sz="3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1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098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347537"/>
            <a:ext cx="5181600" cy="4829426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347537"/>
            <a:ext cx="5181600" cy="4829426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3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417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5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405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5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2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46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1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Fall,2025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Asif Abrar, Dept of CSE, UIU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6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Single Linked List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71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37D6FA-032F-48B9-8142-6F552BE53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linked list is a linear collection of data elements (called nodes), where the linear order is given by means of pointers. </a:t>
            </a:r>
          </a:p>
          <a:p>
            <a:r>
              <a:rPr lang="en-US" dirty="0"/>
              <a:t>Each node is divided into 2 parts: </a:t>
            </a:r>
          </a:p>
          <a:p>
            <a:pPr lvl="1"/>
            <a:r>
              <a:rPr lang="en-US" dirty="0"/>
              <a:t>1st part contains the information of the element. </a:t>
            </a:r>
          </a:p>
          <a:p>
            <a:pPr lvl="1"/>
            <a:r>
              <a:rPr lang="en-US" dirty="0"/>
              <a:t>2nd part is called the link field or next pointer field which contains the address of the next node in the list. struct node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94110D-8C74-4E5C-A82C-5BA1C8A85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7E82B7-7C8B-49DF-A73C-F21803CF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201C3-89E1-4004-8B71-F30107099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832BEF3-6710-4AA9-8537-C80D92B9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Linked List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0C78A6-FD03-4139-BA7E-9CBA7DF64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692" y="4401366"/>
            <a:ext cx="5905500" cy="1228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D21F7C-D35E-47E3-8713-10B8E7176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27" y="4350419"/>
            <a:ext cx="4320546" cy="135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37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924D5C-9C61-4EAA-B898-1CC18FC80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Insert:</a:t>
            </a:r>
            <a:r>
              <a:rPr lang="en-US" dirty="0"/>
              <a:t> Add a new node in the first, last or interior of the list. </a:t>
            </a:r>
          </a:p>
          <a:p>
            <a:r>
              <a:rPr lang="en-US" b="1" dirty="0"/>
              <a:t>Delete:</a:t>
            </a:r>
            <a:r>
              <a:rPr lang="en-US" dirty="0"/>
              <a:t> Delete a node from the first, last or interior of the list. </a:t>
            </a:r>
          </a:p>
          <a:p>
            <a:r>
              <a:rPr lang="en-US" b="1" dirty="0"/>
              <a:t>Search:</a:t>
            </a:r>
            <a:r>
              <a:rPr lang="en-US" dirty="0"/>
              <a:t> Search a node containing particular value in the linked list.</a:t>
            </a:r>
          </a:p>
          <a:p>
            <a:r>
              <a:rPr lang="en-US" b="1" dirty="0"/>
              <a:t>Print : </a:t>
            </a:r>
            <a:r>
              <a:rPr lang="en-US" dirty="0"/>
              <a:t>Print the entire linked list</a:t>
            </a:r>
            <a:endParaRPr lang="en-US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0E6FC-54A1-46E7-87EC-74FE691C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9ADEAB-FBFB-44BB-A7C9-F901D2D1A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AA23F-ECCC-4B6E-90BD-08C31408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66212D6-6144-43CB-B627-0E5B0785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Linked List</a:t>
            </a:r>
          </a:p>
        </p:txBody>
      </p:sp>
    </p:spTree>
    <p:extLst>
      <p:ext uri="{BB962C8B-B14F-4D97-AF65-F5344CB8AC3E}">
        <p14:creationId xmlns:p14="http://schemas.microsoft.com/office/powerpoint/2010/main" val="792061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CA3056-B789-484E-AADA-F8D280F70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a new item or node, we at first need to make that node.</a:t>
            </a:r>
          </a:p>
          <a:p>
            <a:r>
              <a:rPr lang="en-US" dirty="0"/>
              <a:t>Then it is to be inserted either at the beginning, or at the end, or after some particular value.</a:t>
            </a:r>
          </a:p>
          <a:p>
            <a:r>
              <a:rPr lang="en-US" b="1" dirty="0"/>
              <a:t>Before proceeding, </a:t>
            </a:r>
            <a:r>
              <a:rPr lang="en-US" dirty="0"/>
              <a:t>take a good look at the linked list we just saw.</a:t>
            </a:r>
            <a:endParaRPr lang="en-US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EA657-6FE0-4889-AFA4-F12B627E5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BA913-14CE-4EE4-8508-4261F3CE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08EF9-35CE-4D44-BBCB-59421ADCC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A666FA-7365-4AA6-A7DD-9A70ED9CF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EFFA63-B57B-45CE-96A5-9FC7D1F4B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698" y="4071582"/>
            <a:ext cx="590550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00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beginning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CAF12-D9A3-487B-8895-0E9ED92F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2" y="1452516"/>
            <a:ext cx="6719703" cy="436366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68777-9511-4F48-9EE5-C2AEF6C2973C}"/>
              </a:ext>
            </a:extLst>
          </p:cNvPr>
          <p:cNvGrpSpPr/>
          <p:nvPr/>
        </p:nvGrpSpPr>
        <p:grpSpPr>
          <a:xfrm>
            <a:off x="7793139" y="2535447"/>
            <a:ext cx="1817803" cy="604730"/>
            <a:chOff x="7701699" y="2460396"/>
            <a:chExt cx="1817803" cy="60473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BD1C0F-0313-42AE-8820-6EC1946576C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642278-674C-4278-A850-201853A23C7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4C7454-2E60-48A6-A09E-432DB48CC9E5}"/>
              </a:ext>
            </a:extLst>
          </p:cNvPr>
          <p:cNvCxnSpPr>
            <a:stCxn id="10" idx="3"/>
          </p:cNvCxnSpPr>
          <p:nvPr/>
        </p:nvCxnSpPr>
        <p:spPr>
          <a:xfrm flipV="1">
            <a:off x="9610942" y="282587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1934D9-ACA7-4C47-9E7D-2AC8CA39A885}"/>
              </a:ext>
            </a:extLst>
          </p:cNvPr>
          <p:cNvSpPr txBox="1"/>
          <p:nvPr/>
        </p:nvSpPr>
        <p:spPr>
          <a:xfrm>
            <a:off x="7701699" y="1348740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82B7D4-EF3A-4D0B-8884-271F056D6404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 flipH="1">
            <a:off x="8247590" y="1718072"/>
            <a:ext cx="1118" cy="8173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3159119-F55E-44A2-B5CC-AB710D155531}"/>
              </a:ext>
            </a:extLst>
          </p:cNvPr>
          <p:cNvSpPr/>
          <p:nvPr/>
        </p:nvSpPr>
        <p:spPr>
          <a:xfrm>
            <a:off x="163642" y="2020079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07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beginning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CAF12-D9A3-487B-8895-0E9ED92F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2" y="1452516"/>
            <a:ext cx="6719703" cy="436366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68777-9511-4F48-9EE5-C2AEF6C2973C}"/>
              </a:ext>
            </a:extLst>
          </p:cNvPr>
          <p:cNvGrpSpPr/>
          <p:nvPr/>
        </p:nvGrpSpPr>
        <p:grpSpPr>
          <a:xfrm>
            <a:off x="7793139" y="2535447"/>
            <a:ext cx="1817803" cy="604730"/>
            <a:chOff x="7701699" y="2460396"/>
            <a:chExt cx="1817803" cy="60473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BD1C0F-0313-42AE-8820-6EC1946576C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642278-674C-4278-A850-201853A23C7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4C7454-2E60-48A6-A09E-432DB48CC9E5}"/>
              </a:ext>
            </a:extLst>
          </p:cNvPr>
          <p:cNvCxnSpPr>
            <a:stCxn id="10" idx="3"/>
          </p:cNvCxnSpPr>
          <p:nvPr/>
        </p:nvCxnSpPr>
        <p:spPr>
          <a:xfrm flipV="1">
            <a:off x="9610942" y="282587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1934D9-ACA7-4C47-9E7D-2AC8CA39A885}"/>
              </a:ext>
            </a:extLst>
          </p:cNvPr>
          <p:cNvSpPr txBox="1"/>
          <p:nvPr/>
        </p:nvSpPr>
        <p:spPr>
          <a:xfrm>
            <a:off x="7701699" y="1348740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82B7D4-EF3A-4D0B-8884-271F056D6404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 flipH="1">
            <a:off x="8247590" y="1718072"/>
            <a:ext cx="1118" cy="8173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rrow: Right 1">
            <a:extLst>
              <a:ext uri="{FF2B5EF4-FFF2-40B4-BE49-F238E27FC236}">
                <a16:creationId xmlns:a16="http://schemas.microsoft.com/office/drawing/2014/main" id="{E20780C7-0191-457C-B16D-3F85DE2173A3}"/>
              </a:ext>
            </a:extLst>
          </p:cNvPr>
          <p:cNvSpPr/>
          <p:nvPr/>
        </p:nvSpPr>
        <p:spPr>
          <a:xfrm>
            <a:off x="232222" y="2612511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4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beginning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CAF12-D9A3-487B-8895-0E9ED92F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2" y="1452516"/>
            <a:ext cx="6719703" cy="436366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68777-9511-4F48-9EE5-C2AEF6C2973C}"/>
              </a:ext>
            </a:extLst>
          </p:cNvPr>
          <p:cNvGrpSpPr/>
          <p:nvPr/>
        </p:nvGrpSpPr>
        <p:grpSpPr>
          <a:xfrm>
            <a:off x="7793139" y="2535447"/>
            <a:ext cx="1817803" cy="604730"/>
            <a:chOff x="7701699" y="2460396"/>
            <a:chExt cx="1817803" cy="60473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BD1C0F-0313-42AE-8820-6EC1946576C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642278-674C-4278-A850-201853A23C7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4C7454-2E60-48A6-A09E-432DB48CC9E5}"/>
              </a:ext>
            </a:extLst>
          </p:cNvPr>
          <p:cNvCxnSpPr>
            <a:stCxn id="10" idx="3"/>
          </p:cNvCxnSpPr>
          <p:nvPr/>
        </p:nvCxnSpPr>
        <p:spPr>
          <a:xfrm flipV="1">
            <a:off x="9610942" y="282587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1934D9-ACA7-4C47-9E7D-2AC8CA39A885}"/>
              </a:ext>
            </a:extLst>
          </p:cNvPr>
          <p:cNvSpPr txBox="1"/>
          <p:nvPr/>
        </p:nvSpPr>
        <p:spPr>
          <a:xfrm>
            <a:off x="7701699" y="1348740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82B7D4-EF3A-4D0B-8884-271F056D6404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 flipH="1">
            <a:off x="8247590" y="1718072"/>
            <a:ext cx="1118" cy="8173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rrow: Right 1">
            <a:extLst>
              <a:ext uri="{FF2B5EF4-FFF2-40B4-BE49-F238E27FC236}">
                <a16:creationId xmlns:a16="http://schemas.microsoft.com/office/drawing/2014/main" id="{E20780C7-0191-457C-B16D-3F85DE2173A3}"/>
              </a:ext>
            </a:extLst>
          </p:cNvPr>
          <p:cNvSpPr/>
          <p:nvPr/>
        </p:nvSpPr>
        <p:spPr>
          <a:xfrm>
            <a:off x="224602" y="2837812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DACFC-3C7D-41FF-BE56-5C2423DCDE59}"/>
              </a:ext>
            </a:extLst>
          </p:cNvPr>
          <p:cNvSpPr/>
          <p:nvPr/>
        </p:nvSpPr>
        <p:spPr>
          <a:xfrm>
            <a:off x="10180320" y="2641205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326237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beginning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CAF12-D9A3-487B-8895-0E9ED92F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2" y="1452516"/>
            <a:ext cx="6719703" cy="436366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68777-9511-4F48-9EE5-C2AEF6C2973C}"/>
              </a:ext>
            </a:extLst>
          </p:cNvPr>
          <p:cNvGrpSpPr/>
          <p:nvPr/>
        </p:nvGrpSpPr>
        <p:grpSpPr>
          <a:xfrm>
            <a:off x="7793139" y="2535447"/>
            <a:ext cx="1817803" cy="604730"/>
            <a:chOff x="7701699" y="2460396"/>
            <a:chExt cx="1817803" cy="60473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BD1C0F-0313-42AE-8820-6EC1946576C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642278-674C-4278-A850-201853A23C7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4C7454-2E60-48A6-A09E-432DB48CC9E5}"/>
              </a:ext>
            </a:extLst>
          </p:cNvPr>
          <p:cNvCxnSpPr>
            <a:stCxn id="10" idx="3"/>
          </p:cNvCxnSpPr>
          <p:nvPr/>
        </p:nvCxnSpPr>
        <p:spPr>
          <a:xfrm flipV="1">
            <a:off x="9610942" y="282587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1934D9-ACA7-4C47-9E7D-2AC8CA39A885}"/>
              </a:ext>
            </a:extLst>
          </p:cNvPr>
          <p:cNvSpPr txBox="1"/>
          <p:nvPr/>
        </p:nvSpPr>
        <p:spPr>
          <a:xfrm>
            <a:off x="7701699" y="1348740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82B7D4-EF3A-4D0B-8884-271F056D6404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 flipH="1">
            <a:off x="8247590" y="1718072"/>
            <a:ext cx="1118" cy="8173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rrow: Right 1">
            <a:extLst>
              <a:ext uri="{FF2B5EF4-FFF2-40B4-BE49-F238E27FC236}">
                <a16:creationId xmlns:a16="http://schemas.microsoft.com/office/drawing/2014/main" id="{E20780C7-0191-457C-B16D-3F85DE2173A3}"/>
              </a:ext>
            </a:extLst>
          </p:cNvPr>
          <p:cNvSpPr/>
          <p:nvPr/>
        </p:nvSpPr>
        <p:spPr>
          <a:xfrm>
            <a:off x="216982" y="3710189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DACFC-3C7D-41FF-BE56-5C2423DCDE59}"/>
              </a:ext>
            </a:extLst>
          </p:cNvPr>
          <p:cNvSpPr/>
          <p:nvPr/>
        </p:nvSpPr>
        <p:spPr>
          <a:xfrm>
            <a:off x="10180320" y="2641205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C369F-1A9E-4301-B1D0-39C99E066A0F}"/>
              </a:ext>
            </a:extLst>
          </p:cNvPr>
          <p:cNvSpPr txBox="1"/>
          <p:nvPr/>
        </p:nvSpPr>
        <p:spPr>
          <a:xfrm>
            <a:off x="7745113" y="3447537"/>
            <a:ext cx="2237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1: LIST IS EMPTY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A5DA28-B9E2-409C-B9FD-5DE925B77114}"/>
              </a:ext>
            </a:extLst>
          </p:cNvPr>
          <p:cNvSpPr/>
          <p:nvPr/>
        </p:nvSpPr>
        <p:spPr>
          <a:xfrm>
            <a:off x="7745113" y="3939563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F94694-F6B8-4C1B-A546-CF4BC79E2819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8399459" y="4124229"/>
            <a:ext cx="1036851" cy="3539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693327A-652C-4CB4-86C7-84391E890795}"/>
              </a:ext>
            </a:extLst>
          </p:cNvPr>
          <p:cNvSpPr/>
          <p:nvPr/>
        </p:nvSpPr>
        <p:spPr>
          <a:xfrm>
            <a:off x="9330256" y="4293513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967341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beginning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CAF12-D9A3-487B-8895-0E9ED92F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2" y="1452516"/>
            <a:ext cx="6719703" cy="436366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68777-9511-4F48-9EE5-C2AEF6C2973C}"/>
              </a:ext>
            </a:extLst>
          </p:cNvPr>
          <p:cNvGrpSpPr/>
          <p:nvPr/>
        </p:nvGrpSpPr>
        <p:grpSpPr>
          <a:xfrm>
            <a:off x="7793139" y="2535447"/>
            <a:ext cx="1817803" cy="604730"/>
            <a:chOff x="7701699" y="2460396"/>
            <a:chExt cx="1817803" cy="60473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BD1C0F-0313-42AE-8820-6EC1946576C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642278-674C-4278-A850-201853A23C7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4C7454-2E60-48A6-A09E-432DB48CC9E5}"/>
              </a:ext>
            </a:extLst>
          </p:cNvPr>
          <p:cNvCxnSpPr>
            <a:stCxn id="10" idx="3"/>
          </p:cNvCxnSpPr>
          <p:nvPr/>
        </p:nvCxnSpPr>
        <p:spPr>
          <a:xfrm flipV="1">
            <a:off x="9610942" y="282587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1934D9-ACA7-4C47-9E7D-2AC8CA39A885}"/>
              </a:ext>
            </a:extLst>
          </p:cNvPr>
          <p:cNvSpPr txBox="1"/>
          <p:nvPr/>
        </p:nvSpPr>
        <p:spPr>
          <a:xfrm>
            <a:off x="7701699" y="1348740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82B7D4-EF3A-4D0B-8884-271F056D6404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 flipH="1">
            <a:off x="8247590" y="1718072"/>
            <a:ext cx="1118" cy="8173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rrow: Right 1">
            <a:extLst>
              <a:ext uri="{FF2B5EF4-FFF2-40B4-BE49-F238E27FC236}">
                <a16:creationId xmlns:a16="http://schemas.microsoft.com/office/drawing/2014/main" id="{E20780C7-0191-457C-B16D-3F85DE2173A3}"/>
              </a:ext>
            </a:extLst>
          </p:cNvPr>
          <p:cNvSpPr/>
          <p:nvPr/>
        </p:nvSpPr>
        <p:spPr>
          <a:xfrm>
            <a:off x="645701" y="3939563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DACFC-3C7D-41FF-BE56-5C2423DCDE59}"/>
              </a:ext>
            </a:extLst>
          </p:cNvPr>
          <p:cNvSpPr/>
          <p:nvPr/>
        </p:nvSpPr>
        <p:spPr>
          <a:xfrm>
            <a:off x="10180320" y="2641205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C369F-1A9E-4301-B1D0-39C99E066A0F}"/>
              </a:ext>
            </a:extLst>
          </p:cNvPr>
          <p:cNvSpPr txBox="1"/>
          <p:nvPr/>
        </p:nvSpPr>
        <p:spPr>
          <a:xfrm>
            <a:off x="7745113" y="3447537"/>
            <a:ext cx="2237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1: LIST IS EMPTY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A5DA28-B9E2-409C-B9FD-5DE925B77114}"/>
              </a:ext>
            </a:extLst>
          </p:cNvPr>
          <p:cNvSpPr/>
          <p:nvPr/>
        </p:nvSpPr>
        <p:spPr>
          <a:xfrm>
            <a:off x="7762659" y="3861577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F94694-F6B8-4C1B-A546-CF4BC79E2819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>
            <a:off x="8417005" y="4046243"/>
            <a:ext cx="193595" cy="8233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E861AB-CAF7-4A6E-B3BA-CFEB9D4A8641}"/>
              </a:ext>
            </a:extLst>
          </p:cNvPr>
          <p:cNvGrpSpPr/>
          <p:nvPr/>
        </p:nvGrpSpPr>
        <p:grpSpPr>
          <a:xfrm>
            <a:off x="8610600" y="4567277"/>
            <a:ext cx="1817803" cy="604730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925830-0336-4A22-BE33-CDDB7869B11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80D2D86-EEA8-4B4A-9F7B-6FFBC458DBF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6A1068-9507-411C-BA86-50FEBD5F48AC}"/>
              </a:ext>
            </a:extLst>
          </p:cNvPr>
          <p:cNvCxnSpPr>
            <a:stCxn id="22" idx="3"/>
          </p:cNvCxnSpPr>
          <p:nvPr/>
        </p:nvCxnSpPr>
        <p:spPr>
          <a:xfrm flipV="1">
            <a:off x="10428403" y="485770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7CE8183-5225-4801-9A5B-24CC55268A7C}"/>
              </a:ext>
            </a:extLst>
          </p:cNvPr>
          <p:cNvSpPr/>
          <p:nvPr/>
        </p:nvSpPr>
        <p:spPr>
          <a:xfrm>
            <a:off x="10997781" y="4673035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6C6B7A-76B0-4443-BA4C-F4C07CCC211F}"/>
              </a:ext>
            </a:extLst>
          </p:cNvPr>
          <p:cNvSpPr txBox="1"/>
          <p:nvPr/>
        </p:nvSpPr>
        <p:spPr>
          <a:xfrm>
            <a:off x="9982200" y="3844087"/>
            <a:ext cx="1094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D981ED1-6001-41FA-A48E-60AFC6609486}"/>
              </a:ext>
            </a:extLst>
          </p:cNvPr>
          <p:cNvCxnSpPr>
            <a:cxnSpLocks/>
            <a:stCxn id="26" idx="2"/>
            <a:endCxn id="21" idx="0"/>
          </p:cNvCxnSpPr>
          <p:nvPr/>
        </p:nvCxnSpPr>
        <p:spPr>
          <a:xfrm flipH="1">
            <a:off x="9065051" y="4213419"/>
            <a:ext cx="1464158" cy="3538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222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beginning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CAF12-D9A3-487B-8895-0E9ED92F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2" y="1452516"/>
            <a:ext cx="6719703" cy="4363667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E20780C7-0191-457C-B16D-3F85DE2173A3}"/>
              </a:ext>
            </a:extLst>
          </p:cNvPr>
          <p:cNvSpPr/>
          <p:nvPr/>
        </p:nvSpPr>
        <p:spPr>
          <a:xfrm>
            <a:off x="163642" y="1760243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C369F-1A9E-4301-B1D0-39C99E066A0F}"/>
              </a:ext>
            </a:extLst>
          </p:cNvPr>
          <p:cNvSpPr txBox="1"/>
          <p:nvPr/>
        </p:nvSpPr>
        <p:spPr>
          <a:xfrm>
            <a:off x="7697739" y="999148"/>
            <a:ext cx="342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2: LIST IS NO LONGER EMPTY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A5DA28-B9E2-409C-B9FD-5DE925B77114}"/>
              </a:ext>
            </a:extLst>
          </p:cNvPr>
          <p:cNvSpPr/>
          <p:nvPr/>
        </p:nvSpPr>
        <p:spPr>
          <a:xfrm>
            <a:off x="7762659" y="3861577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F94694-F6B8-4C1B-A546-CF4BC79E2819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>
            <a:off x="8417005" y="4046243"/>
            <a:ext cx="193595" cy="8233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E861AB-CAF7-4A6E-B3BA-CFEB9D4A8641}"/>
              </a:ext>
            </a:extLst>
          </p:cNvPr>
          <p:cNvGrpSpPr/>
          <p:nvPr/>
        </p:nvGrpSpPr>
        <p:grpSpPr>
          <a:xfrm>
            <a:off x="8610600" y="4567277"/>
            <a:ext cx="1817803" cy="604730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925830-0336-4A22-BE33-CDDB7869B11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80D2D86-EEA8-4B4A-9F7B-6FFBC458DBF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6A1068-9507-411C-BA86-50FEBD5F48AC}"/>
              </a:ext>
            </a:extLst>
          </p:cNvPr>
          <p:cNvCxnSpPr>
            <a:stCxn id="22" idx="3"/>
          </p:cNvCxnSpPr>
          <p:nvPr/>
        </p:nvCxnSpPr>
        <p:spPr>
          <a:xfrm flipV="1">
            <a:off x="10428403" y="485770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7CE8183-5225-4801-9A5B-24CC55268A7C}"/>
              </a:ext>
            </a:extLst>
          </p:cNvPr>
          <p:cNvSpPr/>
          <p:nvPr/>
        </p:nvSpPr>
        <p:spPr>
          <a:xfrm>
            <a:off x="10997781" y="4673035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555618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beginning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CAF12-D9A3-487B-8895-0E9ED92F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2" y="1452516"/>
            <a:ext cx="6719703" cy="4363667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E20780C7-0191-457C-B16D-3F85DE2173A3}"/>
              </a:ext>
            </a:extLst>
          </p:cNvPr>
          <p:cNvSpPr/>
          <p:nvPr/>
        </p:nvSpPr>
        <p:spPr>
          <a:xfrm>
            <a:off x="163642" y="2837812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C369F-1A9E-4301-B1D0-39C99E066A0F}"/>
              </a:ext>
            </a:extLst>
          </p:cNvPr>
          <p:cNvSpPr txBox="1"/>
          <p:nvPr/>
        </p:nvSpPr>
        <p:spPr>
          <a:xfrm>
            <a:off x="7654768" y="1060136"/>
            <a:ext cx="342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2: LIST IS NO LONGER EMPTY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A5DA28-B9E2-409C-B9FD-5DE925B77114}"/>
              </a:ext>
            </a:extLst>
          </p:cNvPr>
          <p:cNvSpPr/>
          <p:nvPr/>
        </p:nvSpPr>
        <p:spPr>
          <a:xfrm>
            <a:off x="7762659" y="3861577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F94694-F6B8-4C1B-A546-CF4BC79E2819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>
            <a:off x="8417005" y="4046243"/>
            <a:ext cx="193595" cy="8233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E861AB-CAF7-4A6E-B3BA-CFEB9D4A8641}"/>
              </a:ext>
            </a:extLst>
          </p:cNvPr>
          <p:cNvGrpSpPr/>
          <p:nvPr/>
        </p:nvGrpSpPr>
        <p:grpSpPr>
          <a:xfrm>
            <a:off x="8610600" y="4567277"/>
            <a:ext cx="1817803" cy="604730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925830-0336-4A22-BE33-CDDB7869B11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80D2D86-EEA8-4B4A-9F7B-6FFBC458DBF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6A1068-9507-411C-BA86-50FEBD5F48AC}"/>
              </a:ext>
            </a:extLst>
          </p:cNvPr>
          <p:cNvCxnSpPr>
            <a:stCxn id="22" idx="3"/>
          </p:cNvCxnSpPr>
          <p:nvPr/>
        </p:nvCxnSpPr>
        <p:spPr>
          <a:xfrm flipV="1">
            <a:off x="10428403" y="485770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7CE8183-5225-4801-9A5B-24CC55268A7C}"/>
              </a:ext>
            </a:extLst>
          </p:cNvPr>
          <p:cNvSpPr/>
          <p:nvPr/>
        </p:nvSpPr>
        <p:spPr>
          <a:xfrm>
            <a:off x="10997781" y="4673035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35E528-62FD-466B-9A56-B7459FD89FC4}"/>
              </a:ext>
            </a:extLst>
          </p:cNvPr>
          <p:cNvGrpSpPr/>
          <p:nvPr/>
        </p:nvGrpSpPr>
        <p:grpSpPr>
          <a:xfrm>
            <a:off x="7793139" y="2535447"/>
            <a:ext cx="1817803" cy="604730"/>
            <a:chOff x="7701699" y="2460396"/>
            <a:chExt cx="1817803" cy="60473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E7DE03-8C97-487D-8C14-56F441BA9E6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2F58F3F-F8D1-493B-87BA-B0E451E9344C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E0F6AC-26CE-41F7-91B3-9A68B2409A40}"/>
              </a:ext>
            </a:extLst>
          </p:cNvPr>
          <p:cNvCxnSpPr>
            <a:stCxn id="25" idx="3"/>
          </p:cNvCxnSpPr>
          <p:nvPr/>
        </p:nvCxnSpPr>
        <p:spPr>
          <a:xfrm flipV="1">
            <a:off x="9610942" y="282587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F3B98CF-8CAF-4E95-8F46-C55DCB9D6704}"/>
              </a:ext>
            </a:extLst>
          </p:cNvPr>
          <p:cNvSpPr txBox="1"/>
          <p:nvPr/>
        </p:nvSpPr>
        <p:spPr>
          <a:xfrm>
            <a:off x="7701699" y="1348740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A9F5728-6903-4026-815A-B85494BB61CC}"/>
              </a:ext>
            </a:extLst>
          </p:cNvPr>
          <p:cNvCxnSpPr>
            <a:cxnSpLocks/>
            <a:stCxn id="29" idx="2"/>
            <a:endCxn id="19" idx="0"/>
          </p:cNvCxnSpPr>
          <p:nvPr/>
        </p:nvCxnSpPr>
        <p:spPr>
          <a:xfrm flipH="1">
            <a:off x="8247590" y="1718072"/>
            <a:ext cx="1118" cy="8173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E149A5C-5E12-4FA9-B6EF-9477516524BB}"/>
              </a:ext>
            </a:extLst>
          </p:cNvPr>
          <p:cNvSpPr/>
          <p:nvPr/>
        </p:nvSpPr>
        <p:spPr>
          <a:xfrm>
            <a:off x="10180320" y="2641205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475185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beginning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CAF12-D9A3-487B-8895-0E9ED92F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2" y="1452516"/>
            <a:ext cx="6719703" cy="4363667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E20780C7-0191-457C-B16D-3F85DE2173A3}"/>
              </a:ext>
            </a:extLst>
          </p:cNvPr>
          <p:cNvSpPr/>
          <p:nvPr/>
        </p:nvSpPr>
        <p:spPr>
          <a:xfrm>
            <a:off x="163642" y="3630727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C369F-1A9E-4301-B1D0-39C99E066A0F}"/>
              </a:ext>
            </a:extLst>
          </p:cNvPr>
          <p:cNvSpPr txBox="1"/>
          <p:nvPr/>
        </p:nvSpPr>
        <p:spPr>
          <a:xfrm>
            <a:off x="7654768" y="1060136"/>
            <a:ext cx="342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2: LIST IS NO LONGER EMPTY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A5DA28-B9E2-409C-B9FD-5DE925B77114}"/>
              </a:ext>
            </a:extLst>
          </p:cNvPr>
          <p:cNvSpPr/>
          <p:nvPr/>
        </p:nvSpPr>
        <p:spPr>
          <a:xfrm>
            <a:off x="7762659" y="3861577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F94694-F6B8-4C1B-A546-CF4BC79E2819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>
            <a:off x="8417005" y="4046243"/>
            <a:ext cx="193595" cy="8233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E861AB-CAF7-4A6E-B3BA-CFEB9D4A8641}"/>
              </a:ext>
            </a:extLst>
          </p:cNvPr>
          <p:cNvGrpSpPr/>
          <p:nvPr/>
        </p:nvGrpSpPr>
        <p:grpSpPr>
          <a:xfrm>
            <a:off x="8610600" y="4567277"/>
            <a:ext cx="1817803" cy="604730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925830-0336-4A22-BE33-CDDB7869B11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80D2D86-EEA8-4B4A-9F7B-6FFBC458DBF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6A1068-9507-411C-BA86-50FEBD5F48AC}"/>
              </a:ext>
            </a:extLst>
          </p:cNvPr>
          <p:cNvCxnSpPr>
            <a:stCxn id="22" idx="3"/>
          </p:cNvCxnSpPr>
          <p:nvPr/>
        </p:nvCxnSpPr>
        <p:spPr>
          <a:xfrm flipV="1">
            <a:off x="10428403" y="485770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7CE8183-5225-4801-9A5B-24CC55268A7C}"/>
              </a:ext>
            </a:extLst>
          </p:cNvPr>
          <p:cNvSpPr/>
          <p:nvPr/>
        </p:nvSpPr>
        <p:spPr>
          <a:xfrm>
            <a:off x="10997781" y="4673035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35E528-62FD-466B-9A56-B7459FD89FC4}"/>
              </a:ext>
            </a:extLst>
          </p:cNvPr>
          <p:cNvGrpSpPr/>
          <p:nvPr/>
        </p:nvGrpSpPr>
        <p:grpSpPr>
          <a:xfrm>
            <a:off x="7793139" y="2535447"/>
            <a:ext cx="1817803" cy="604730"/>
            <a:chOff x="7701699" y="2460396"/>
            <a:chExt cx="1817803" cy="60473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E7DE03-8C97-487D-8C14-56F441BA9E6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2F58F3F-F8D1-493B-87BA-B0E451E9344C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E0F6AC-26CE-41F7-91B3-9A68B2409A40}"/>
              </a:ext>
            </a:extLst>
          </p:cNvPr>
          <p:cNvCxnSpPr>
            <a:stCxn id="25" idx="3"/>
          </p:cNvCxnSpPr>
          <p:nvPr/>
        </p:nvCxnSpPr>
        <p:spPr>
          <a:xfrm flipV="1">
            <a:off x="9610942" y="282587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F3B98CF-8CAF-4E95-8F46-C55DCB9D6704}"/>
              </a:ext>
            </a:extLst>
          </p:cNvPr>
          <p:cNvSpPr txBox="1"/>
          <p:nvPr/>
        </p:nvSpPr>
        <p:spPr>
          <a:xfrm>
            <a:off x="7701699" y="1348740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A9F5728-6903-4026-815A-B85494BB61CC}"/>
              </a:ext>
            </a:extLst>
          </p:cNvPr>
          <p:cNvCxnSpPr>
            <a:cxnSpLocks/>
            <a:stCxn id="29" idx="2"/>
            <a:endCxn id="19" idx="0"/>
          </p:cNvCxnSpPr>
          <p:nvPr/>
        </p:nvCxnSpPr>
        <p:spPr>
          <a:xfrm flipH="1">
            <a:off x="8247590" y="1718072"/>
            <a:ext cx="1118" cy="8173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E149A5C-5E12-4FA9-B6EF-9477516524BB}"/>
              </a:ext>
            </a:extLst>
          </p:cNvPr>
          <p:cNvSpPr/>
          <p:nvPr/>
        </p:nvSpPr>
        <p:spPr>
          <a:xfrm>
            <a:off x="10180320" y="2641205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606548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beginning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CAF12-D9A3-487B-8895-0E9ED92F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2" y="1452516"/>
            <a:ext cx="6719703" cy="4363667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E20780C7-0191-457C-B16D-3F85DE2173A3}"/>
              </a:ext>
            </a:extLst>
          </p:cNvPr>
          <p:cNvSpPr/>
          <p:nvPr/>
        </p:nvSpPr>
        <p:spPr>
          <a:xfrm>
            <a:off x="216982" y="4460597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C369F-1A9E-4301-B1D0-39C99E066A0F}"/>
              </a:ext>
            </a:extLst>
          </p:cNvPr>
          <p:cNvSpPr txBox="1"/>
          <p:nvPr/>
        </p:nvSpPr>
        <p:spPr>
          <a:xfrm>
            <a:off x="7654768" y="1060136"/>
            <a:ext cx="342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2: LIST IS NO LONGER EMPTY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A5DA28-B9E2-409C-B9FD-5DE925B77114}"/>
              </a:ext>
            </a:extLst>
          </p:cNvPr>
          <p:cNvSpPr/>
          <p:nvPr/>
        </p:nvSpPr>
        <p:spPr>
          <a:xfrm>
            <a:off x="7762659" y="3861577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F94694-F6B8-4C1B-A546-CF4BC79E2819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>
            <a:off x="8417005" y="4046243"/>
            <a:ext cx="193595" cy="8233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E861AB-CAF7-4A6E-B3BA-CFEB9D4A8641}"/>
              </a:ext>
            </a:extLst>
          </p:cNvPr>
          <p:cNvGrpSpPr/>
          <p:nvPr/>
        </p:nvGrpSpPr>
        <p:grpSpPr>
          <a:xfrm>
            <a:off x="8610600" y="4567277"/>
            <a:ext cx="1817803" cy="604730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925830-0336-4A22-BE33-CDDB7869B11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80D2D86-EEA8-4B4A-9F7B-6FFBC458DBF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6A1068-9507-411C-BA86-50FEBD5F48AC}"/>
              </a:ext>
            </a:extLst>
          </p:cNvPr>
          <p:cNvCxnSpPr>
            <a:stCxn id="22" idx="3"/>
          </p:cNvCxnSpPr>
          <p:nvPr/>
        </p:nvCxnSpPr>
        <p:spPr>
          <a:xfrm flipV="1">
            <a:off x="10428403" y="485770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7CE8183-5225-4801-9A5B-24CC55268A7C}"/>
              </a:ext>
            </a:extLst>
          </p:cNvPr>
          <p:cNvSpPr/>
          <p:nvPr/>
        </p:nvSpPr>
        <p:spPr>
          <a:xfrm>
            <a:off x="10997781" y="4673035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35E528-62FD-466B-9A56-B7459FD89FC4}"/>
              </a:ext>
            </a:extLst>
          </p:cNvPr>
          <p:cNvGrpSpPr/>
          <p:nvPr/>
        </p:nvGrpSpPr>
        <p:grpSpPr>
          <a:xfrm>
            <a:off x="7793139" y="2535447"/>
            <a:ext cx="1817803" cy="604730"/>
            <a:chOff x="7701699" y="2460396"/>
            <a:chExt cx="1817803" cy="60473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E7DE03-8C97-487D-8C14-56F441BA9E6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2F58F3F-F8D1-493B-87BA-B0E451E9344C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E0F6AC-26CE-41F7-91B3-9A68B2409A40}"/>
              </a:ext>
            </a:extLst>
          </p:cNvPr>
          <p:cNvCxnSpPr>
            <a:stCxn id="25" idx="3"/>
          </p:cNvCxnSpPr>
          <p:nvPr/>
        </p:nvCxnSpPr>
        <p:spPr>
          <a:xfrm flipV="1">
            <a:off x="9610942" y="282587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F3B98CF-8CAF-4E95-8F46-C55DCB9D6704}"/>
              </a:ext>
            </a:extLst>
          </p:cNvPr>
          <p:cNvSpPr txBox="1"/>
          <p:nvPr/>
        </p:nvSpPr>
        <p:spPr>
          <a:xfrm>
            <a:off x="7701699" y="1348740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A9F5728-6903-4026-815A-B85494BB61CC}"/>
              </a:ext>
            </a:extLst>
          </p:cNvPr>
          <p:cNvCxnSpPr>
            <a:cxnSpLocks/>
            <a:stCxn id="29" idx="2"/>
            <a:endCxn id="19" idx="0"/>
          </p:cNvCxnSpPr>
          <p:nvPr/>
        </p:nvCxnSpPr>
        <p:spPr>
          <a:xfrm flipH="1">
            <a:off x="8247590" y="1718072"/>
            <a:ext cx="1118" cy="8173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E149A5C-5E12-4FA9-B6EF-9477516524BB}"/>
              </a:ext>
            </a:extLst>
          </p:cNvPr>
          <p:cNvSpPr/>
          <p:nvPr/>
        </p:nvSpPr>
        <p:spPr>
          <a:xfrm>
            <a:off x="10180320" y="2641205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630409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beginning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CAF12-D9A3-487B-8895-0E9ED92F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2" y="1452516"/>
            <a:ext cx="6719703" cy="4363667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E20780C7-0191-457C-B16D-3F85DE2173A3}"/>
              </a:ext>
            </a:extLst>
          </p:cNvPr>
          <p:cNvSpPr/>
          <p:nvPr/>
        </p:nvSpPr>
        <p:spPr>
          <a:xfrm>
            <a:off x="632847" y="4762962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C369F-1A9E-4301-B1D0-39C99E066A0F}"/>
              </a:ext>
            </a:extLst>
          </p:cNvPr>
          <p:cNvSpPr txBox="1"/>
          <p:nvPr/>
        </p:nvSpPr>
        <p:spPr>
          <a:xfrm>
            <a:off x="7654768" y="1060136"/>
            <a:ext cx="342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2: LIST IS NO LONGER EMPTY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A5DA28-B9E2-409C-B9FD-5DE925B77114}"/>
              </a:ext>
            </a:extLst>
          </p:cNvPr>
          <p:cNvSpPr/>
          <p:nvPr/>
        </p:nvSpPr>
        <p:spPr>
          <a:xfrm>
            <a:off x="7762659" y="3861577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F94694-F6B8-4C1B-A546-CF4BC79E2819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>
            <a:off x="8417005" y="4046243"/>
            <a:ext cx="193595" cy="8233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E861AB-CAF7-4A6E-B3BA-CFEB9D4A8641}"/>
              </a:ext>
            </a:extLst>
          </p:cNvPr>
          <p:cNvGrpSpPr/>
          <p:nvPr/>
        </p:nvGrpSpPr>
        <p:grpSpPr>
          <a:xfrm>
            <a:off x="8610600" y="4567277"/>
            <a:ext cx="1817803" cy="604730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925830-0336-4A22-BE33-CDDB7869B11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80D2D86-EEA8-4B4A-9F7B-6FFBC458DBF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6A1068-9507-411C-BA86-50FEBD5F48AC}"/>
              </a:ext>
            </a:extLst>
          </p:cNvPr>
          <p:cNvCxnSpPr>
            <a:stCxn id="22" idx="3"/>
          </p:cNvCxnSpPr>
          <p:nvPr/>
        </p:nvCxnSpPr>
        <p:spPr>
          <a:xfrm flipV="1">
            <a:off x="10428403" y="485770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7CE8183-5225-4801-9A5B-24CC55268A7C}"/>
              </a:ext>
            </a:extLst>
          </p:cNvPr>
          <p:cNvSpPr/>
          <p:nvPr/>
        </p:nvSpPr>
        <p:spPr>
          <a:xfrm>
            <a:off x="10997781" y="4673035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35E528-62FD-466B-9A56-B7459FD89FC4}"/>
              </a:ext>
            </a:extLst>
          </p:cNvPr>
          <p:cNvGrpSpPr/>
          <p:nvPr/>
        </p:nvGrpSpPr>
        <p:grpSpPr>
          <a:xfrm>
            <a:off x="7793139" y="2535447"/>
            <a:ext cx="1817803" cy="604730"/>
            <a:chOff x="7701699" y="2460396"/>
            <a:chExt cx="1817803" cy="60473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E7DE03-8C97-487D-8C14-56F441BA9E6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2F58F3F-F8D1-493B-87BA-B0E451E9344C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E0F6AC-26CE-41F7-91B3-9A68B2409A40}"/>
              </a:ext>
            </a:extLst>
          </p:cNvPr>
          <p:cNvCxnSpPr>
            <a:cxnSpLocks/>
            <a:stCxn id="25" idx="3"/>
            <a:endCxn id="21" idx="0"/>
          </p:cNvCxnSpPr>
          <p:nvPr/>
        </p:nvCxnSpPr>
        <p:spPr>
          <a:xfrm flipH="1">
            <a:off x="9065051" y="2837812"/>
            <a:ext cx="545891" cy="17294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F3B98CF-8CAF-4E95-8F46-C55DCB9D6704}"/>
              </a:ext>
            </a:extLst>
          </p:cNvPr>
          <p:cNvSpPr txBox="1"/>
          <p:nvPr/>
        </p:nvSpPr>
        <p:spPr>
          <a:xfrm>
            <a:off x="7701699" y="1348740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A9F5728-6903-4026-815A-B85494BB61CC}"/>
              </a:ext>
            </a:extLst>
          </p:cNvPr>
          <p:cNvCxnSpPr>
            <a:cxnSpLocks/>
            <a:stCxn id="29" idx="2"/>
            <a:endCxn id="19" idx="0"/>
          </p:cNvCxnSpPr>
          <p:nvPr/>
        </p:nvCxnSpPr>
        <p:spPr>
          <a:xfrm flipH="1">
            <a:off x="8247590" y="1718072"/>
            <a:ext cx="1118" cy="8173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129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beginning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CAF12-D9A3-487B-8895-0E9ED92F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2" y="1452516"/>
            <a:ext cx="6719703" cy="4363667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E20780C7-0191-457C-B16D-3F85DE2173A3}"/>
              </a:ext>
            </a:extLst>
          </p:cNvPr>
          <p:cNvSpPr/>
          <p:nvPr/>
        </p:nvSpPr>
        <p:spPr>
          <a:xfrm>
            <a:off x="736542" y="5054691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C369F-1A9E-4301-B1D0-39C99E066A0F}"/>
              </a:ext>
            </a:extLst>
          </p:cNvPr>
          <p:cNvSpPr txBox="1"/>
          <p:nvPr/>
        </p:nvSpPr>
        <p:spPr>
          <a:xfrm>
            <a:off x="7654768" y="1060136"/>
            <a:ext cx="342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2: LIST IS NO LONGER EMPTY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A5DA28-B9E2-409C-B9FD-5DE925B77114}"/>
              </a:ext>
            </a:extLst>
          </p:cNvPr>
          <p:cNvSpPr/>
          <p:nvPr/>
        </p:nvSpPr>
        <p:spPr>
          <a:xfrm>
            <a:off x="6765453" y="388211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F94694-F6B8-4C1B-A546-CF4BC79E2819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 flipV="1">
            <a:off x="7419799" y="2837812"/>
            <a:ext cx="373340" cy="12289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E861AB-CAF7-4A6E-B3BA-CFEB9D4A8641}"/>
              </a:ext>
            </a:extLst>
          </p:cNvPr>
          <p:cNvGrpSpPr/>
          <p:nvPr/>
        </p:nvGrpSpPr>
        <p:grpSpPr>
          <a:xfrm>
            <a:off x="8610600" y="4567277"/>
            <a:ext cx="1817803" cy="604730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925830-0336-4A22-BE33-CDDB7869B11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80D2D86-EEA8-4B4A-9F7B-6FFBC458DBF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6A1068-9507-411C-BA86-50FEBD5F48AC}"/>
              </a:ext>
            </a:extLst>
          </p:cNvPr>
          <p:cNvCxnSpPr>
            <a:stCxn id="22" idx="3"/>
          </p:cNvCxnSpPr>
          <p:nvPr/>
        </p:nvCxnSpPr>
        <p:spPr>
          <a:xfrm flipV="1">
            <a:off x="10428403" y="4857701"/>
            <a:ext cx="569378" cy="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7CE8183-5225-4801-9A5B-24CC55268A7C}"/>
              </a:ext>
            </a:extLst>
          </p:cNvPr>
          <p:cNvSpPr/>
          <p:nvPr/>
        </p:nvSpPr>
        <p:spPr>
          <a:xfrm>
            <a:off x="10997781" y="4673035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35E528-62FD-466B-9A56-B7459FD89FC4}"/>
              </a:ext>
            </a:extLst>
          </p:cNvPr>
          <p:cNvGrpSpPr/>
          <p:nvPr/>
        </p:nvGrpSpPr>
        <p:grpSpPr>
          <a:xfrm>
            <a:off x="7793139" y="2535447"/>
            <a:ext cx="1817803" cy="604730"/>
            <a:chOff x="7701699" y="2460396"/>
            <a:chExt cx="1817803" cy="60473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E7DE03-8C97-487D-8C14-56F441BA9E6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2F58F3F-F8D1-493B-87BA-B0E451E9344C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E0F6AC-26CE-41F7-91B3-9A68B2409A40}"/>
              </a:ext>
            </a:extLst>
          </p:cNvPr>
          <p:cNvCxnSpPr>
            <a:cxnSpLocks/>
            <a:stCxn id="25" idx="3"/>
            <a:endCxn id="21" idx="0"/>
          </p:cNvCxnSpPr>
          <p:nvPr/>
        </p:nvCxnSpPr>
        <p:spPr>
          <a:xfrm flipH="1">
            <a:off x="9065051" y="2837812"/>
            <a:ext cx="545891" cy="17294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F3B98CF-8CAF-4E95-8F46-C55DCB9D6704}"/>
              </a:ext>
            </a:extLst>
          </p:cNvPr>
          <p:cNvSpPr txBox="1"/>
          <p:nvPr/>
        </p:nvSpPr>
        <p:spPr>
          <a:xfrm>
            <a:off x="7701699" y="1348740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A9F5728-6903-4026-815A-B85494BB61CC}"/>
              </a:ext>
            </a:extLst>
          </p:cNvPr>
          <p:cNvCxnSpPr>
            <a:cxnSpLocks/>
            <a:stCxn id="29" idx="2"/>
            <a:endCxn id="19" idx="0"/>
          </p:cNvCxnSpPr>
          <p:nvPr/>
        </p:nvCxnSpPr>
        <p:spPr>
          <a:xfrm flipH="1">
            <a:off x="8247590" y="1718072"/>
            <a:ext cx="1118" cy="8173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594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beginning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CAF12-D9A3-487B-8895-0E9ED92F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2" y="1452516"/>
            <a:ext cx="6719703" cy="4363667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E20780C7-0191-457C-B16D-3F85DE2173A3}"/>
              </a:ext>
            </a:extLst>
          </p:cNvPr>
          <p:cNvSpPr/>
          <p:nvPr/>
        </p:nvSpPr>
        <p:spPr>
          <a:xfrm>
            <a:off x="736542" y="5054691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C369F-1A9E-4301-B1D0-39C99E066A0F}"/>
              </a:ext>
            </a:extLst>
          </p:cNvPr>
          <p:cNvSpPr txBox="1"/>
          <p:nvPr/>
        </p:nvSpPr>
        <p:spPr>
          <a:xfrm>
            <a:off x="7654768" y="1060136"/>
            <a:ext cx="342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2: LIST IS NO LONGER EMPTY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A5DA28-B9E2-409C-B9FD-5DE925B77114}"/>
              </a:ext>
            </a:extLst>
          </p:cNvPr>
          <p:cNvSpPr/>
          <p:nvPr/>
        </p:nvSpPr>
        <p:spPr>
          <a:xfrm>
            <a:off x="6718794" y="347848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F94694-F6B8-4C1B-A546-CF4BC79E2819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7373140" y="3663150"/>
            <a:ext cx="665240" cy="155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E861AB-CAF7-4A6E-B3BA-CFEB9D4A8641}"/>
              </a:ext>
            </a:extLst>
          </p:cNvPr>
          <p:cNvGrpSpPr/>
          <p:nvPr/>
        </p:nvGrpSpPr>
        <p:grpSpPr>
          <a:xfrm>
            <a:off x="9681962" y="3358046"/>
            <a:ext cx="1189270" cy="523672"/>
            <a:chOff x="7701700" y="2460395"/>
            <a:chExt cx="1817802" cy="60473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925830-0336-4A22-BE33-CDDB7869B11F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80D2D86-EEA8-4B4A-9F7B-6FFBC458DBF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6A1068-9507-411C-BA86-50FEBD5F48AC}"/>
              </a:ext>
            </a:extLst>
          </p:cNvPr>
          <p:cNvCxnSpPr>
            <a:stCxn id="22" idx="3"/>
          </p:cNvCxnSpPr>
          <p:nvPr/>
        </p:nvCxnSpPr>
        <p:spPr>
          <a:xfrm flipV="1">
            <a:off x="10871234" y="3567413"/>
            <a:ext cx="569378" cy="524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7CE8183-5225-4801-9A5B-24CC55268A7C}"/>
              </a:ext>
            </a:extLst>
          </p:cNvPr>
          <p:cNvSpPr/>
          <p:nvPr/>
        </p:nvSpPr>
        <p:spPr>
          <a:xfrm>
            <a:off x="11370616" y="3435216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35E528-62FD-466B-9A56-B7459FD89FC4}"/>
              </a:ext>
            </a:extLst>
          </p:cNvPr>
          <p:cNvGrpSpPr/>
          <p:nvPr/>
        </p:nvGrpSpPr>
        <p:grpSpPr>
          <a:xfrm>
            <a:off x="8038380" y="3435215"/>
            <a:ext cx="1094017" cy="487032"/>
            <a:chOff x="7701699" y="2460396"/>
            <a:chExt cx="1817803" cy="60473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E7DE03-8C97-487D-8C14-56F441BA9E6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2F58F3F-F8D1-493B-87BA-B0E451E9344C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E0F6AC-26CE-41F7-91B3-9A68B2409A40}"/>
              </a:ext>
            </a:extLst>
          </p:cNvPr>
          <p:cNvCxnSpPr>
            <a:cxnSpLocks/>
            <a:stCxn id="25" idx="3"/>
            <a:endCxn id="21" idx="1"/>
          </p:cNvCxnSpPr>
          <p:nvPr/>
        </p:nvCxnSpPr>
        <p:spPr>
          <a:xfrm flipV="1">
            <a:off x="9132397" y="3619882"/>
            <a:ext cx="549566" cy="588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680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End</a:t>
            </a:r>
            <a:r>
              <a:rPr lang="en-US" dirty="0"/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EFAF5-4560-49B9-AA25-E329F11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22"/>
            <a:ext cx="5882326" cy="40315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FDCC43-975C-4647-AA6C-ACC7238E1430}"/>
              </a:ext>
            </a:extLst>
          </p:cNvPr>
          <p:cNvSpPr txBox="1"/>
          <p:nvPr/>
        </p:nvSpPr>
        <p:spPr>
          <a:xfrm>
            <a:off x="7336411" y="2728216"/>
            <a:ext cx="3768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CASE 1: THE LIST IS EMPTY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487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End</a:t>
            </a:r>
            <a:r>
              <a:rPr lang="en-US" dirty="0"/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EFAF5-4560-49B9-AA25-E329F11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22"/>
            <a:ext cx="5882326" cy="40315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FDCC43-975C-4647-AA6C-ACC7238E1430}"/>
              </a:ext>
            </a:extLst>
          </p:cNvPr>
          <p:cNvSpPr txBox="1"/>
          <p:nvPr/>
        </p:nvSpPr>
        <p:spPr>
          <a:xfrm>
            <a:off x="7336411" y="2728216"/>
            <a:ext cx="37683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1: THE LIST IS EMPTY</a:t>
            </a:r>
          </a:p>
          <a:p>
            <a:r>
              <a:rPr lang="en-US" dirty="0"/>
              <a:t>(exactly like before)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471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End</a:t>
            </a:r>
            <a:r>
              <a:rPr lang="en-US" dirty="0"/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EFAF5-4560-49B9-AA25-E329F11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22"/>
            <a:ext cx="5882326" cy="40315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FDCC43-975C-4647-AA6C-ACC7238E1430}"/>
              </a:ext>
            </a:extLst>
          </p:cNvPr>
          <p:cNvSpPr txBox="1"/>
          <p:nvPr/>
        </p:nvSpPr>
        <p:spPr>
          <a:xfrm>
            <a:off x="7336411" y="1240757"/>
            <a:ext cx="376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2: THE LIST IS NOT EMPTY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B79F3-5EF0-4A40-8838-CF246D74D6C4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9BAEE1-6CED-4E77-A1F4-BBBEC058092F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291322-4472-46FB-9DCB-34FB82336E7A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451B45-FAB4-46CF-9721-AD7BDB589804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76E964-7A3A-4093-9452-FB492FD8CBA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086831-9D83-4F7C-AB40-0554EC4F7C5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10727728" y="4751915"/>
            <a:ext cx="416717" cy="7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5CB0E59-3782-4965-9199-5E422A39B2EA}"/>
              </a:ext>
            </a:extLst>
          </p:cNvPr>
          <p:cNvSpPr/>
          <p:nvPr/>
        </p:nvSpPr>
        <p:spPr>
          <a:xfrm>
            <a:off x="11144445" y="4567249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692C4-E8CF-4BAF-9A41-A84F0C0316BE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E90D1D-D011-4155-8700-ABB0391D04A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12EAE7-ED64-4E4F-961C-10FE26A2589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93F502-1079-4433-93F2-78E288EF16F7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6D225B-84C8-4E6E-A634-323B37EFAFEF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121ABD-DE46-412F-A418-3C9269052E81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4CC65C-4937-438E-A046-E4FA8EE485B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3811A-3397-4BC1-88CC-B6CC42B415EF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834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End</a:t>
            </a:r>
            <a:r>
              <a:rPr lang="en-US" dirty="0"/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EFAF5-4560-49B9-AA25-E329F11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22"/>
            <a:ext cx="5882326" cy="40315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FDCC43-975C-4647-AA6C-ACC7238E1430}"/>
              </a:ext>
            </a:extLst>
          </p:cNvPr>
          <p:cNvSpPr txBox="1"/>
          <p:nvPr/>
        </p:nvSpPr>
        <p:spPr>
          <a:xfrm>
            <a:off x="7336411" y="1240757"/>
            <a:ext cx="376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2: THE LIST IS NOT EMPTY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B79F3-5EF0-4A40-8838-CF246D74D6C4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9BAEE1-6CED-4E77-A1F4-BBBEC058092F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291322-4472-46FB-9DCB-34FB82336E7A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451B45-FAB4-46CF-9721-AD7BDB589804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76E964-7A3A-4093-9452-FB492FD8CBA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086831-9D83-4F7C-AB40-0554EC4F7C5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5CB0E59-3782-4965-9199-5E422A39B2EA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692C4-E8CF-4BAF-9A41-A84F0C0316BE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E90D1D-D011-4155-8700-ABB0391D04A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12EAE7-ED64-4E4F-961C-10FE26A2589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93F502-1079-4433-93F2-78E288EF16F7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6D225B-84C8-4E6E-A634-323B37EFAFEF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121ABD-DE46-412F-A418-3C9269052E81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4CC65C-4937-438E-A046-E4FA8EE485B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3811A-3397-4BC1-88CC-B6CC42B415EF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76F04A-E41A-46FA-B616-C1A58A87BE9F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413345-1BD4-45BF-B804-FE5816BF967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AC21EB-41F6-4F0D-B270-8D2EEE86128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D6F6E4-7725-404D-978B-664ADF82E576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9B77F2-7A52-47C0-B271-B04DD1BB034C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CFF066-F178-4A72-9686-C2CB4C252620}"/>
              </a:ext>
            </a:extLst>
          </p:cNvPr>
          <p:cNvCxnSpPr>
            <a:cxnSpLocks/>
            <a:stCxn id="29" idx="2"/>
            <a:endCxn id="25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9B9ECCC-19F0-4B97-A762-19CE15886109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ECBC468-6A61-42AD-B461-3C3A02313406}"/>
              </a:ext>
            </a:extLst>
          </p:cNvPr>
          <p:cNvSpPr/>
          <p:nvPr/>
        </p:nvSpPr>
        <p:spPr>
          <a:xfrm>
            <a:off x="111702" y="3718209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03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End</a:t>
            </a:r>
            <a:r>
              <a:rPr lang="en-US" dirty="0"/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EFAF5-4560-49B9-AA25-E329F11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22"/>
            <a:ext cx="5882326" cy="40315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FDCC43-975C-4647-AA6C-ACC7238E1430}"/>
              </a:ext>
            </a:extLst>
          </p:cNvPr>
          <p:cNvSpPr txBox="1"/>
          <p:nvPr/>
        </p:nvSpPr>
        <p:spPr>
          <a:xfrm>
            <a:off x="7336411" y="1240757"/>
            <a:ext cx="376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2: THE LIST IS NOT EMPTY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B79F3-5EF0-4A40-8838-CF246D74D6C4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9BAEE1-6CED-4E77-A1F4-BBBEC058092F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291322-4472-46FB-9DCB-34FB82336E7A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451B45-FAB4-46CF-9721-AD7BDB589804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76E964-7A3A-4093-9452-FB492FD8CBA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086831-9D83-4F7C-AB40-0554EC4F7C5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5CB0E59-3782-4965-9199-5E422A39B2EA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692C4-E8CF-4BAF-9A41-A84F0C0316BE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E90D1D-D011-4155-8700-ABB0391D04A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12EAE7-ED64-4E4F-961C-10FE26A2589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93F502-1079-4433-93F2-78E288EF16F7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6D225B-84C8-4E6E-A634-323B37EFAFEF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121ABD-DE46-412F-A418-3C9269052E81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4CC65C-4937-438E-A046-E4FA8EE485B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3811A-3397-4BC1-88CC-B6CC42B415EF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76F04A-E41A-46FA-B616-C1A58A87BE9F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413345-1BD4-45BF-B804-FE5816BF967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AC21EB-41F6-4F0D-B270-8D2EEE86128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D6F6E4-7725-404D-978B-664ADF82E576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9B77F2-7A52-47C0-B271-B04DD1BB034C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CFF066-F178-4A72-9686-C2CB4C252620}"/>
              </a:ext>
            </a:extLst>
          </p:cNvPr>
          <p:cNvCxnSpPr>
            <a:cxnSpLocks/>
            <a:stCxn id="29" idx="2"/>
            <a:endCxn id="25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9B9ECCC-19F0-4B97-A762-19CE15886109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ECBC468-6A61-42AD-B461-3C3A02313406}"/>
              </a:ext>
            </a:extLst>
          </p:cNvPr>
          <p:cNvSpPr/>
          <p:nvPr/>
        </p:nvSpPr>
        <p:spPr>
          <a:xfrm>
            <a:off x="507942" y="3984909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9DE366-DEFA-4F76-9C10-BF7468BA5E7B}"/>
              </a:ext>
            </a:extLst>
          </p:cNvPr>
          <p:cNvSpPr txBox="1"/>
          <p:nvPr/>
        </p:nvSpPr>
        <p:spPr>
          <a:xfrm>
            <a:off x="6539335" y="3609734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traveller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83B8B6-42E4-4CFC-ACCB-36FCA73684E7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>
            <a:off x="7130283" y="3979066"/>
            <a:ext cx="395672" cy="5881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709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End</a:t>
            </a:r>
            <a:r>
              <a:rPr lang="en-US" dirty="0"/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EFAF5-4560-49B9-AA25-E329F11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22"/>
            <a:ext cx="5882326" cy="40315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FDCC43-975C-4647-AA6C-ACC7238E1430}"/>
              </a:ext>
            </a:extLst>
          </p:cNvPr>
          <p:cNvSpPr txBox="1"/>
          <p:nvPr/>
        </p:nvSpPr>
        <p:spPr>
          <a:xfrm>
            <a:off x="7336411" y="1240757"/>
            <a:ext cx="376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2: THE LIST IS NOT EMPTY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B79F3-5EF0-4A40-8838-CF246D74D6C4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9BAEE1-6CED-4E77-A1F4-BBBEC058092F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291322-4472-46FB-9DCB-34FB82336E7A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451B45-FAB4-46CF-9721-AD7BDB589804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76E964-7A3A-4093-9452-FB492FD8CBA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086831-9D83-4F7C-AB40-0554EC4F7C5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5CB0E59-3782-4965-9199-5E422A39B2EA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692C4-E8CF-4BAF-9A41-A84F0C0316BE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E90D1D-D011-4155-8700-ABB0391D04A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12EAE7-ED64-4E4F-961C-10FE26A2589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93F502-1079-4433-93F2-78E288EF16F7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6D225B-84C8-4E6E-A634-323B37EFAFEF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121ABD-DE46-412F-A418-3C9269052E81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4CC65C-4937-438E-A046-E4FA8EE485B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3811A-3397-4BC1-88CC-B6CC42B415EF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76F04A-E41A-46FA-B616-C1A58A87BE9F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413345-1BD4-45BF-B804-FE5816BF967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AC21EB-41F6-4F0D-B270-8D2EEE86128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D6F6E4-7725-404D-978B-664ADF82E576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9B77F2-7A52-47C0-B271-B04DD1BB034C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CFF066-F178-4A72-9686-C2CB4C252620}"/>
              </a:ext>
            </a:extLst>
          </p:cNvPr>
          <p:cNvCxnSpPr>
            <a:cxnSpLocks/>
            <a:stCxn id="29" idx="2"/>
            <a:endCxn id="25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9B9ECCC-19F0-4B97-A762-19CE15886109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ECBC468-6A61-42AD-B461-3C3A02313406}"/>
              </a:ext>
            </a:extLst>
          </p:cNvPr>
          <p:cNvSpPr/>
          <p:nvPr/>
        </p:nvSpPr>
        <p:spPr>
          <a:xfrm>
            <a:off x="453202" y="4166478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9DE366-DEFA-4F76-9C10-BF7468BA5E7B}"/>
              </a:ext>
            </a:extLst>
          </p:cNvPr>
          <p:cNvSpPr txBox="1"/>
          <p:nvPr/>
        </p:nvSpPr>
        <p:spPr>
          <a:xfrm>
            <a:off x="6539335" y="3609734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traveller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83B8B6-42E4-4CFC-ACCB-36FCA73684E7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>
            <a:off x="7130283" y="3979066"/>
            <a:ext cx="395672" cy="5881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288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End</a:t>
            </a:r>
            <a:r>
              <a:rPr lang="en-US" dirty="0"/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EFAF5-4560-49B9-AA25-E329F11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22"/>
            <a:ext cx="5882326" cy="40315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FDCC43-975C-4647-AA6C-ACC7238E1430}"/>
              </a:ext>
            </a:extLst>
          </p:cNvPr>
          <p:cNvSpPr txBox="1"/>
          <p:nvPr/>
        </p:nvSpPr>
        <p:spPr>
          <a:xfrm>
            <a:off x="7336411" y="1240757"/>
            <a:ext cx="376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2: THE LIST IS NOT EMPTY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B79F3-5EF0-4A40-8838-CF246D74D6C4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9BAEE1-6CED-4E77-A1F4-BBBEC058092F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291322-4472-46FB-9DCB-34FB82336E7A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451B45-FAB4-46CF-9721-AD7BDB589804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76E964-7A3A-4093-9452-FB492FD8CBA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086831-9D83-4F7C-AB40-0554EC4F7C5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5CB0E59-3782-4965-9199-5E422A39B2EA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692C4-E8CF-4BAF-9A41-A84F0C0316BE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E90D1D-D011-4155-8700-ABB0391D04A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12EAE7-ED64-4E4F-961C-10FE26A2589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93F502-1079-4433-93F2-78E288EF16F7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6D225B-84C8-4E6E-A634-323B37EFAFEF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121ABD-DE46-412F-A418-3C9269052E81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4CC65C-4937-438E-A046-E4FA8EE485B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3811A-3397-4BC1-88CC-B6CC42B415EF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76F04A-E41A-46FA-B616-C1A58A87BE9F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413345-1BD4-45BF-B804-FE5816BF967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AC21EB-41F6-4F0D-B270-8D2EEE86128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D6F6E4-7725-404D-978B-664ADF82E576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9B77F2-7A52-47C0-B271-B04DD1BB034C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CFF066-F178-4A72-9686-C2CB4C252620}"/>
              </a:ext>
            </a:extLst>
          </p:cNvPr>
          <p:cNvCxnSpPr>
            <a:cxnSpLocks/>
            <a:stCxn id="29" idx="2"/>
            <a:endCxn id="25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9B9ECCC-19F0-4B97-A762-19CE15886109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ECBC468-6A61-42AD-B461-3C3A02313406}"/>
              </a:ext>
            </a:extLst>
          </p:cNvPr>
          <p:cNvSpPr/>
          <p:nvPr/>
        </p:nvSpPr>
        <p:spPr>
          <a:xfrm>
            <a:off x="963742" y="4363703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9DE366-DEFA-4F76-9C10-BF7468BA5E7B}"/>
              </a:ext>
            </a:extLst>
          </p:cNvPr>
          <p:cNvSpPr txBox="1"/>
          <p:nvPr/>
        </p:nvSpPr>
        <p:spPr>
          <a:xfrm>
            <a:off x="6539335" y="3609734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traveller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83B8B6-42E4-4CFC-ACCB-36FCA73684E7}"/>
              </a:ext>
            </a:extLst>
          </p:cNvPr>
          <p:cNvCxnSpPr>
            <a:cxnSpLocks/>
            <a:stCxn id="31" idx="2"/>
            <a:endCxn id="17" idx="0"/>
          </p:cNvCxnSpPr>
          <p:nvPr/>
        </p:nvCxnSpPr>
        <p:spPr>
          <a:xfrm>
            <a:off x="7130283" y="3979066"/>
            <a:ext cx="1666033" cy="5881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168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End</a:t>
            </a:r>
            <a:r>
              <a:rPr lang="en-US" dirty="0"/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EFAF5-4560-49B9-AA25-E329F11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22"/>
            <a:ext cx="5882326" cy="40315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FDCC43-975C-4647-AA6C-ACC7238E1430}"/>
              </a:ext>
            </a:extLst>
          </p:cNvPr>
          <p:cNvSpPr txBox="1"/>
          <p:nvPr/>
        </p:nvSpPr>
        <p:spPr>
          <a:xfrm>
            <a:off x="7336411" y="1240757"/>
            <a:ext cx="376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2: THE LIST IS NOT EMPTY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B79F3-5EF0-4A40-8838-CF246D74D6C4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9BAEE1-6CED-4E77-A1F4-BBBEC058092F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291322-4472-46FB-9DCB-34FB82336E7A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451B45-FAB4-46CF-9721-AD7BDB589804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76E964-7A3A-4093-9452-FB492FD8CBA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086831-9D83-4F7C-AB40-0554EC4F7C5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5CB0E59-3782-4965-9199-5E422A39B2EA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692C4-E8CF-4BAF-9A41-A84F0C0316BE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E90D1D-D011-4155-8700-ABB0391D04A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12EAE7-ED64-4E4F-961C-10FE26A2589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93F502-1079-4433-93F2-78E288EF16F7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6D225B-84C8-4E6E-A634-323B37EFAFEF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121ABD-DE46-412F-A418-3C9269052E81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4CC65C-4937-438E-A046-E4FA8EE485B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3811A-3397-4BC1-88CC-B6CC42B415EF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76F04A-E41A-46FA-B616-C1A58A87BE9F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413345-1BD4-45BF-B804-FE5816BF967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AC21EB-41F6-4F0D-B270-8D2EEE86128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D6F6E4-7725-404D-978B-664ADF82E576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9B77F2-7A52-47C0-B271-B04DD1BB034C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CFF066-F178-4A72-9686-C2CB4C252620}"/>
              </a:ext>
            </a:extLst>
          </p:cNvPr>
          <p:cNvCxnSpPr>
            <a:cxnSpLocks/>
            <a:stCxn id="29" idx="2"/>
            <a:endCxn id="25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9B9ECCC-19F0-4B97-A762-19CE15886109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ECBC468-6A61-42AD-B461-3C3A02313406}"/>
              </a:ext>
            </a:extLst>
          </p:cNvPr>
          <p:cNvSpPr/>
          <p:nvPr/>
        </p:nvSpPr>
        <p:spPr>
          <a:xfrm>
            <a:off x="506542" y="4166477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9DE366-DEFA-4F76-9C10-BF7468BA5E7B}"/>
              </a:ext>
            </a:extLst>
          </p:cNvPr>
          <p:cNvSpPr txBox="1"/>
          <p:nvPr/>
        </p:nvSpPr>
        <p:spPr>
          <a:xfrm>
            <a:off x="6539335" y="3609734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traveller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83B8B6-42E4-4CFC-ACCB-36FCA73684E7}"/>
              </a:ext>
            </a:extLst>
          </p:cNvPr>
          <p:cNvCxnSpPr>
            <a:cxnSpLocks/>
            <a:stCxn id="31" idx="2"/>
            <a:endCxn id="17" idx="0"/>
          </p:cNvCxnSpPr>
          <p:nvPr/>
        </p:nvCxnSpPr>
        <p:spPr>
          <a:xfrm>
            <a:off x="7130283" y="3979066"/>
            <a:ext cx="1666033" cy="5881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0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End</a:t>
            </a:r>
            <a:r>
              <a:rPr lang="en-US" dirty="0"/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EFAF5-4560-49B9-AA25-E329F11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22"/>
            <a:ext cx="5882326" cy="40315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FDCC43-975C-4647-AA6C-ACC7238E1430}"/>
              </a:ext>
            </a:extLst>
          </p:cNvPr>
          <p:cNvSpPr txBox="1"/>
          <p:nvPr/>
        </p:nvSpPr>
        <p:spPr>
          <a:xfrm>
            <a:off x="7336411" y="1240757"/>
            <a:ext cx="376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2: THE LIST IS NOT EMPTY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B79F3-5EF0-4A40-8838-CF246D74D6C4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9BAEE1-6CED-4E77-A1F4-BBBEC058092F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291322-4472-46FB-9DCB-34FB82336E7A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451B45-FAB4-46CF-9721-AD7BDB589804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76E964-7A3A-4093-9452-FB492FD8CBA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086831-9D83-4F7C-AB40-0554EC4F7C5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5CB0E59-3782-4965-9199-5E422A39B2EA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692C4-E8CF-4BAF-9A41-A84F0C0316BE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E90D1D-D011-4155-8700-ABB0391D04A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12EAE7-ED64-4E4F-961C-10FE26A2589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93F502-1079-4433-93F2-78E288EF16F7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6D225B-84C8-4E6E-A634-323B37EFAFEF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121ABD-DE46-412F-A418-3C9269052E81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4CC65C-4937-438E-A046-E4FA8EE485B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3811A-3397-4BC1-88CC-B6CC42B415EF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76F04A-E41A-46FA-B616-C1A58A87BE9F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413345-1BD4-45BF-B804-FE5816BF967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AC21EB-41F6-4F0D-B270-8D2EEE86128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D6F6E4-7725-404D-978B-664ADF82E576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9B77F2-7A52-47C0-B271-B04DD1BB034C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CFF066-F178-4A72-9686-C2CB4C252620}"/>
              </a:ext>
            </a:extLst>
          </p:cNvPr>
          <p:cNvCxnSpPr>
            <a:cxnSpLocks/>
            <a:stCxn id="29" idx="2"/>
            <a:endCxn id="25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9B9ECCC-19F0-4B97-A762-19CE15886109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ECBC468-6A61-42AD-B461-3C3A02313406}"/>
              </a:ext>
            </a:extLst>
          </p:cNvPr>
          <p:cNvSpPr/>
          <p:nvPr/>
        </p:nvSpPr>
        <p:spPr>
          <a:xfrm>
            <a:off x="891540" y="4353889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9DE366-DEFA-4F76-9C10-BF7468BA5E7B}"/>
              </a:ext>
            </a:extLst>
          </p:cNvPr>
          <p:cNvSpPr txBox="1"/>
          <p:nvPr/>
        </p:nvSpPr>
        <p:spPr>
          <a:xfrm>
            <a:off x="8718989" y="3886418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traveller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83B8B6-42E4-4CFC-ACCB-36FCA73684E7}"/>
              </a:ext>
            </a:extLst>
          </p:cNvPr>
          <p:cNvCxnSpPr>
            <a:cxnSpLocks/>
            <a:stCxn id="31" idx="2"/>
            <a:endCxn id="12" idx="0"/>
          </p:cNvCxnSpPr>
          <p:nvPr/>
        </p:nvCxnSpPr>
        <p:spPr>
          <a:xfrm>
            <a:off x="9309937" y="4255750"/>
            <a:ext cx="768162" cy="3213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153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End</a:t>
            </a:r>
            <a:r>
              <a:rPr lang="en-US" dirty="0"/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EFAF5-4560-49B9-AA25-E329F11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22"/>
            <a:ext cx="5882326" cy="40315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FDCC43-975C-4647-AA6C-ACC7238E1430}"/>
              </a:ext>
            </a:extLst>
          </p:cNvPr>
          <p:cNvSpPr txBox="1"/>
          <p:nvPr/>
        </p:nvSpPr>
        <p:spPr>
          <a:xfrm>
            <a:off x="7336411" y="1240757"/>
            <a:ext cx="376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2: THE LIST IS NOT EMPTY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B79F3-5EF0-4A40-8838-CF246D74D6C4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9BAEE1-6CED-4E77-A1F4-BBBEC058092F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291322-4472-46FB-9DCB-34FB82336E7A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451B45-FAB4-46CF-9721-AD7BDB589804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76E964-7A3A-4093-9452-FB492FD8CBA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086831-9D83-4F7C-AB40-0554EC4F7C5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5CB0E59-3782-4965-9199-5E422A39B2EA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692C4-E8CF-4BAF-9A41-A84F0C0316BE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E90D1D-D011-4155-8700-ABB0391D04A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12EAE7-ED64-4E4F-961C-10FE26A2589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93F502-1079-4433-93F2-78E288EF16F7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6D225B-84C8-4E6E-A634-323B37EFAFEF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121ABD-DE46-412F-A418-3C9269052E81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4CC65C-4937-438E-A046-E4FA8EE485B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3811A-3397-4BC1-88CC-B6CC42B415EF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76F04A-E41A-46FA-B616-C1A58A87BE9F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413345-1BD4-45BF-B804-FE5816BF967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AC21EB-41F6-4F0D-B270-8D2EEE86128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D6F6E4-7725-404D-978B-664ADF82E576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9B77F2-7A52-47C0-B271-B04DD1BB034C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CFF066-F178-4A72-9686-C2CB4C252620}"/>
              </a:ext>
            </a:extLst>
          </p:cNvPr>
          <p:cNvCxnSpPr>
            <a:cxnSpLocks/>
            <a:stCxn id="29" idx="2"/>
            <a:endCxn id="25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9B9ECCC-19F0-4B97-A762-19CE15886109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ECBC468-6A61-42AD-B461-3C3A02313406}"/>
              </a:ext>
            </a:extLst>
          </p:cNvPr>
          <p:cNvSpPr/>
          <p:nvPr/>
        </p:nvSpPr>
        <p:spPr>
          <a:xfrm>
            <a:off x="365760" y="4149070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9DE366-DEFA-4F76-9C10-BF7468BA5E7B}"/>
              </a:ext>
            </a:extLst>
          </p:cNvPr>
          <p:cNvSpPr txBox="1"/>
          <p:nvPr/>
        </p:nvSpPr>
        <p:spPr>
          <a:xfrm>
            <a:off x="8718989" y="3886418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traveller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83B8B6-42E4-4CFC-ACCB-36FCA73684E7}"/>
              </a:ext>
            </a:extLst>
          </p:cNvPr>
          <p:cNvCxnSpPr>
            <a:cxnSpLocks/>
            <a:stCxn id="31" idx="2"/>
            <a:endCxn id="12" idx="0"/>
          </p:cNvCxnSpPr>
          <p:nvPr/>
        </p:nvCxnSpPr>
        <p:spPr>
          <a:xfrm>
            <a:off x="9309937" y="4255750"/>
            <a:ext cx="768162" cy="3213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8678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End</a:t>
            </a:r>
            <a:r>
              <a:rPr lang="en-US" dirty="0"/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EFAF5-4560-49B9-AA25-E329F11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22"/>
            <a:ext cx="5882326" cy="40315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FDCC43-975C-4647-AA6C-ACC7238E1430}"/>
              </a:ext>
            </a:extLst>
          </p:cNvPr>
          <p:cNvSpPr txBox="1"/>
          <p:nvPr/>
        </p:nvSpPr>
        <p:spPr>
          <a:xfrm>
            <a:off x="7336411" y="1240757"/>
            <a:ext cx="376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2: THE LIST IS NOT EMPTY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B79F3-5EF0-4A40-8838-CF246D74D6C4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9BAEE1-6CED-4E77-A1F4-BBBEC058092F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291322-4472-46FB-9DCB-34FB82336E7A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451B45-FAB4-46CF-9721-AD7BDB589804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76E964-7A3A-4093-9452-FB492FD8CBA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086831-9D83-4F7C-AB40-0554EC4F7C5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5CB0E59-3782-4965-9199-5E422A39B2EA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692C4-E8CF-4BAF-9A41-A84F0C0316BE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E90D1D-D011-4155-8700-ABB0391D04A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12EAE7-ED64-4E4F-961C-10FE26A2589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93F502-1079-4433-93F2-78E288EF16F7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6D225B-84C8-4E6E-A634-323B37EFAFEF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121ABD-DE46-412F-A418-3C9269052E81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4CC65C-4937-438E-A046-E4FA8EE485B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3811A-3397-4BC1-88CC-B6CC42B415EF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76F04A-E41A-46FA-B616-C1A58A87BE9F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413345-1BD4-45BF-B804-FE5816BF967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AC21EB-41F6-4F0D-B270-8D2EEE86128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D6F6E4-7725-404D-978B-664ADF82E576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9B77F2-7A52-47C0-B271-B04DD1BB034C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CFF066-F178-4A72-9686-C2CB4C252620}"/>
              </a:ext>
            </a:extLst>
          </p:cNvPr>
          <p:cNvCxnSpPr>
            <a:cxnSpLocks/>
            <a:stCxn id="29" idx="2"/>
            <a:endCxn id="25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9B9ECCC-19F0-4B97-A762-19CE15886109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ECBC468-6A61-42AD-B461-3C3A02313406}"/>
              </a:ext>
            </a:extLst>
          </p:cNvPr>
          <p:cNvSpPr/>
          <p:nvPr/>
        </p:nvSpPr>
        <p:spPr>
          <a:xfrm>
            <a:off x="453202" y="4766982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9DE366-DEFA-4F76-9C10-BF7468BA5E7B}"/>
              </a:ext>
            </a:extLst>
          </p:cNvPr>
          <p:cNvSpPr txBox="1"/>
          <p:nvPr/>
        </p:nvSpPr>
        <p:spPr>
          <a:xfrm>
            <a:off x="8718989" y="3886418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traveller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83B8B6-42E4-4CFC-ACCB-36FCA73684E7}"/>
              </a:ext>
            </a:extLst>
          </p:cNvPr>
          <p:cNvCxnSpPr>
            <a:cxnSpLocks/>
            <a:stCxn id="31" idx="2"/>
            <a:endCxn id="12" idx="0"/>
          </p:cNvCxnSpPr>
          <p:nvPr/>
        </p:nvCxnSpPr>
        <p:spPr>
          <a:xfrm>
            <a:off x="9309937" y="4255750"/>
            <a:ext cx="768162" cy="3213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788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End</a:t>
            </a:r>
            <a:r>
              <a:rPr lang="en-US" dirty="0"/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EFAF5-4560-49B9-AA25-E329F11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22"/>
            <a:ext cx="5882326" cy="40315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FDCC43-975C-4647-AA6C-ACC7238E1430}"/>
              </a:ext>
            </a:extLst>
          </p:cNvPr>
          <p:cNvSpPr txBox="1"/>
          <p:nvPr/>
        </p:nvSpPr>
        <p:spPr>
          <a:xfrm>
            <a:off x="7336411" y="1240757"/>
            <a:ext cx="376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2: THE LIST IS NOT EMPTY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B79F3-5EF0-4A40-8838-CF246D74D6C4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9BAEE1-6CED-4E77-A1F4-BBBEC058092F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291322-4472-46FB-9DCB-34FB82336E7A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451B45-FAB4-46CF-9721-AD7BDB589804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76E964-7A3A-4093-9452-FB492FD8CBA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086831-9D83-4F7C-AB40-0554EC4F7C5D}"/>
              </a:ext>
            </a:extLst>
          </p:cNvPr>
          <p:cNvCxnSpPr>
            <a:cxnSpLocks/>
            <a:stCxn id="13" idx="3"/>
            <a:endCxn id="25" idx="2"/>
          </p:cNvCxnSpPr>
          <p:nvPr/>
        </p:nvCxnSpPr>
        <p:spPr>
          <a:xfrm flipH="1" flipV="1">
            <a:off x="8841292" y="3463256"/>
            <a:ext cx="1886436" cy="12963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692C4-E8CF-4BAF-9A41-A84F0C0316BE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E90D1D-D011-4155-8700-ABB0391D04A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12EAE7-ED64-4E4F-961C-10FE26A2589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93F502-1079-4433-93F2-78E288EF16F7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6D225B-84C8-4E6E-A634-323B37EFAFEF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121ABD-DE46-412F-A418-3C9269052E81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4CC65C-4937-438E-A046-E4FA8EE485B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3811A-3397-4BC1-88CC-B6CC42B415EF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76F04A-E41A-46FA-B616-C1A58A87BE9F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413345-1BD4-45BF-B804-FE5816BF967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AC21EB-41F6-4F0D-B270-8D2EEE86128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D6F6E4-7725-404D-978B-664ADF82E576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9B77F2-7A52-47C0-B271-B04DD1BB034C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CFF066-F178-4A72-9686-C2CB4C252620}"/>
              </a:ext>
            </a:extLst>
          </p:cNvPr>
          <p:cNvCxnSpPr>
            <a:cxnSpLocks/>
            <a:stCxn id="29" idx="2"/>
            <a:endCxn id="25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9B9ECCC-19F0-4B97-A762-19CE15886109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ECBC468-6A61-42AD-B461-3C3A02313406}"/>
              </a:ext>
            </a:extLst>
          </p:cNvPr>
          <p:cNvSpPr/>
          <p:nvPr/>
        </p:nvSpPr>
        <p:spPr>
          <a:xfrm>
            <a:off x="453202" y="4766982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9DE366-DEFA-4F76-9C10-BF7468BA5E7B}"/>
              </a:ext>
            </a:extLst>
          </p:cNvPr>
          <p:cNvSpPr txBox="1"/>
          <p:nvPr/>
        </p:nvSpPr>
        <p:spPr>
          <a:xfrm>
            <a:off x="8718989" y="3886418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traveller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83B8B6-42E4-4CFC-ACCB-36FCA73684E7}"/>
              </a:ext>
            </a:extLst>
          </p:cNvPr>
          <p:cNvCxnSpPr>
            <a:cxnSpLocks/>
            <a:stCxn id="31" idx="2"/>
            <a:endCxn id="12" idx="0"/>
          </p:cNvCxnSpPr>
          <p:nvPr/>
        </p:nvCxnSpPr>
        <p:spPr>
          <a:xfrm>
            <a:off x="9309937" y="4255750"/>
            <a:ext cx="768162" cy="3213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4932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2CE8E-7965-464C-9AAE-B932ACA8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E7C-3EF9-431C-AECC-36D5F33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BBBF-CD33-454E-9697-D6987213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76DF13-9440-472E-8ABE-C868ABEF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At the End</a:t>
            </a:r>
            <a:r>
              <a:rPr lang="en-US" dirty="0"/>
              <a:t>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EFAF5-4560-49B9-AA25-E329F11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22"/>
            <a:ext cx="5882326" cy="40315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FDCC43-975C-4647-AA6C-ACC7238E1430}"/>
              </a:ext>
            </a:extLst>
          </p:cNvPr>
          <p:cNvSpPr txBox="1"/>
          <p:nvPr/>
        </p:nvSpPr>
        <p:spPr>
          <a:xfrm>
            <a:off x="7336411" y="1240757"/>
            <a:ext cx="376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2: THE LIST IS NOT EMPTY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B79F3-5EF0-4A40-8838-CF246D74D6C4}"/>
              </a:ext>
            </a:extLst>
          </p:cNvPr>
          <p:cNvSpPr/>
          <p:nvPr/>
        </p:nvSpPr>
        <p:spPr>
          <a:xfrm>
            <a:off x="5227980" y="4522590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9BAEE1-6CED-4E77-A1F4-BBBEC058092F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5882326" y="4707256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291322-4472-46FB-9DCB-34FB82336E7A}"/>
              </a:ext>
            </a:extLst>
          </p:cNvPr>
          <p:cNvGrpSpPr/>
          <p:nvPr/>
        </p:nvGrpSpPr>
        <p:grpSpPr>
          <a:xfrm>
            <a:off x="9016747" y="4532404"/>
            <a:ext cx="866172" cy="365126"/>
            <a:chOff x="7701700" y="2460395"/>
            <a:chExt cx="1817802" cy="60473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451B45-FAB4-46CF-9721-AD7BDB589804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76E964-7A3A-4093-9452-FB492FD8CBA9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086831-9D83-4F7C-AB40-0554EC4F7C5D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9882919" y="4714968"/>
            <a:ext cx="327503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692C4-E8CF-4BAF-9A41-A84F0C0316BE}"/>
              </a:ext>
            </a:extLst>
          </p:cNvPr>
          <p:cNvGrpSpPr/>
          <p:nvPr/>
        </p:nvGrpSpPr>
        <p:grpSpPr>
          <a:xfrm>
            <a:off x="7735333" y="4522590"/>
            <a:ext cx="864697" cy="414177"/>
            <a:chOff x="7701699" y="2460396"/>
            <a:chExt cx="1817803" cy="604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E90D1D-D011-4155-8700-ABB0391D04A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12EAE7-ED64-4E4F-961C-10FE26A2589A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93F502-1079-4433-93F2-78E288EF16F7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8600030" y="4714967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6D225B-84C8-4E6E-A634-323B37EFAFEF}"/>
              </a:ext>
            </a:extLst>
          </p:cNvPr>
          <p:cNvGrpSpPr/>
          <p:nvPr/>
        </p:nvGrpSpPr>
        <p:grpSpPr>
          <a:xfrm>
            <a:off x="6491602" y="4522591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121ABD-DE46-412F-A418-3C9269052E81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4CC65C-4937-438E-A046-E4FA8EE485B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3811A-3397-4BC1-88CC-B6CC42B415EF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7249776" y="4714967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76F04A-E41A-46FA-B616-C1A58A87BE9F}"/>
              </a:ext>
            </a:extLst>
          </p:cNvPr>
          <p:cNvGrpSpPr/>
          <p:nvPr/>
        </p:nvGrpSpPr>
        <p:grpSpPr>
          <a:xfrm>
            <a:off x="10210422" y="4566175"/>
            <a:ext cx="1044599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413345-1BD4-45BF-B804-FE5816BF967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AC21EB-41F6-4F0D-B270-8D2EEE86128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D6F6E4-7725-404D-978B-664ADF82E576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11255021" y="4717070"/>
            <a:ext cx="261149" cy="126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9B9ECCC-19F0-4B97-A762-19CE15886109}"/>
              </a:ext>
            </a:extLst>
          </p:cNvPr>
          <p:cNvSpPr/>
          <p:nvPr/>
        </p:nvSpPr>
        <p:spPr>
          <a:xfrm>
            <a:off x="11516170" y="4532404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ECBC468-6A61-42AD-B461-3C3A02313406}"/>
              </a:ext>
            </a:extLst>
          </p:cNvPr>
          <p:cNvSpPr/>
          <p:nvPr/>
        </p:nvSpPr>
        <p:spPr>
          <a:xfrm>
            <a:off x="453202" y="4766982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982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864766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15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8153400" y="1334257"/>
            <a:ext cx="2237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1: LIST IS EMPTY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E130EB-4FA2-493A-80C1-18DD5DCB5CA9}"/>
              </a:ext>
            </a:extLst>
          </p:cNvPr>
          <p:cNvSpPr/>
          <p:nvPr/>
        </p:nvSpPr>
        <p:spPr>
          <a:xfrm>
            <a:off x="8153400" y="1826283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F7BFEF-EF80-4DC5-9B9A-10F091E589C2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807746" y="2010949"/>
            <a:ext cx="1036851" cy="3539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C5EEF13-4960-46C4-BE69-3EC4F2E2EF64}"/>
              </a:ext>
            </a:extLst>
          </p:cNvPr>
          <p:cNvSpPr/>
          <p:nvPr/>
        </p:nvSpPr>
        <p:spPr>
          <a:xfrm>
            <a:off x="9738543" y="2180233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1FB2CA9-B7B5-4401-B1F2-CDC7EE7903F8}"/>
              </a:ext>
            </a:extLst>
          </p:cNvPr>
          <p:cNvSpPr/>
          <p:nvPr/>
        </p:nvSpPr>
        <p:spPr>
          <a:xfrm>
            <a:off x="0" y="1143063"/>
            <a:ext cx="457200" cy="194491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622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</p:spTree>
    <p:extLst>
      <p:ext uri="{BB962C8B-B14F-4D97-AF65-F5344CB8AC3E}">
        <p14:creationId xmlns:p14="http://schemas.microsoft.com/office/powerpoint/2010/main" val="3986936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DEDEE-80AC-4136-A7F5-DDA9A8268BB9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eft Brace 27">
            <a:extLst>
              <a:ext uri="{FF2B5EF4-FFF2-40B4-BE49-F238E27FC236}">
                <a16:creationId xmlns:a16="http://schemas.microsoft.com/office/drawing/2014/main" id="{C05C3B6D-195F-4733-9FA6-CFDDE6135293}"/>
              </a:ext>
            </a:extLst>
          </p:cNvPr>
          <p:cNvSpPr/>
          <p:nvPr/>
        </p:nvSpPr>
        <p:spPr>
          <a:xfrm>
            <a:off x="365760" y="2194560"/>
            <a:ext cx="104054" cy="873760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B13E703-6943-4A7E-A6AD-CD0E596ED601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137440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DEDEE-80AC-4136-A7F5-DDA9A8268BB9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eft Brace 27">
            <a:extLst>
              <a:ext uri="{FF2B5EF4-FFF2-40B4-BE49-F238E27FC236}">
                <a16:creationId xmlns:a16="http://schemas.microsoft.com/office/drawing/2014/main" id="{C05C3B6D-195F-4733-9FA6-CFDDE6135293}"/>
              </a:ext>
            </a:extLst>
          </p:cNvPr>
          <p:cNvSpPr/>
          <p:nvPr/>
        </p:nvSpPr>
        <p:spPr>
          <a:xfrm>
            <a:off x="360252" y="3211042"/>
            <a:ext cx="109562" cy="578638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B13E703-6943-4A7E-A6AD-CD0E596ED601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DC92E4-9122-4964-9AB3-1F8AC63B9A9A}"/>
              </a:ext>
            </a:extLst>
          </p:cNvPr>
          <p:cNvSpPr txBox="1"/>
          <p:nvPr/>
        </p:nvSpPr>
        <p:spPr>
          <a:xfrm>
            <a:off x="7272231" y="3793752"/>
            <a:ext cx="391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Assume that we want to insert after 15</a:t>
            </a:r>
          </a:p>
        </p:txBody>
      </p:sp>
    </p:spTree>
    <p:extLst>
      <p:ext uri="{BB962C8B-B14F-4D97-AF65-F5344CB8AC3E}">
        <p14:creationId xmlns:p14="http://schemas.microsoft.com/office/powerpoint/2010/main" val="25402794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DEDEE-80AC-4136-A7F5-DDA9A8268BB9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B13E703-6943-4A7E-A6AD-CD0E596ED601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9433E7-DF03-4654-8809-0746E067F9A3}"/>
              </a:ext>
            </a:extLst>
          </p:cNvPr>
          <p:cNvSpPr/>
          <p:nvPr/>
        </p:nvSpPr>
        <p:spPr>
          <a:xfrm>
            <a:off x="5760720" y="390745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3484BC-942E-4979-B53D-AA5DB89D7031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6882414" y="4092116"/>
            <a:ext cx="833084" cy="826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A388321-FAB7-41E1-9A02-67E395863725}"/>
              </a:ext>
            </a:extLst>
          </p:cNvPr>
          <p:cNvSpPr/>
          <p:nvPr/>
        </p:nvSpPr>
        <p:spPr>
          <a:xfrm>
            <a:off x="110155" y="3985436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621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DEDEE-80AC-4136-A7F5-DDA9A8268BB9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B13E703-6943-4A7E-A6AD-CD0E596ED601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9433E7-DF03-4654-8809-0746E067F9A3}"/>
              </a:ext>
            </a:extLst>
          </p:cNvPr>
          <p:cNvSpPr/>
          <p:nvPr/>
        </p:nvSpPr>
        <p:spPr>
          <a:xfrm>
            <a:off x="5760720" y="390745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3484BC-942E-4979-B53D-AA5DB89D7031}"/>
              </a:ext>
            </a:extLst>
          </p:cNvPr>
          <p:cNvCxnSpPr>
            <a:cxnSpLocks/>
            <a:stCxn id="37" idx="3"/>
            <a:endCxn id="25" idx="0"/>
          </p:cNvCxnSpPr>
          <p:nvPr/>
        </p:nvCxnSpPr>
        <p:spPr>
          <a:xfrm>
            <a:off x="6882414" y="4092116"/>
            <a:ext cx="643541" cy="4751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A388321-FAB7-41E1-9A02-67E395863725}"/>
              </a:ext>
            </a:extLst>
          </p:cNvPr>
          <p:cNvSpPr/>
          <p:nvPr/>
        </p:nvSpPr>
        <p:spPr>
          <a:xfrm>
            <a:off x="161575" y="4223223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093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DEDEE-80AC-4136-A7F5-DDA9A8268BB9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B13E703-6943-4A7E-A6AD-CD0E596ED601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9433E7-DF03-4654-8809-0746E067F9A3}"/>
              </a:ext>
            </a:extLst>
          </p:cNvPr>
          <p:cNvSpPr/>
          <p:nvPr/>
        </p:nvSpPr>
        <p:spPr>
          <a:xfrm>
            <a:off x="5760720" y="390745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3484BC-942E-4979-B53D-AA5DB89D7031}"/>
              </a:ext>
            </a:extLst>
          </p:cNvPr>
          <p:cNvCxnSpPr>
            <a:cxnSpLocks/>
            <a:stCxn id="37" idx="3"/>
            <a:endCxn id="25" idx="0"/>
          </p:cNvCxnSpPr>
          <p:nvPr/>
        </p:nvCxnSpPr>
        <p:spPr>
          <a:xfrm>
            <a:off x="6882414" y="4092116"/>
            <a:ext cx="643541" cy="4751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A388321-FAB7-41E1-9A02-67E395863725}"/>
              </a:ext>
            </a:extLst>
          </p:cNvPr>
          <p:cNvSpPr/>
          <p:nvPr/>
        </p:nvSpPr>
        <p:spPr>
          <a:xfrm>
            <a:off x="160144" y="4460569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84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DEDEE-80AC-4136-A7F5-DDA9A8268BB9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B13E703-6943-4A7E-A6AD-CD0E596ED601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9433E7-DF03-4654-8809-0746E067F9A3}"/>
              </a:ext>
            </a:extLst>
          </p:cNvPr>
          <p:cNvSpPr/>
          <p:nvPr/>
        </p:nvSpPr>
        <p:spPr>
          <a:xfrm>
            <a:off x="5760720" y="390745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3484BC-942E-4979-B53D-AA5DB89D7031}"/>
              </a:ext>
            </a:extLst>
          </p:cNvPr>
          <p:cNvCxnSpPr>
            <a:cxnSpLocks/>
            <a:stCxn id="37" idx="3"/>
            <a:endCxn id="25" idx="0"/>
          </p:cNvCxnSpPr>
          <p:nvPr/>
        </p:nvCxnSpPr>
        <p:spPr>
          <a:xfrm>
            <a:off x="6882414" y="4092116"/>
            <a:ext cx="643541" cy="4751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A388321-FAB7-41E1-9A02-67E395863725}"/>
              </a:ext>
            </a:extLst>
          </p:cNvPr>
          <p:cNvSpPr/>
          <p:nvPr/>
        </p:nvSpPr>
        <p:spPr>
          <a:xfrm>
            <a:off x="469814" y="4645235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806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DEDEE-80AC-4136-A7F5-DDA9A8268BB9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B13E703-6943-4A7E-A6AD-CD0E596ED601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9433E7-DF03-4654-8809-0746E067F9A3}"/>
              </a:ext>
            </a:extLst>
          </p:cNvPr>
          <p:cNvSpPr/>
          <p:nvPr/>
        </p:nvSpPr>
        <p:spPr>
          <a:xfrm>
            <a:off x="5760720" y="390745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3484BC-942E-4979-B53D-AA5DB89D7031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6882414" y="4092116"/>
            <a:ext cx="2130076" cy="4828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A388321-FAB7-41E1-9A02-67E395863725}"/>
              </a:ext>
            </a:extLst>
          </p:cNvPr>
          <p:cNvSpPr/>
          <p:nvPr/>
        </p:nvSpPr>
        <p:spPr>
          <a:xfrm>
            <a:off x="469814" y="5637286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725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DEDEE-80AC-4136-A7F5-DDA9A8268BB9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B13E703-6943-4A7E-A6AD-CD0E596ED601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9433E7-DF03-4654-8809-0746E067F9A3}"/>
              </a:ext>
            </a:extLst>
          </p:cNvPr>
          <p:cNvSpPr/>
          <p:nvPr/>
        </p:nvSpPr>
        <p:spPr>
          <a:xfrm>
            <a:off x="5760720" y="390745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3484BC-942E-4979-B53D-AA5DB89D7031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6882414" y="4092116"/>
            <a:ext cx="2130076" cy="4828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A388321-FAB7-41E1-9A02-67E395863725}"/>
              </a:ext>
            </a:extLst>
          </p:cNvPr>
          <p:cNvSpPr/>
          <p:nvPr/>
        </p:nvSpPr>
        <p:spPr>
          <a:xfrm>
            <a:off x="110155" y="4460569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773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DEDEE-80AC-4136-A7F5-DDA9A8268BB9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B13E703-6943-4A7E-A6AD-CD0E596ED601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9433E7-DF03-4654-8809-0746E067F9A3}"/>
              </a:ext>
            </a:extLst>
          </p:cNvPr>
          <p:cNvSpPr/>
          <p:nvPr/>
        </p:nvSpPr>
        <p:spPr>
          <a:xfrm>
            <a:off x="5760720" y="390745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3484BC-942E-4979-B53D-AA5DB89D7031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6882414" y="4092116"/>
            <a:ext cx="2130076" cy="4828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A388321-FAB7-41E1-9A02-67E395863725}"/>
              </a:ext>
            </a:extLst>
          </p:cNvPr>
          <p:cNvSpPr/>
          <p:nvPr/>
        </p:nvSpPr>
        <p:spPr>
          <a:xfrm>
            <a:off x="453202" y="4652945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365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DEDEE-80AC-4136-A7F5-DDA9A8268BB9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 flipV="1">
            <a:off x="9624741" y="3026376"/>
            <a:ext cx="541615" cy="273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B13E703-6943-4A7E-A6AD-CD0E596ED601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9433E7-DF03-4654-8809-0746E067F9A3}"/>
              </a:ext>
            </a:extLst>
          </p:cNvPr>
          <p:cNvSpPr/>
          <p:nvPr/>
        </p:nvSpPr>
        <p:spPr>
          <a:xfrm>
            <a:off x="5760720" y="390745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3484BC-942E-4979-B53D-AA5DB89D7031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6882414" y="4092116"/>
            <a:ext cx="2130076" cy="4828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A388321-FAB7-41E1-9A02-67E395863725}"/>
              </a:ext>
            </a:extLst>
          </p:cNvPr>
          <p:cNvSpPr/>
          <p:nvPr/>
        </p:nvSpPr>
        <p:spPr>
          <a:xfrm>
            <a:off x="838200" y="4874746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511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DEDEE-80AC-4136-A7F5-DDA9A8268BB9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>
            <a:off x="9624741" y="3299753"/>
            <a:ext cx="236815" cy="14598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629433E7-DF03-4654-8809-0746E067F9A3}"/>
              </a:ext>
            </a:extLst>
          </p:cNvPr>
          <p:cNvSpPr/>
          <p:nvPr/>
        </p:nvSpPr>
        <p:spPr>
          <a:xfrm>
            <a:off x="5760720" y="390745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3484BC-942E-4979-B53D-AA5DB89D7031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6882414" y="4092116"/>
            <a:ext cx="2130076" cy="4828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A388321-FAB7-41E1-9A02-67E395863725}"/>
              </a:ext>
            </a:extLst>
          </p:cNvPr>
          <p:cNvSpPr/>
          <p:nvPr/>
        </p:nvSpPr>
        <p:spPr>
          <a:xfrm>
            <a:off x="838200" y="4874746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145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DEDEE-80AC-4136-A7F5-DDA9A8268BB9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9444839" y="475962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>
            <a:off x="9624741" y="3299753"/>
            <a:ext cx="236815" cy="14598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629433E7-DF03-4654-8809-0746E067F9A3}"/>
              </a:ext>
            </a:extLst>
          </p:cNvPr>
          <p:cNvSpPr/>
          <p:nvPr/>
        </p:nvSpPr>
        <p:spPr>
          <a:xfrm>
            <a:off x="5760720" y="390745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3484BC-942E-4979-B53D-AA5DB89D7031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6882414" y="4092116"/>
            <a:ext cx="2130076" cy="4828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A388321-FAB7-41E1-9A02-67E395863725}"/>
              </a:ext>
            </a:extLst>
          </p:cNvPr>
          <p:cNvSpPr/>
          <p:nvPr/>
        </p:nvSpPr>
        <p:spPr>
          <a:xfrm>
            <a:off x="838200" y="4981426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876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>
            <a:off x="9624741" y="3299753"/>
            <a:ext cx="236815" cy="14598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629433E7-DF03-4654-8809-0746E067F9A3}"/>
              </a:ext>
            </a:extLst>
          </p:cNvPr>
          <p:cNvSpPr/>
          <p:nvPr/>
        </p:nvSpPr>
        <p:spPr>
          <a:xfrm>
            <a:off x="5760720" y="390745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3484BC-942E-4979-B53D-AA5DB89D7031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6882414" y="4092116"/>
            <a:ext cx="2130076" cy="4828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A388321-FAB7-41E1-9A02-67E395863725}"/>
              </a:ext>
            </a:extLst>
          </p:cNvPr>
          <p:cNvSpPr/>
          <p:nvPr/>
        </p:nvSpPr>
        <p:spPr>
          <a:xfrm>
            <a:off x="838200" y="4981426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</p:cNvCxnSpPr>
          <p:nvPr/>
        </p:nvCxnSpPr>
        <p:spPr>
          <a:xfrm flipH="1" flipV="1">
            <a:off x="8580142" y="3299753"/>
            <a:ext cx="864697" cy="14745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3155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6072789" y="4567249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6727135" y="4751915"/>
            <a:ext cx="609276" cy="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9861556" y="457706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727728" y="475962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160814" y="458967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8580142" y="456724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7336411" y="456725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094585" y="475962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>
            <a:off x="9624741" y="3299753"/>
            <a:ext cx="236815" cy="14598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3C1C32-6343-4DD8-82FB-10AB91F6E581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44737-6B4F-4324-B591-939D06FEEE5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629433E7-DF03-4654-8809-0746E067F9A3}"/>
              </a:ext>
            </a:extLst>
          </p:cNvPr>
          <p:cNvSpPr/>
          <p:nvPr/>
        </p:nvSpPr>
        <p:spPr>
          <a:xfrm>
            <a:off x="5760720" y="390745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3484BC-942E-4979-B53D-AA5DB89D7031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6882414" y="4092116"/>
            <a:ext cx="2130076" cy="4828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A388321-FAB7-41E1-9A02-67E395863725}"/>
              </a:ext>
            </a:extLst>
          </p:cNvPr>
          <p:cNvSpPr/>
          <p:nvPr/>
        </p:nvSpPr>
        <p:spPr>
          <a:xfrm>
            <a:off x="838200" y="5276066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</p:cNvCxnSpPr>
          <p:nvPr/>
        </p:nvCxnSpPr>
        <p:spPr>
          <a:xfrm flipH="1" flipV="1">
            <a:off x="8580142" y="3299753"/>
            <a:ext cx="864697" cy="14745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4963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460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CASE 2: LIST IS NOT EMPTY &amp; 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A388321-FAB7-41E1-9A02-67E395863725}"/>
              </a:ext>
            </a:extLst>
          </p:cNvPr>
          <p:cNvSpPr/>
          <p:nvPr/>
        </p:nvSpPr>
        <p:spPr>
          <a:xfrm>
            <a:off x="838200" y="5276066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1528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Left Brace 32">
            <a:extLst>
              <a:ext uri="{FF2B5EF4-FFF2-40B4-BE49-F238E27FC236}">
                <a16:creationId xmlns:a16="http://schemas.microsoft.com/office/drawing/2014/main" id="{285A3C08-6F16-424A-B85A-E0B1CCADF372}"/>
              </a:ext>
            </a:extLst>
          </p:cNvPr>
          <p:cNvSpPr/>
          <p:nvPr/>
        </p:nvSpPr>
        <p:spPr>
          <a:xfrm>
            <a:off x="365760" y="2194560"/>
            <a:ext cx="104054" cy="8737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5193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Left Brace 32">
            <a:extLst>
              <a:ext uri="{FF2B5EF4-FFF2-40B4-BE49-F238E27FC236}">
                <a16:creationId xmlns:a16="http://schemas.microsoft.com/office/drawing/2014/main" id="{285A3C08-6F16-424A-B85A-E0B1CCADF372}"/>
              </a:ext>
            </a:extLst>
          </p:cNvPr>
          <p:cNvSpPr/>
          <p:nvPr/>
        </p:nvSpPr>
        <p:spPr>
          <a:xfrm>
            <a:off x="382498" y="3047911"/>
            <a:ext cx="104054" cy="8737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</p:spTree>
    <p:extLst>
      <p:ext uri="{BB962C8B-B14F-4D97-AF65-F5344CB8AC3E}">
        <p14:creationId xmlns:p14="http://schemas.microsoft.com/office/powerpoint/2010/main" val="9836931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127259" y="3968127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5234021" y="344403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6355715" y="3628696"/>
            <a:ext cx="664409" cy="136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8725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149786" y="4227120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5234021" y="344403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25" idx="0"/>
          </p:cNvCxnSpPr>
          <p:nvPr/>
        </p:nvCxnSpPr>
        <p:spPr>
          <a:xfrm>
            <a:off x="6355715" y="3628696"/>
            <a:ext cx="477218" cy="408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4463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194468" y="4447527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5234021" y="344403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25" idx="0"/>
          </p:cNvCxnSpPr>
          <p:nvPr/>
        </p:nvCxnSpPr>
        <p:spPr>
          <a:xfrm>
            <a:off x="6355715" y="3628696"/>
            <a:ext cx="477218" cy="408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8824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378812" y="5632271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5234021" y="344403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25" idx="0"/>
          </p:cNvCxnSpPr>
          <p:nvPr/>
        </p:nvCxnSpPr>
        <p:spPr>
          <a:xfrm>
            <a:off x="6355715" y="3628696"/>
            <a:ext cx="477218" cy="408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9025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378812" y="5632271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5234021" y="344403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22" idx="0"/>
          </p:cNvCxnSpPr>
          <p:nvPr/>
        </p:nvCxnSpPr>
        <p:spPr>
          <a:xfrm>
            <a:off x="6355715" y="3628696"/>
            <a:ext cx="2118736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1649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186313" y="4428353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5234021" y="344403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22" idx="0"/>
          </p:cNvCxnSpPr>
          <p:nvPr/>
        </p:nvCxnSpPr>
        <p:spPr>
          <a:xfrm>
            <a:off x="6355715" y="3628696"/>
            <a:ext cx="2118736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0007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243839" y="5632271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5234021" y="344403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22" idx="0"/>
          </p:cNvCxnSpPr>
          <p:nvPr/>
        </p:nvCxnSpPr>
        <p:spPr>
          <a:xfrm>
            <a:off x="6355715" y="3628696"/>
            <a:ext cx="2118736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7420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243839" y="5632271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5234021" y="344403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31" idx="0"/>
          </p:cNvCxnSpPr>
          <p:nvPr/>
        </p:nvCxnSpPr>
        <p:spPr>
          <a:xfrm>
            <a:off x="6355715" y="3628696"/>
            <a:ext cx="3339170" cy="408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7449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110155" y="4421797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5234021" y="344403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31" idx="0"/>
          </p:cNvCxnSpPr>
          <p:nvPr/>
        </p:nvCxnSpPr>
        <p:spPr>
          <a:xfrm>
            <a:off x="6355715" y="3628696"/>
            <a:ext cx="3339170" cy="408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5656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453202" y="5630091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5234021" y="344403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16" idx="0"/>
          </p:cNvCxnSpPr>
          <p:nvPr/>
        </p:nvCxnSpPr>
        <p:spPr>
          <a:xfrm>
            <a:off x="6355715" y="3628696"/>
            <a:ext cx="4176520" cy="3702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9510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110155" y="4421797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5234021" y="344403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16" idx="0"/>
          </p:cNvCxnSpPr>
          <p:nvPr/>
        </p:nvCxnSpPr>
        <p:spPr>
          <a:xfrm>
            <a:off x="6355715" y="3628696"/>
            <a:ext cx="4176520" cy="3702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5090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453202" y="5685918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5234021" y="3444030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16" idx="0"/>
          </p:cNvCxnSpPr>
          <p:nvPr/>
        </p:nvCxnSpPr>
        <p:spPr>
          <a:xfrm>
            <a:off x="6355715" y="3628696"/>
            <a:ext cx="4176520" cy="3702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3527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453202" y="5685918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10717663" y="3383693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19" idx="0"/>
          </p:cNvCxnSpPr>
          <p:nvPr/>
        </p:nvCxnSpPr>
        <p:spPr>
          <a:xfrm flipH="1">
            <a:off x="11776944" y="3568359"/>
            <a:ext cx="62413" cy="4906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14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138963" y="4431488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10717663" y="3383693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19" idx="0"/>
          </p:cNvCxnSpPr>
          <p:nvPr/>
        </p:nvCxnSpPr>
        <p:spPr>
          <a:xfrm flipH="1">
            <a:off x="11776944" y="3568359"/>
            <a:ext cx="62413" cy="4906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8739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59DC22-B700-4465-A5B4-501CB4CD4946}"/>
              </a:ext>
            </a:extLst>
          </p:cNvPr>
          <p:cNvGrpSpPr/>
          <p:nvPr/>
        </p:nvGrpSpPr>
        <p:grpSpPr>
          <a:xfrm>
            <a:off x="8580142" y="3136250"/>
            <a:ext cx="1044599" cy="327006"/>
            <a:chOff x="7701699" y="2460396"/>
            <a:chExt cx="1817803" cy="6047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56C002-87B5-4B1E-A8EC-1FAC5982625D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530027-C43E-41AB-9477-2B5F076D69E0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71FDA10-B9C8-4C81-8802-C1E2B3D38700}"/>
              </a:ext>
            </a:extLst>
          </p:cNvPr>
          <p:cNvSpPr txBox="1"/>
          <p:nvPr/>
        </p:nvSpPr>
        <p:spPr>
          <a:xfrm>
            <a:off x="7503637" y="2344750"/>
            <a:ext cx="118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C79F40-5F77-4915-9B4D-366E9FEC2698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>
            <a:off x="8094585" y="2714082"/>
            <a:ext cx="746707" cy="42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BF5EB-7ED0-449A-8743-38394CBD9475}"/>
              </a:ext>
            </a:extLst>
          </p:cNvPr>
          <p:cNvSpPr/>
          <p:nvPr/>
        </p:nvSpPr>
        <p:spPr>
          <a:xfrm>
            <a:off x="10166356" y="284171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6AFAF8-53B9-42F5-8D39-105C93461A8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9624741" y="3047911"/>
            <a:ext cx="548478" cy="25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49A11B-6F40-4481-BAD1-63A21D6E5ACA}"/>
              </a:ext>
            </a:extLst>
          </p:cNvPr>
          <p:cNvSpPr txBox="1"/>
          <p:nvPr/>
        </p:nvSpPr>
        <p:spPr>
          <a:xfrm>
            <a:off x="6623709" y="5309106"/>
            <a:ext cx="391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Assume that we want to insert after 16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Clearly 16 does not exist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160144" y="6070283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470E3-52A2-4CD6-8B01-C9161423036C}"/>
              </a:ext>
            </a:extLst>
          </p:cNvPr>
          <p:cNvSpPr/>
          <p:nvPr/>
        </p:nvSpPr>
        <p:spPr>
          <a:xfrm>
            <a:off x="10717663" y="3383693"/>
            <a:ext cx="112169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A3BE68C-2248-4A8B-8C5D-69AEF56B1F1B}"/>
              </a:ext>
            </a:extLst>
          </p:cNvPr>
          <p:cNvCxnSpPr>
            <a:cxnSpLocks/>
            <a:stCxn id="44" idx="3"/>
            <a:endCxn id="19" idx="0"/>
          </p:cNvCxnSpPr>
          <p:nvPr/>
        </p:nvCxnSpPr>
        <p:spPr>
          <a:xfrm flipH="1">
            <a:off x="11776944" y="3568359"/>
            <a:ext cx="62413" cy="4906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8317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8278B-1BAC-46A4-98D5-A7CEAB33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8128C-8508-4B94-B027-451EE52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DFAAA-0488-4D80-9D2F-411278EB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FFC1A-C49B-430B-8DD7-81C4F19B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68F3F-7779-426B-BF39-4DCD8B0C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Insertion (</a:t>
            </a:r>
            <a:r>
              <a:rPr lang="en-US" b="0" dirty="0"/>
              <a:t>After a particular Node</a:t>
            </a:r>
            <a:r>
              <a:rPr lang="en-US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8108-680D-435E-9940-838DDAC6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" y="894080"/>
            <a:ext cx="7364571" cy="5597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B08A6-25BA-40AB-8FDF-FD7E209898DA}"/>
              </a:ext>
            </a:extLst>
          </p:cNvPr>
          <p:cNvSpPr txBox="1"/>
          <p:nvPr/>
        </p:nvSpPr>
        <p:spPr>
          <a:xfrm>
            <a:off x="7156046" y="1223047"/>
            <a:ext cx="301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CASE 3: LIST IS NOT EMPTY &amp;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DOES NOT </a:t>
            </a:r>
            <a:r>
              <a:rPr lang="en-US" b="1" dirty="0"/>
              <a:t>ELEMENT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92AF5-7E0A-4431-AC80-AC5CFE71BB8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8BA88A-A2FB-4702-AB8D-88FAC10DA6EF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DBA6B3-9E61-44A6-8896-B8C50D7AC66F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47BA02-BCE6-4290-B898-3C0DE63F4807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3AFFC6-8863-4F63-BF99-BE1DB6E3288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9B22F-8CF6-41F5-B8A4-0DBB7A3C46BA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80C7F-E2CE-4069-A0BB-406F60565AF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78272F-4F86-45B8-A4C9-77913C811C76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C1122B-0953-4931-88B8-F89253F6FB35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D66D05-9E7C-41B8-B537-A2201E8EB46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AC91A9-9A10-4650-879D-227F99C407A1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64F7EE-BE34-4FFE-ABA9-A5442ADF25B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5F3C7D-BB23-46E7-9964-B67840B5C748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4BB20-41D6-491D-8AC5-63C8179FC929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CAADAA-1FC4-4BDE-BC0C-8143830D669A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9DC30-7A0C-47C8-BE20-38A32722513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513B66-B997-483F-8EDD-16B3D35A433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7205AE-B787-44B0-A467-7E97CE6D8E1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F7E968-0FFB-4F3C-97AD-C2F62EA3EAF4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6ED226-BFB7-4705-BEBE-1C34EB7A24B3}"/>
              </a:ext>
            </a:extLst>
          </p:cNvPr>
          <p:cNvSpPr/>
          <p:nvPr/>
        </p:nvSpPr>
        <p:spPr>
          <a:xfrm>
            <a:off x="160144" y="6070283"/>
            <a:ext cx="384998" cy="2133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489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57B6-3F8F-4F1E-9471-36FE583D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in  a linked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B2BC9-53F6-4A2E-99A6-7F21709D8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E5DDB-D381-4A72-B19A-FB3606DE6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3B31B-C932-4EAE-A8DB-BFAA0A882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E8D5D-FED2-407D-BE9A-A1121C57D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728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13DAE8-FBCB-43D1-88E2-CF594A772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AEA1D-439C-4C36-83C7-2C53526F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266AF-8735-4842-9599-7BEF7A64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ED808-4B50-48A0-8340-638DA101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B70BD7-58BD-41C4-8018-EA8502E4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beginning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5949BE-D361-4C4E-A16C-528D7A5E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82" y="1820862"/>
            <a:ext cx="639127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417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13DAE8-FBCB-43D1-88E2-CF594A77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909"/>
            <a:ext cx="5948680" cy="49490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AEA1D-439C-4C36-83C7-2C53526F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266AF-8735-4842-9599-7BEF7A64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ED808-4B50-48A0-8340-638DA101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B70BD7-58BD-41C4-8018-EA8502E4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beginning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5949BE-D361-4C4E-A16C-528D7A5E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318702"/>
            <a:ext cx="6391275" cy="25050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F5C3AB-C9CE-4DE7-B38C-802FA9EC8955}"/>
              </a:ext>
            </a:extLst>
          </p:cNvPr>
          <p:cNvSpPr/>
          <p:nvPr/>
        </p:nvSpPr>
        <p:spPr>
          <a:xfrm>
            <a:off x="7555501" y="1227909"/>
            <a:ext cx="26893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1: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empty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186881-8F1D-4538-BBFD-F7C801842BEA}"/>
              </a:ext>
            </a:extLst>
          </p:cNvPr>
          <p:cNvSpPr/>
          <p:nvPr/>
        </p:nvSpPr>
        <p:spPr>
          <a:xfrm>
            <a:off x="7956254" y="2638897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1494FE-704F-4AEA-A913-14F42CB4E0A6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8610600" y="2823563"/>
            <a:ext cx="1036851" cy="3539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5916884-3416-48EA-96AD-319B58BCB2E1}"/>
              </a:ext>
            </a:extLst>
          </p:cNvPr>
          <p:cNvSpPr/>
          <p:nvPr/>
        </p:nvSpPr>
        <p:spPr>
          <a:xfrm>
            <a:off x="9541397" y="2992847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2530883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13DAE8-FBCB-43D1-88E2-CF594A77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909"/>
            <a:ext cx="5948680" cy="49490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AEA1D-439C-4C36-83C7-2C53526F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266AF-8735-4842-9599-7BEF7A64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ED808-4B50-48A0-8340-638DA101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B70BD7-58BD-41C4-8018-EA8502E4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beginning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5949BE-D361-4C4E-A16C-528D7A5E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318702"/>
            <a:ext cx="6391275" cy="25050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F5C3AB-C9CE-4DE7-B38C-802FA9EC8955}"/>
              </a:ext>
            </a:extLst>
          </p:cNvPr>
          <p:cNvSpPr/>
          <p:nvPr/>
        </p:nvSpPr>
        <p:spPr>
          <a:xfrm>
            <a:off x="7555501" y="1227909"/>
            <a:ext cx="26893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1: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empty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186881-8F1D-4538-BBFD-F7C801842BEA}"/>
              </a:ext>
            </a:extLst>
          </p:cNvPr>
          <p:cNvSpPr/>
          <p:nvPr/>
        </p:nvSpPr>
        <p:spPr>
          <a:xfrm>
            <a:off x="7956254" y="2638897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1494FE-704F-4AEA-A913-14F42CB4E0A6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8610600" y="2823563"/>
            <a:ext cx="1036851" cy="3539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5916884-3416-48EA-96AD-319B58BCB2E1}"/>
              </a:ext>
            </a:extLst>
          </p:cNvPr>
          <p:cNvSpPr/>
          <p:nvPr/>
        </p:nvSpPr>
        <p:spPr>
          <a:xfrm>
            <a:off x="9541397" y="2992847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EC158C19-3A35-4891-99BB-287B10788F7A}"/>
              </a:ext>
            </a:extLst>
          </p:cNvPr>
          <p:cNvSpPr/>
          <p:nvPr/>
        </p:nvSpPr>
        <p:spPr>
          <a:xfrm>
            <a:off x="1168400" y="2638897"/>
            <a:ext cx="233680" cy="790103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770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13DAE8-FBCB-43D1-88E2-CF594A77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909"/>
            <a:ext cx="5948680" cy="49490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AEA1D-439C-4C36-83C7-2C53526F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266AF-8735-4842-9599-7BEF7A64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ED808-4B50-48A0-8340-638DA101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B70BD7-58BD-41C4-8018-EA8502E4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beginning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5949BE-D361-4C4E-A16C-528D7A5E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318702"/>
            <a:ext cx="6391275" cy="25050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F5C3AB-C9CE-4DE7-B38C-802FA9EC8955}"/>
              </a:ext>
            </a:extLst>
          </p:cNvPr>
          <p:cNvSpPr/>
          <p:nvPr/>
        </p:nvSpPr>
        <p:spPr>
          <a:xfrm>
            <a:off x="7300047" y="1227909"/>
            <a:ext cx="320023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78C8E7-55F4-47C0-B4DE-40F4814C00EA}"/>
              </a:ext>
            </a:extLst>
          </p:cNvPr>
          <p:cNvSpPr/>
          <p:nvPr/>
        </p:nvSpPr>
        <p:spPr>
          <a:xfrm>
            <a:off x="6786880" y="4202231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EE5353-E72A-4396-8E55-8E76E1505FA1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 flipV="1">
            <a:off x="7441226" y="4322746"/>
            <a:ext cx="451803" cy="641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61EE21-1E0C-43EA-BD07-C9027A0E1E4D}"/>
              </a:ext>
            </a:extLst>
          </p:cNvPr>
          <p:cNvGrpSpPr/>
          <p:nvPr/>
        </p:nvGrpSpPr>
        <p:grpSpPr>
          <a:xfrm>
            <a:off x="10418174" y="414018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DB6E55-AF45-4C0C-B15F-9B698D99883C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08DAC7-BE77-41B7-B327-E2DCDBC8DECE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09687C-F597-4D3F-BEB1-F623FF3A0DBE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284346" y="432274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9869951-3DC2-465D-AB9E-B15AFFAB3F94}"/>
              </a:ext>
            </a:extLst>
          </p:cNvPr>
          <p:cNvSpPr/>
          <p:nvPr/>
        </p:nvSpPr>
        <p:spPr>
          <a:xfrm>
            <a:off x="11717432" y="415279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0890784-DD98-4DC9-B2C2-C7D81DE5ABAA}"/>
              </a:ext>
            </a:extLst>
          </p:cNvPr>
          <p:cNvGrpSpPr/>
          <p:nvPr/>
        </p:nvGrpSpPr>
        <p:grpSpPr>
          <a:xfrm>
            <a:off x="9136760" y="413036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E82C76-BB27-4C3E-956E-077A4702A8C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A06E3F-3E06-48C0-864D-ACAFC9C3EB6D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CF2952-1BC8-4042-B05F-EF7C6508644F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10001457" y="432274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BE9640-EC0D-4B1E-886D-46E4E15A8495}"/>
              </a:ext>
            </a:extLst>
          </p:cNvPr>
          <p:cNvGrpSpPr/>
          <p:nvPr/>
        </p:nvGrpSpPr>
        <p:grpSpPr>
          <a:xfrm>
            <a:off x="7893029" y="413037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C2310EC-EA5B-4E6B-AE6E-D1AE57A28C3A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AD2523-22E8-45B7-AD24-1D2304BEB08C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9B44E7-B086-4F37-A4F9-65510C42D9AA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651203" y="432274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0636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13DAE8-FBCB-43D1-88E2-CF594A77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909"/>
            <a:ext cx="5948680" cy="49490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AEA1D-439C-4C36-83C7-2C53526F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266AF-8735-4842-9599-7BEF7A64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ED808-4B50-48A0-8340-638DA101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B70BD7-58BD-41C4-8018-EA8502E4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beginning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5949BE-D361-4C4E-A16C-528D7A5E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318702"/>
            <a:ext cx="6391275" cy="25050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F5C3AB-C9CE-4DE7-B38C-802FA9EC8955}"/>
              </a:ext>
            </a:extLst>
          </p:cNvPr>
          <p:cNvSpPr/>
          <p:nvPr/>
        </p:nvSpPr>
        <p:spPr>
          <a:xfrm>
            <a:off x="7300047" y="1227909"/>
            <a:ext cx="320023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78C8E7-55F4-47C0-B4DE-40F4814C00EA}"/>
              </a:ext>
            </a:extLst>
          </p:cNvPr>
          <p:cNvSpPr/>
          <p:nvPr/>
        </p:nvSpPr>
        <p:spPr>
          <a:xfrm>
            <a:off x="6786880" y="4202231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EE5353-E72A-4396-8E55-8E76E1505FA1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 flipV="1">
            <a:off x="7441226" y="4322746"/>
            <a:ext cx="451803" cy="641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61EE21-1E0C-43EA-BD07-C9027A0E1E4D}"/>
              </a:ext>
            </a:extLst>
          </p:cNvPr>
          <p:cNvGrpSpPr/>
          <p:nvPr/>
        </p:nvGrpSpPr>
        <p:grpSpPr>
          <a:xfrm>
            <a:off x="10418174" y="414018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DB6E55-AF45-4C0C-B15F-9B698D99883C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08DAC7-BE77-41B7-B327-E2DCDBC8DECE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09687C-F597-4D3F-BEB1-F623FF3A0DBE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284346" y="432274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9869951-3DC2-465D-AB9E-B15AFFAB3F94}"/>
              </a:ext>
            </a:extLst>
          </p:cNvPr>
          <p:cNvSpPr/>
          <p:nvPr/>
        </p:nvSpPr>
        <p:spPr>
          <a:xfrm>
            <a:off x="11717432" y="415279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0890784-DD98-4DC9-B2C2-C7D81DE5ABAA}"/>
              </a:ext>
            </a:extLst>
          </p:cNvPr>
          <p:cNvGrpSpPr/>
          <p:nvPr/>
        </p:nvGrpSpPr>
        <p:grpSpPr>
          <a:xfrm>
            <a:off x="9136760" y="413036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E82C76-BB27-4C3E-956E-077A4702A8C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A06E3F-3E06-48C0-864D-ACAFC9C3EB6D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CF2952-1BC8-4042-B05F-EF7C6508644F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10001457" y="432274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BE9640-EC0D-4B1E-886D-46E4E15A8495}"/>
              </a:ext>
            </a:extLst>
          </p:cNvPr>
          <p:cNvGrpSpPr/>
          <p:nvPr/>
        </p:nvGrpSpPr>
        <p:grpSpPr>
          <a:xfrm>
            <a:off x="7893029" y="413037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C2310EC-EA5B-4E6B-AE6E-D1AE57A28C3A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AD2523-22E8-45B7-AD24-1D2304BEB08C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9B44E7-B086-4F37-A4F9-65510C42D9AA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651203" y="432274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897BEEB-DA19-47BC-BE99-25DBCBE3EEDC}"/>
              </a:ext>
            </a:extLst>
          </p:cNvPr>
          <p:cNvSpPr/>
          <p:nvPr/>
        </p:nvSpPr>
        <p:spPr>
          <a:xfrm>
            <a:off x="6937606" y="5457983"/>
            <a:ext cx="8736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46962E-E499-442A-81B1-8DDFBA48EFCA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7811243" y="5578499"/>
            <a:ext cx="342157" cy="641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row: Right 8">
            <a:extLst>
              <a:ext uri="{FF2B5EF4-FFF2-40B4-BE49-F238E27FC236}">
                <a16:creationId xmlns:a16="http://schemas.microsoft.com/office/drawing/2014/main" id="{46B7E845-04F0-45CA-89C2-17D9D02B9392}"/>
              </a:ext>
            </a:extLst>
          </p:cNvPr>
          <p:cNvSpPr/>
          <p:nvPr/>
        </p:nvSpPr>
        <p:spPr>
          <a:xfrm>
            <a:off x="711200" y="3447503"/>
            <a:ext cx="508000" cy="260897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649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13DAE8-FBCB-43D1-88E2-CF594A77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909"/>
            <a:ext cx="5948680" cy="49490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AEA1D-439C-4C36-83C7-2C53526F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266AF-8735-4842-9599-7BEF7A64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ED808-4B50-48A0-8340-638DA101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B70BD7-58BD-41C4-8018-EA8502E4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beginning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5949BE-D361-4C4E-A16C-528D7A5E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318702"/>
            <a:ext cx="6391275" cy="25050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F5C3AB-C9CE-4DE7-B38C-802FA9EC8955}"/>
              </a:ext>
            </a:extLst>
          </p:cNvPr>
          <p:cNvSpPr/>
          <p:nvPr/>
        </p:nvSpPr>
        <p:spPr>
          <a:xfrm>
            <a:off x="7300047" y="1227909"/>
            <a:ext cx="320023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78C8E7-55F4-47C0-B4DE-40F4814C00EA}"/>
              </a:ext>
            </a:extLst>
          </p:cNvPr>
          <p:cNvSpPr/>
          <p:nvPr/>
        </p:nvSpPr>
        <p:spPr>
          <a:xfrm>
            <a:off x="6786880" y="4202231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EE5353-E72A-4396-8E55-8E76E1505FA1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 flipV="1">
            <a:off x="7441226" y="4322746"/>
            <a:ext cx="451803" cy="641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61EE21-1E0C-43EA-BD07-C9027A0E1E4D}"/>
              </a:ext>
            </a:extLst>
          </p:cNvPr>
          <p:cNvGrpSpPr/>
          <p:nvPr/>
        </p:nvGrpSpPr>
        <p:grpSpPr>
          <a:xfrm>
            <a:off x="10418174" y="414018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DB6E55-AF45-4C0C-B15F-9B698D99883C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08DAC7-BE77-41B7-B327-E2DCDBC8DECE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09687C-F597-4D3F-BEB1-F623FF3A0DBE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284346" y="432274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9869951-3DC2-465D-AB9E-B15AFFAB3F94}"/>
              </a:ext>
            </a:extLst>
          </p:cNvPr>
          <p:cNvSpPr/>
          <p:nvPr/>
        </p:nvSpPr>
        <p:spPr>
          <a:xfrm>
            <a:off x="11717432" y="415279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0890784-DD98-4DC9-B2C2-C7D81DE5ABAA}"/>
              </a:ext>
            </a:extLst>
          </p:cNvPr>
          <p:cNvGrpSpPr/>
          <p:nvPr/>
        </p:nvGrpSpPr>
        <p:grpSpPr>
          <a:xfrm>
            <a:off x="9136760" y="413036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E82C76-BB27-4C3E-956E-077A4702A8C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A06E3F-3E06-48C0-864D-ACAFC9C3EB6D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CF2952-1BC8-4042-B05F-EF7C6508644F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10001457" y="432274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BE9640-EC0D-4B1E-886D-46E4E15A8495}"/>
              </a:ext>
            </a:extLst>
          </p:cNvPr>
          <p:cNvGrpSpPr/>
          <p:nvPr/>
        </p:nvGrpSpPr>
        <p:grpSpPr>
          <a:xfrm>
            <a:off x="7893029" y="413037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C2310EC-EA5B-4E6B-AE6E-D1AE57A28C3A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AD2523-22E8-45B7-AD24-1D2304BEB08C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9B44E7-B086-4F37-A4F9-65510C42D9AA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651203" y="432274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897BEEB-DA19-47BC-BE99-25DBCBE3EEDC}"/>
              </a:ext>
            </a:extLst>
          </p:cNvPr>
          <p:cNvSpPr/>
          <p:nvPr/>
        </p:nvSpPr>
        <p:spPr>
          <a:xfrm>
            <a:off x="6937606" y="5457983"/>
            <a:ext cx="8736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46962E-E499-442A-81B1-8DDFBA48EFCA}"/>
              </a:ext>
            </a:extLst>
          </p:cNvPr>
          <p:cNvCxnSpPr>
            <a:cxnSpLocks/>
            <a:stCxn id="28" idx="3"/>
            <a:endCxn id="25" idx="2"/>
          </p:cNvCxnSpPr>
          <p:nvPr/>
        </p:nvCxnSpPr>
        <p:spPr>
          <a:xfrm flipV="1">
            <a:off x="7811243" y="4515122"/>
            <a:ext cx="271330" cy="11275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row: Right 8">
            <a:extLst>
              <a:ext uri="{FF2B5EF4-FFF2-40B4-BE49-F238E27FC236}">
                <a16:creationId xmlns:a16="http://schemas.microsoft.com/office/drawing/2014/main" id="{46B7E845-04F0-45CA-89C2-17D9D02B9392}"/>
              </a:ext>
            </a:extLst>
          </p:cNvPr>
          <p:cNvSpPr/>
          <p:nvPr/>
        </p:nvSpPr>
        <p:spPr>
          <a:xfrm>
            <a:off x="838200" y="3702436"/>
            <a:ext cx="508000" cy="260897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470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13DAE8-FBCB-43D1-88E2-CF594A77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909"/>
            <a:ext cx="5948680" cy="49490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AEA1D-439C-4C36-83C7-2C53526F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266AF-8735-4842-9599-7BEF7A64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ED808-4B50-48A0-8340-638DA101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B70BD7-58BD-41C4-8018-EA8502E4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beginning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5949BE-D361-4C4E-A16C-528D7A5E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318702"/>
            <a:ext cx="6391275" cy="25050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F5C3AB-C9CE-4DE7-B38C-802FA9EC8955}"/>
              </a:ext>
            </a:extLst>
          </p:cNvPr>
          <p:cNvSpPr/>
          <p:nvPr/>
        </p:nvSpPr>
        <p:spPr>
          <a:xfrm>
            <a:off x="7300047" y="1227909"/>
            <a:ext cx="320023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78C8E7-55F4-47C0-B4DE-40F4814C00EA}"/>
              </a:ext>
            </a:extLst>
          </p:cNvPr>
          <p:cNvSpPr/>
          <p:nvPr/>
        </p:nvSpPr>
        <p:spPr>
          <a:xfrm>
            <a:off x="6786880" y="4202231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EE5353-E72A-4396-8E55-8E76E1505FA1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 flipV="1">
            <a:off x="7441226" y="4322746"/>
            <a:ext cx="451803" cy="641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61EE21-1E0C-43EA-BD07-C9027A0E1E4D}"/>
              </a:ext>
            </a:extLst>
          </p:cNvPr>
          <p:cNvGrpSpPr/>
          <p:nvPr/>
        </p:nvGrpSpPr>
        <p:grpSpPr>
          <a:xfrm>
            <a:off x="10418174" y="414018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DB6E55-AF45-4C0C-B15F-9B698D99883C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08DAC7-BE77-41B7-B327-E2DCDBC8DECE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09687C-F597-4D3F-BEB1-F623FF3A0DBE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284346" y="432274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9869951-3DC2-465D-AB9E-B15AFFAB3F94}"/>
              </a:ext>
            </a:extLst>
          </p:cNvPr>
          <p:cNvSpPr/>
          <p:nvPr/>
        </p:nvSpPr>
        <p:spPr>
          <a:xfrm>
            <a:off x="11717432" y="415279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0890784-DD98-4DC9-B2C2-C7D81DE5ABAA}"/>
              </a:ext>
            </a:extLst>
          </p:cNvPr>
          <p:cNvGrpSpPr/>
          <p:nvPr/>
        </p:nvGrpSpPr>
        <p:grpSpPr>
          <a:xfrm>
            <a:off x="9136760" y="413036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E82C76-BB27-4C3E-956E-077A4702A8C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A06E3F-3E06-48C0-864D-ACAFC9C3EB6D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CF2952-1BC8-4042-B05F-EF7C6508644F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10001457" y="432274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BE9640-EC0D-4B1E-886D-46E4E15A8495}"/>
              </a:ext>
            </a:extLst>
          </p:cNvPr>
          <p:cNvGrpSpPr/>
          <p:nvPr/>
        </p:nvGrpSpPr>
        <p:grpSpPr>
          <a:xfrm>
            <a:off x="7893029" y="413037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C2310EC-EA5B-4E6B-AE6E-D1AE57A28C3A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AD2523-22E8-45B7-AD24-1D2304BEB08C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9B44E7-B086-4F37-A4F9-65510C42D9AA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651203" y="432274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897BEEB-DA19-47BC-BE99-25DBCBE3EEDC}"/>
              </a:ext>
            </a:extLst>
          </p:cNvPr>
          <p:cNvSpPr/>
          <p:nvPr/>
        </p:nvSpPr>
        <p:spPr>
          <a:xfrm>
            <a:off x="6937606" y="5457983"/>
            <a:ext cx="8736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46962E-E499-442A-81B1-8DDFBA48EFCA}"/>
              </a:ext>
            </a:extLst>
          </p:cNvPr>
          <p:cNvCxnSpPr>
            <a:cxnSpLocks/>
            <a:stCxn id="28" idx="3"/>
            <a:endCxn id="25" idx="2"/>
          </p:cNvCxnSpPr>
          <p:nvPr/>
        </p:nvCxnSpPr>
        <p:spPr>
          <a:xfrm flipV="1">
            <a:off x="7811243" y="4515122"/>
            <a:ext cx="271330" cy="11275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row: Right 8">
            <a:extLst>
              <a:ext uri="{FF2B5EF4-FFF2-40B4-BE49-F238E27FC236}">
                <a16:creationId xmlns:a16="http://schemas.microsoft.com/office/drawing/2014/main" id="{46B7E845-04F0-45CA-89C2-17D9D02B9392}"/>
              </a:ext>
            </a:extLst>
          </p:cNvPr>
          <p:cNvSpPr/>
          <p:nvPr/>
        </p:nvSpPr>
        <p:spPr>
          <a:xfrm>
            <a:off x="832740" y="3879286"/>
            <a:ext cx="508000" cy="260897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995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13DAE8-FBCB-43D1-88E2-CF594A77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909"/>
            <a:ext cx="5948680" cy="49490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AEA1D-439C-4C36-83C7-2C53526F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266AF-8735-4842-9599-7BEF7A64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ED808-4B50-48A0-8340-638DA101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B70BD7-58BD-41C4-8018-EA8502E4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beginning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5949BE-D361-4C4E-A16C-528D7A5E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318702"/>
            <a:ext cx="6391275" cy="25050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F5C3AB-C9CE-4DE7-B38C-802FA9EC8955}"/>
              </a:ext>
            </a:extLst>
          </p:cNvPr>
          <p:cNvSpPr/>
          <p:nvPr/>
        </p:nvSpPr>
        <p:spPr>
          <a:xfrm>
            <a:off x="7300047" y="1227909"/>
            <a:ext cx="320023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78C8E7-55F4-47C0-B4DE-40F4814C00EA}"/>
              </a:ext>
            </a:extLst>
          </p:cNvPr>
          <p:cNvSpPr/>
          <p:nvPr/>
        </p:nvSpPr>
        <p:spPr>
          <a:xfrm>
            <a:off x="8651203" y="3345526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EE5353-E72A-4396-8E55-8E76E1505FA1}"/>
              </a:ext>
            </a:extLst>
          </p:cNvPr>
          <p:cNvCxnSpPr>
            <a:cxnSpLocks/>
            <a:stCxn id="13" idx="3"/>
            <a:endCxn id="21" idx="0"/>
          </p:cNvCxnSpPr>
          <p:nvPr/>
        </p:nvCxnSpPr>
        <p:spPr>
          <a:xfrm>
            <a:off x="9305549" y="3530192"/>
            <a:ext cx="47385" cy="6001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61EE21-1E0C-43EA-BD07-C9027A0E1E4D}"/>
              </a:ext>
            </a:extLst>
          </p:cNvPr>
          <p:cNvGrpSpPr/>
          <p:nvPr/>
        </p:nvGrpSpPr>
        <p:grpSpPr>
          <a:xfrm>
            <a:off x="10418174" y="414018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DB6E55-AF45-4C0C-B15F-9B698D99883C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08DAC7-BE77-41B7-B327-E2DCDBC8DECE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09687C-F597-4D3F-BEB1-F623FF3A0DBE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284346" y="432274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9869951-3DC2-465D-AB9E-B15AFFAB3F94}"/>
              </a:ext>
            </a:extLst>
          </p:cNvPr>
          <p:cNvSpPr/>
          <p:nvPr/>
        </p:nvSpPr>
        <p:spPr>
          <a:xfrm>
            <a:off x="11717432" y="415279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0890784-DD98-4DC9-B2C2-C7D81DE5ABAA}"/>
              </a:ext>
            </a:extLst>
          </p:cNvPr>
          <p:cNvGrpSpPr/>
          <p:nvPr/>
        </p:nvGrpSpPr>
        <p:grpSpPr>
          <a:xfrm>
            <a:off x="9136760" y="413036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E82C76-BB27-4C3E-956E-077A4702A8C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A06E3F-3E06-48C0-864D-ACAFC9C3EB6D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CF2952-1BC8-4042-B05F-EF7C6508644F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10001457" y="432274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BE9640-EC0D-4B1E-886D-46E4E15A8495}"/>
              </a:ext>
            </a:extLst>
          </p:cNvPr>
          <p:cNvGrpSpPr/>
          <p:nvPr/>
        </p:nvGrpSpPr>
        <p:grpSpPr>
          <a:xfrm>
            <a:off x="7893029" y="413037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C2310EC-EA5B-4E6B-AE6E-D1AE57A28C3A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AD2523-22E8-45B7-AD24-1D2304BEB08C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9B44E7-B086-4F37-A4F9-65510C42D9AA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651203" y="432274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897BEEB-DA19-47BC-BE99-25DBCBE3EEDC}"/>
              </a:ext>
            </a:extLst>
          </p:cNvPr>
          <p:cNvSpPr/>
          <p:nvPr/>
        </p:nvSpPr>
        <p:spPr>
          <a:xfrm>
            <a:off x="6937606" y="5457983"/>
            <a:ext cx="8736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46962E-E499-442A-81B1-8DDFBA48EFCA}"/>
              </a:ext>
            </a:extLst>
          </p:cNvPr>
          <p:cNvCxnSpPr>
            <a:cxnSpLocks/>
            <a:stCxn id="28" idx="3"/>
            <a:endCxn id="25" idx="2"/>
          </p:cNvCxnSpPr>
          <p:nvPr/>
        </p:nvCxnSpPr>
        <p:spPr>
          <a:xfrm flipV="1">
            <a:off x="7811243" y="4515122"/>
            <a:ext cx="271330" cy="11275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row: Right 8">
            <a:extLst>
              <a:ext uri="{FF2B5EF4-FFF2-40B4-BE49-F238E27FC236}">
                <a16:creationId xmlns:a16="http://schemas.microsoft.com/office/drawing/2014/main" id="{46B7E845-04F0-45CA-89C2-17D9D02B9392}"/>
              </a:ext>
            </a:extLst>
          </p:cNvPr>
          <p:cNvSpPr/>
          <p:nvPr/>
        </p:nvSpPr>
        <p:spPr>
          <a:xfrm>
            <a:off x="832740" y="3879286"/>
            <a:ext cx="508000" cy="260897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6305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13DAE8-FBCB-43D1-88E2-CF594A77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909"/>
            <a:ext cx="5948680" cy="49490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AEA1D-439C-4C36-83C7-2C53526F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266AF-8735-4842-9599-7BEF7A64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ED808-4B50-48A0-8340-638DA101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B70BD7-58BD-41C4-8018-EA8502E4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beginning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5949BE-D361-4C4E-A16C-528D7A5E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318702"/>
            <a:ext cx="6391275" cy="25050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F5C3AB-C9CE-4DE7-B38C-802FA9EC8955}"/>
              </a:ext>
            </a:extLst>
          </p:cNvPr>
          <p:cNvSpPr/>
          <p:nvPr/>
        </p:nvSpPr>
        <p:spPr>
          <a:xfrm>
            <a:off x="7300047" y="1227909"/>
            <a:ext cx="320023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78C8E7-55F4-47C0-B4DE-40F4814C00EA}"/>
              </a:ext>
            </a:extLst>
          </p:cNvPr>
          <p:cNvSpPr/>
          <p:nvPr/>
        </p:nvSpPr>
        <p:spPr>
          <a:xfrm>
            <a:off x="8651203" y="3345526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EE5353-E72A-4396-8E55-8E76E1505FA1}"/>
              </a:ext>
            </a:extLst>
          </p:cNvPr>
          <p:cNvCxnSpPr>
            <a:cxnSpLocks/>
            <a:stCxn id="13" idx="3"/>
            <a:endCxn id="21" idx="0"/>
          </p:cNvCxnSpPr>
          <p:nvPr/>
        </p:nvCxnSpPr>
        <p:spPr>
          <a:xfrm>
            <a:off x="9305549" y="3530192"/>
            <a:ext cx="47385" cy="6001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61EE21-1E0C-43EA-BD07-C9027A0E1E4D}"/>
              </a:ext>
            </a:extLst>
          </p:cNvPr>
          <p:cNvGrpSpPr/>
          <p:nvPr/>
        </p:nvGrpSpPr>
        <p:grpSpPr>
          <a:xfrm>
            <a:off x="10418174" y="414018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DB6E55-AF45-4C0C-B15F-9B698D99883C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08DAC7-BE77-41B7-B327-E2DCDBC8DECE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09687C-F597-4D3F-BEB1-F623FF3A0DBE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284346" y="432274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9869951-3DC2-465D-AB9E-B15AFFAB3F94}"/>
              </a:ext>
            </a:extLst>
          </p:cNvPr>
          <p:cNvSpPr/>
          <p:nvPr/>
        </p:nvSpPr>
        <p:spPr>
          <a:xfrm>
            <a:off x="11717432" y="415279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0890784-DD98-4DC9-B2C2-C7D81DE5ABAA}"/>
              </a:ext>
            </a:extLst>
          </p:cNvPr>
          <p:cNvGrpSpPr/>
          <p:nvPr/>
        </p:nvGrpSpPr>
        <p:grpSpPr>
          <a:xfrm>
            <a:off x="9136760" y="413036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E82C76-BB27-4C3E-956E-077A4702A8C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A06E3F-3E06-48C0-864D-ACAFC9C3EB6D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CF2952-1BC8-4042-B05F-EF7C6508644F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10001457" y="432274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BE9640-EC0D-4B1E-886D-46E4E15A8495}"/>
              </a:ext>
            </a:extLst>
          </p:cNvPr>
          <p:cNvGrpSpPr/>
          <p:nvPr/>
        </p:nvGrpSpPr>
        <p:grpSpPr>
          <a:xfrm>
            <a:off x="7893029" y="4130370"/>
            <a:ext cx="758174" cy="384752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C2310EC-EA5B-4E6B-AE6E-D1AE57A28C3A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AD2523-22E8-45B7-AD24-1D2304BEB08C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9B44E7-B086-4F37-A4F9-65510C42D9AA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8651203" y="4322746"/>
            <a:ext cx="48555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897BEEB-DA19-47BC-BE99-25DBCBE3EEDC}"/>
              </a:ext>
            </a:extLst>
          </p:cNvPr>
          <p:cNvSpPr/>
          <p:nvPr/>
        </p:nvSpPr>
        <p:spPr>
          <a:xfrm>
            <a:off x="6937606" y="5457983"/>
            <a:ext cx="8736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46962E-E499-442A-81B1-8DDFBA48EFCA}"/>
              </a:ext>
            </a:extLst>
          </p:cNvPr>
          <p:cNvCxnSpPr>
            <a:cxnSpLocks/>
            <a:stCxn id="28" idx="3"/>
            <a:endCxn id="25" idx="2"/>
          </p:cNvCxnSpPr>
          <p:nvPr/>
        </p:nvCxnSpPr>
        <p:spPr>
          <a:xfrm flipV="1">
            <a:off x="7811243" y="4515122"/>
            <a:ext cx="271330" cy="11275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row: Right 8">
            <a:extLst>
              <a:ext uri="{FF2B5EF4-FFF2-40B4-BE49-F238E27FC236}">
                <a16:creationId xmlns:a16="http://schemas.microsoft.com/office/drawing/2014/main" id="{46B7E845-04F0-45CA-89C2-17D9D02B9392}"/>
              </a:ext>
            </a:extLst>
          </p:cNvPr>
          <p:cNvSpPr/>
          <p:nvPr/>
        </p:nvSpPr>
        <p:spPr>
          <a:xfrm>
            <a:off x="832740" y="4130369"/>
            <a:ext cx="508000" cy="260897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353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13DAE8-FBCB-43D1-88E2-CF594A77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909"/>
            <a:ext cx="5948680" cy="49490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AEA1D-439C-4C36-83C7-2C53526F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266AF-8735-4842-9599-7BEF7A64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ED808-4B50-48A0-8340-638DA101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B70BD7-58BD-41C4-8018-EA8502E4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beginning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5949BE-D361-4C4E-A16C-528D7A5E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318702"/>
            <a:ext cx="6391275" cy="25050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F5C3AB-C9CE-4DE7-B38C-802FA9EC8955}"/>
              </a:ext>
            </a:extLst>
          </p:cNvPr>
          <p:cNvSpPr/>
          <p:nvPr/>
        </p:nvSpPr>
        <p:spPr>
          <a:xfrm>
            <a:off x="7300047" y="1227909"/>
            <a:ext cx="320023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78C8E7-55F4-47C0-B4DE-40F4814C00EA}"/>
              </a:ext>
            </a:extLst>
          </p:cNvPr>
          <p:cNvSpPr/>
          <p:nvPr/>
        </p:nvSpPr>
        <p:spPr>
          <a:xfrm>
            <a:off x="8651203" y="3345526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EE5353-E72A-4396-8E55-8E76E1505FA1}"/>
              </a:ext>
            </a:extLst>
          </p:cNvPr>
          <p:cNvCxnSpPr>
            <a:cxnSpLocks/>
            <a:stCxn id="13" idx="3"/>
            <a:endCxn id="21" idx="0"/>
          </p:cNvCxnSpPr>
          <p:nvPr/>
        </p:nvCxnSpPr>
        <p:spPr>
          <a:xfrm>
            <a:off x="9305549" y="3530192"/>
            <a:ext cx="47385" cy="6001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61EE21-1E0C-43EA-BD07-C9027A0E1E4D}"/>
              </a:ext>
            </a:extLst>
          </p:cNvPr>
          <p:cNvGrpSpPr/>
          <p:nvPr/>
        </p:nvGrpSpPr>
        <p:grpSpPr>
          <a:xfrm>
            <a:off x="10418174" y="414018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DB6E55-AF45-4C0C-B15F-9B698D99883C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08DAC7-BE77-41B7-B327-E2DCDBC8DECE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09687C-F597-4D3F-BEB1-F623FF3A0DBE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284346" y="432274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9869951-3DC2-465D-AB9E-B15AFFAB3F94}"/>
              </a:ext>
            </a:extLst>
          </p:cNvPr>
          <p:cNvSpPr/>
          <p:nvPr/>
        </p:nvSpPr>
        <p:spPr>
          <a:xfrm>
            <a:off x="11717432" y="415279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0890784-DD98-4DC9-B2C2-C7D81DE5ABAA}"/>
              </a:ext>
            </a:extLst>
          </p:cNvPr>
          <p:cNvGrpSpPr/>
          <p:nvPr/>
        </p:nvGrpSpPr>
        <p:grpSpPr>
          <a:xfrm>
            <a:off x="9136760" y="413036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E82C76-BB27-4C3E-956E-077A4702A8C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A06E3F-3E06-48C0-864D-ACAFC9C3EB6D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CF2952-1BC8-4042-B05F-EF7C6508644F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10001457" y="432274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897BEEB-DA19-47BC-BE99-25DBCBE3EEDC}"/>
              </a:ext>
            </a:extLst>
          </p:cNvPr>
          <p:cNvSpPr/>
          <p:nvPr/>
        </p:nvSpPr>
        <p:spPr>
          <a:xfrm>
            <a:off x="6937606" y="5457983"/>
            <a:ext cx="8736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46962E-E499-442A-81B1-8DDFBA48EFCA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7811243" y="4515122"/>
            <a:ext cx="271330" cy="11275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row: Right 8">
            <a:extLst>
              <a:ext uri="{FF2B5EF4-FFF2-40B4-BE49-F238E27FC236}">
                <a16:creationId xmlns:a16="http://schemas.microsoft.com/office/drawing/2014/main" id="{46B7E845-04F0-45CA-89C2-17D9D02B9392}"/>
              </a:ext>
            </a:extLst>
          </p:cNvPr>
          <p:cNvSpPr/>
          <p:nvPr/>
        </p:nvSpPr>
        <p:spPr>
          <a:xfrm>
            <a:off x="832740" y="4130369"/>
            <a:ext cx="508000" cy="260897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97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13DAE8-FBCB-43D1-88E2-CF594A77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909"/>
            <a:ext cx="5948680" cy="49490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AEA1D-439C-4C36-83C7-2C53526F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266AF-8735-4842-9599-7BEF7A64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ED808-4B50-48A0-8340-638DA101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B70BD7-58BD-41C4-8018-EA8502E4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beginning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5949BE-D361-4C4E-A16C-528D7A5E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318702"/>
            <a:ext cx="6391275" cy="25050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F5C3AB-C9CE-4DE7-B38C-802FA9EC8955}"/>
              </a:ext>
            </a:extLst>
          </p:cNvPr>
          <p:cNvSpPr/>
          <p:nvPr/>
        </p:nvSpPr>
        <p:spPr>
          <a:xfrm>
            <a:off x="7300047" y="1227909"/>
            <a:ext cx="320023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78C8E7-55F4-47C0-B4DE-40F4814C00EA}"/>
              </a:ext>
            </a:extLst>
          </p:cNvPr>
          <p:cNvSpPr/>
          <p:nvPr/>
        </p:nvSpPr>
        <p:spPr>
          <a:xfrm>
            <a:off x="8651203" y="3345526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EE5353-E72A-4396-8E55-8E76E1505FA1}"/>
              </a:ext>
            </a:extLst>
          </p:cNvPr>
          <p:cNvCxnSpPr>
            <a:cxnSpLocks/>
            <a:stCxn id="13" idx="3"/>
            <a:endCxn id="21" idx="0"/>
          </p:cNvCxnSpPr>
          <p:nvPr/>
        </p:nvCxnSpPr>
        <p:spPr>
          <a:xfrm>
            <a:off x="9305549" y="3530192"/>
            <a:ext cx="47385" cy="6001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61EE21-1E0C-43EA-BD07-C9027A0E1E4D}"/>
              </a:ext>
            </a:extLst>
          </p:cNvPr>
          <p:cNvGrpSpPr/>
          <p:nvPr/>
        </p:nvGrpSpPr>
        <p:grpSpPr>
          <a:xfrm>
            <a:off x="10418174" y="4140183"/>
            <a:ext cx="866172" cy="365126"/>
            <a:chOff x="7701700" y="2460395"/>
            <a:chExt cx="1817802" cy="6047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DB6E55-AF45-4C0C-B15F-9B698D99883C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08DAC7-BE77-41B7-B327-E2DCDBC8DECE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09687C-F597-4D3F-BEB1-F623FF3A0DBE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1284346" y="4322747"/>
            <a:ext cx="433086" cy="14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9869951-3DC2-465D-AB9E-B15AFFAB3F94}"/>
              </a:ext>
            </a:extLst>
          </p:cNvPr>
          <p:cNvSpPr/>
          <p:nvPr/>
        </p:nvSpPr>
        <p:spPr>
          <a:xfrm>
            <a:off x="11717432" y="415279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0890784-DD98-4DC9-B2C2-C7D81DE5ABAA}"/>
              </a:ext>
            </a:extLst>
          </p:cNvPr>
          <p:cNvGrpSpPr/>
          <p:nvPr/>
        </p:nvGrpSpPr>
        <p:grpSpPr>
          <a:xfrm>
            <a:off x="9136760" y="4130369"/>
            <a:ext cx="864697" cy="414177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E82C76-BB27-4C3E-956E-077A4702A8CF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A06E3F-3E06-48C0-864D-ACAFC9C3EB6D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CF2952-1BC8-4042-B05F-EF7C6508644F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10001457" y="4322746"/>
            <a:ext cx="416717" cy="147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row: Right 8">
            <a:extLst>
              <a:ext uri="{FF2B5EF4-FFF2-40B4-BE49-F238E27FC236}">
                <a16:creationId xmlns:a16="http://schemas.microsoft.com/office/drawing/2014/main" id="{46B7E845-04F0-45CA-89C2-17D9D02B9392}"/>
              </a:ext>
            </a:extLst>
          </p:cNvPr>
          <p:cNvSpPr/>
          <p:nvPr/>
        </p:nvSpPr>
        <p:spPr>
          <a:xfrm>
            <a:off x="832740" y="4130369"/>
            <a:ext cx="508000" cy="260897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84187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555501" y="1227909"/>
            <a:ext cx="26893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1: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empty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3A316C-1202-446F-ADF4-FBFDBF4179A1}"/>
              </a:ext>
            </a:extLst>
          </p:cNvPr>
          <p:cNvSpPr/>
          <p:nvPr/>
        </p:nvSpPr>
        <p:spPr>
          <a:xfrm>
            <a:off x="7956254" y="2638897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8ADB3D-9F15-45C2-A42A-7F05F412E20F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610600" y="2823563"/>
            <a:ext cx="1036851" cy="3539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246FE90-39DC-4CF0-AD51-EB3F38661BED}"/>
              </a:ext>
            </a:extLst>
          </p:cNvPr>
          <p:cNvSpPr/>
          <p:nvPr/>
        </p:nvSpPr>
        <p:spPr>
          <a:xfrm>
            <a:off x="9541397" y="2992847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10E74372-BDB4-4199-9CD2-37479C8A3705}"/>
              </a:ext>
            </a:extLst>
          </p:cNvPr>
          <p:cNvSpPr/>
          <p:nvPr/>
        </p:nvSpPr>
        <p:spPr>
          <a:xfrm>
            <a:off x="934720" y="1521297"/>
            <a:ext cx="233680" cy="790103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969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</p:txBody>
      </p:sp>
    </p:spTree>
    <p:extLst>
      <p:ext uri="{BB962C8B-B14F-4D97-AF65-F5344CB8AC3E}">
        <p14:creationId xmlns:p14="http://schemas.microsoft.com/office/powerpoint/2010/main" val="2311134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02820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747077" y="2335195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386207" y="2792470"/>
            <a:ext cx="96250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</p:cNvCxnSpPr>
          <p:nvPr/>
        </p:nvCxnSpPr>
        <p:spPr>
          <a:xfrm>
            <a:off x="7022476" y="3169158"/>
            <a:ext cx="13983" cy="853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8485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747077" y="2545542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</p:cNvCxnSpPr>
          <p:nvPr/>
        </p:nvCxnSpPr>
        <p:spPr>
          <a:xfrm flipH="1">
            <a:off x="6096000" y="3023629"/>
            <a:ext cx="371452" cy="5123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12020" y="3145750"/>
            <a:ext cx="768924" cy="8912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E0D517A-4DD0-4538-9641-54230FB4E788}"/>
              </a:ext>
            </a:extLst>
          </p:cNvPr>
          <p:cNvSpPr/>
          <p:nvPr/>
        </p:nvSpPr>
        <p:spPr>
          <a:xfrm>
            <a:off x="5747475" y="345931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42562794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838200" y="2993471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</p:cNvCxnSpPr>
          <p:nvPr/>
        </p:nvCxnSpPr>
        <p:spPr>
          <a:xfrm flipH="1">
            <a:off x="6096000" y="3023629"/>
            <a:ext cx="371452" cy="5123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12020" y="3145750"/>
            <a:ext cx="768924" cy="8912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E0D517A-4DD0-4538-9641-54230FB4E788}"/>
              </a:ext>
            </a:extLst>
          </p:cNvPr>
          <p:cNvSpPr/>
          <p:nvPr/>
        </p:nvSpPr>
        <p:spPr>
          <a:xfrm>
            <a:off x="5747475" y="345931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34937360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1183640" y="3235791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</p:cNvCxnSpPr>
          <p:nvPr/>
        </p:nvCxnSpPr>
        <p:spPr>
          <a:xfrm flipH="1">
            <a:off x="6096000" y="3023629"/>
            <a:ext cx="371452" cy="5123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12020" y="3145750"/>
            <a:ext cx="768924" cy="8912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E0D517A-4DD0-4538-9641-54230FB4E788}"/>
              </a:ext>
            </a:extLst>
          </p:cNvPr>
          <p:cNvSpPr/>
          <p:nvPr/>
        </p:nvSpPr>
        <p:spPr>
          <a:xfrm>
            <a:off x="5747475" y="345931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24168982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1183640" y="3235791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</p:cNvCxnSpPr>
          <p:nvPr/>
        </p:nvCxnSpPr>
        <p:spPr>
          <a:xfrm>
            <a:off x="6467452" y="3023629"/>
            <a:ext cx="689950" cy="1035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12020" y="3145750"/>
            <a:ext cx="768924" cy="8912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26867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1224280" y="3429000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</p:cNvCxnSpPr>
          <p:nvPr/>
        </p:nvCxnSpPr>
        <p:spPr>
          <a:xfrm>
            <a:off x="6467452" y="3023629"/>
            <a:ext cx="689950" cy="1035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12020" y="3145750"/>
            <a:ext cx="768924" cy="8912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2233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1224280" y="3429000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</p:cNvCxnSpPr>
          <p:nvPr/>
        </p:nvCxnSpPr>
        <p:spPr>
          <a:xfrm>
            <a:off x="6467452" y="3023629"/>
            <a:ext cx="689950" cy="1035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980944" y="3145750"/>
            <a:ext cx="493507" cy="9051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645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747077" y="3023629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</p:cNvCxnSpPr>
          <p:nvPr/>
        </p:nvCxnSpPr>
        <p:spPr>
          <a:xfrm>
            <a:off x="6467452" y="3023629"/>
            <a:ext cx="689950" cy="1035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980944" y="3145750"/>
            <a:ext cx="493507" cy="9051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9958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1204277" y="3205480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467452" y="3023629"/>
            <a:ext cx="2006999" cy="1027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980944" y="3145750"/>
            <a:ext cx="493507" cy="9051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90550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1265237" y="3425486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467452" y="3023629"/>
            <a:ext cx="2006999" cy="1027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  <a:endCxn id="25" idx="3"/>
          </p:cNvCxnSpPr>
          <p:nvPr/>
        </p:nvCxnSpPr>
        <p:spPr>
          <a:xfrm>
            <a:off x="7980944" y="3145750"/>
            <a:ext cx="1505169" cy="1054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0798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747077" y="2953728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467452" y="3023629"/>
            <a:ext cx="2006999" cy="1027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  <a:endCxn id="25" idx="3"/>
          </p:cNvCxnSpPr>
          <p:nvPr/>
        </p:nvCxnSpPr>
        <p:spPr>
          <a:xfrm>
            <a:off x="7980944" y="3145750"/>
            <a:ext cx="1505169" cy="1054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34191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1183957" y="3208155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467452" y="3023629"/>
            <a:ext cx="2809890" cy="1013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  <a:endCxn id="25" idx="3"/>
          </p:cNvCxnSpPr>
          <p:nvPr/>
        </p:nvCxnSpPr>
        <p:spPr>
          <a:xfrm>
            <a:off x="7980944" y="3145750"/>
            <a:ext cx="1505169" cy="1054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2130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1295717" y="3429000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467452" y="3023629"/>
            <a:ext cx="2809890" cy="1013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8866604" y="2516036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</p:cNvCxnSpPr>
          <p:nvPr/>
        </p:nvCxnSpPr>
        <p:spPr>
          <a:xfrm>
            <a:off x="9502874" y="2892724"/>
            <a:ext cx="1505169" cy="1054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60181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612298" y="2918124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467452" y="3023629"/>
            <a:ext cx="2809890" cy="1013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8866604" y="2516036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</p:cNvCxnSpPr>
          <p:nvPr/>
        </p:nvCxnSpPr>
        <p:spPr>
          <a:xfrm>
            <a:off x="9502874" y="2892724"/>
            <a:ext cx="1505169" cy="1054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3995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747077" y="4079258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467452" y="3023629"/>
            <a:ext cx="2809890" cy="1013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8866604" y="2516036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</p:cNvCxnSpPr>
          <p:nvPr/>
        </p:nvCxnSpPr>
        <p:spPr>
          <a:xfrm>
            <a:off x="9502874" y="2892724"/>
            <a:ext cx="1505169" cy="1054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51060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292F2-4C81-40A2-AA53-CD546275599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E9614-8BDC-4719-AED5-E8E7456B9B45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E4797E-15D1-4142-94F7-3C692E3DE67B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22237-FE2C-4630-BB66-2D1D9CF453D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C8A55-52F5-44F0-A7D3-5ECC74CC7118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903656" y="4200548"/>
            <a:ext cx="622104" cy="6965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1217320" y="4300026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467452" y="3023629"/>
            <a:ext cx="2809890" cy="1013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8866604" y="2516036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</p:cNvCxnSpPr>
          <p:nvPr/>
        </p:nvCxnSpPr>
        <p:spPr>
          <a:xfrm>
            <a:off x="9502874" y="2892724"/>
            <a:ext cx="1505169" cy="1054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CD1AED0-79D3-4167-BB94-5B5739538D01}"/>
              </a:ext>
            </a:extLst>
          </p:cNvPr>
          <p:cNvSpPr/>
          <p:nvPr/>
        </p:nvSpPr>
        <p:spPr>
          <a:xfrm>
            <a:off x="10446671" y="484426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10676637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903656" y="4200548"/>
            <a:ext cx="622104" cy="6965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832336" y="5406571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6AC8B-A047-4DDD-9B3D-70CF423C50CC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90242C-A632-4835-8BE9-EBA8B18EAE58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467452" y="3023629"/>
            <a:ext cx="2809890" cy="1013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4869D-77FD-48D7-9B09-EDE1611415D7}"/>
              </a:ext>
            </a:extLst>
          </p:cNvPr>
          <p:cNvSpPr/>
          <p:nvPr/>
        </p:nvSpPr>
        <p:spPr>
          <a:xfrm>
            <a:off x="8866604" y="2516036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5DA245-9A46-49CF-8251-1CE68003E089}"/>
              </a:ext>
            </a:extLst>
          </p:cNvPr>
          <p:cNvCxnSpPr>
            <a:cxnSpLocks/>
          </p:cNvCxnSpPr>
          <p:nvPr/>
        </p:nvCxnSpPr>
        <p:spPr>
          <a:xfrm>
            <a:off x="9502874" y="2892724"/>
            <a:ext cx="1505169" cy="1054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CD1AED0-79D3-4167-BB94-5B5739538D01}"/>
              </a:ext>
            </a:extLst>
          </p:cNvPr>
          <p:cNvSpPr/>
          <p:nvPr/>
        </p:nvSpPr>
        <p:spPr>
          <a:xfrm>
            <a:off x="10446671" y="4844260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2662653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348715" y="1227909"/>
            <a:ext cx="310290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are many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Elements in the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77F7A-CA4C-46BB-8040-D7EED49AC019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702540-FF6F-430B-AA46-F77371EB9AB0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A41591-1451-4CF0-B253-7DB25B9BEBC3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BA1CF-EB65-4C10-A147-02AD7D4D3AF7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DEAECC-C41E-429A-B595-2F9DFCFF8C74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560AC-0C56-40DF-ACAE-DE116AED9F9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9D2251-128F-44F3-AECD-0D9227F217E8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903656" y="4200548"/>
            <a:ext cx="688092" cy="1635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329367-E459-4B36-95A8-D8A4DBD2F7F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07B0CC0-45B0-4FAA-BDB4-61ACE4BDEFD9}"/>
              </a:ext>
            </a:extLst>
          </p:cNvPr>
          <p:cNvSpPr/>
          <p:nvPr/>
        </p:nvSpPr>
        <p:spPr>
          <a:xfrm>
            <a:off x="832336" y="5406571"/>
            <a:ext cx="451803" cy="2235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D1AED0-79D3-4167-BB94-5B5739538D01}"/>
              </a:ext>
            </a:extLst>
          </p:cNvPr>
          <p:cNvSpPr/>
          <p:nvPr/>
        </p:nvSpPr>
        <p:spPr>
          <a:xfrm>
            <a:off x="10591748" y="4179502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34391450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237370" y="1227909"/>
            <a:ext cx="332559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3: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is only one element</a:t>
            </a:r>
            <a:endParaRPr lang="en-US" sz="20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7480634" y="3731690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8134980" y="3916356"/>
            <a:ext cx="496167" cy="3184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8631147" y="4042454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 flipV="1">
            <a:off x="9389321" y="4056379"/>
            <a:ext cx="715571" cy="1784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CD1AED0-79D3-4167-BB94-5B5739538D01}"/>
              </a:ext>
            </a:extLst>
          </p:cNvPr>
          <p:cNvSpPr/>
          <p:nvPr/>
        </p:nvSpPr>
        <p:spPr>
          <a:xfrm>
            <a:off x="10104892" y="3871713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01B7D3-E9C7-4BD9-A68B-FEBFA793F408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4B98EA-172A-453F-9E08-B8ACA5DD2533}"/>
              </a:ext>
            </a:extLst>
          </p:cNvPr>
          <p:cNvCxnSpPr>
            <a:cxnSpLocks/>
          </p:cNvCxnSpPr>
          <p:nvPr/>
        </p:nvCxnSpPr>
        <p:spPr>
          <a:xfrm>
            <a:off x="6467452" y="3023629"/>
            <a:ext cx="238148" cy="7080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D15268F-3666-44E3-A93A-54002599317F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A4C771-A002-4675-BF34-81C78514BB8C}"/>
              </a:ext>
            </a:extLst>
          </p:cNvPr>
          <p:cNvCxnSpPr>
            <a:cxnSpLocks/>
          </p:cNvCxnSpPr>
          <p:nvPr/>
        </p:nvCxnSpPr>
        <p:spPr>
          <a:xfrm>
            <a:off x="7980944" y="3145750"/>
            <a:ext cx="1029290" cy="896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691FB6B4-BAD2-4F0D-B25B-8818CCBE956B}"/>
              </a:ext>
            </a:extLst>
          </p:cNvPr>
          <p:cNvSpPr/>
          <p:nvPr/>
        </p:nvSpPr>
        <p:spPr>
          <a:xfrm>
            <a:off x="747077" y="2550160"/>
            <a:ext cx="573723" cy="3693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0956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237370" y="1227909"/>
            <a:ext cx="332559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3: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is only one element</a:t>
            </a:r>
            <a:endParaRPr lang="en-US" sz="20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7480634" y="3731690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8134980" y="3916356"/>
            <a:ext cx="496167" cy="3184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8631147" y="4042454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 flipV="1">
            <a:off x="9389321" y="4056379"/>
            <a:ext cx="715571" cy="1784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CD1AED0-79D3-4167-BB94-5B5739538D01}"/>
              </a:ext>
            </a:extLst>
          </p:cNvPr>
          <p:cNvSpPr/>
          <p:nvPr/>
        </p:nvSpPr>
        <p:spPr>
          <a:xfrm>
            <a:off x="10104892" y="3871713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01B7D3-E9C7-4BD9-A68B-FEBFA793F408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4B98EA-172A-453F-9E08-B8ACA5DD2533}"/>
              </a:ext>
            </a:extLst>
          </p:cNvPr>
          <p:cNvCxnSpPr>
            <a:cxnSpLocks/>
          </p:cNvCxnSpPr>
          <p:nvPr/>
        </p:nvCxnSpPr>
        <p:spPr>
          <a:xfrm>
            <a:off x="6467452" y="3023629"/>
            <a:ext cx="238148" cy="7080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D15268F-3666-44E3-A93A-54002599317F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A4C771-A002-4675-BF34-81C78514BB8C}"/>
              </a:ext>
            </a:extLst>
          </p:cNvPr>
          <p:cNvCxnSpPr>
            <a:cxnSpLocks/>
          </p:cNvCxnSpPr>
          <p:nvPr/>
        </p:nvCxnSpPr>
        <p:spPr>
          <a:xfrm>
            <a:off x="7980944" y="3145750"/>
            <a:ext cx="1029290" cy="896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691FB6B4-BAD2-4F0D-B25B-8818CCBE956B}"/>
              </a:ext>
            </a:extLst>
          </p:cNvPr>
          <p:cNvSpPr/>
          <p:nvPr/>
        </p:nvSpPr>
        <p:spPr>
          <a:xfrm>
            <a:off x="559805" y="2953728"/>
            <a:ext cx="573723" cy="3693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73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237370" y="1227909"/>
            <a:ext cx="332559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3: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is only one element</a:t>
            </a:r>
            <a:endParaRPr lang="en-US" sz="20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7480634" y="3731690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8134980" y="3916356"/>
            <a:ext cx="496167" cy="3184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8631147" y="4042454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 flipV="1">
            <a:off x="9389321" y="4056379"/>
            <a:ext cx="715571" cy="1784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CD1AED0-79D3-4167-BB94-5B5739538D01}"/>
              </a:ext>
            </a:extLst>
          </p:cNvPr>
          <p:cNvSpPr/>
          <p:nvPr/>
        </p:nvSpPr>
        <p:spPr>
          <a:xfrm>
            <a:off x="10104892" y="3871713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01B7D3-E9C7-4BD9-A68B-FEBFA793F408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4B98EA-172A-453F-9E08-B8ACA5DD2533}"/>
              </a:ext>
            </a:extLst>
          </p:cNvPr>
          <p:cNvCxnSpPr>
            <a:cxnSpLocks/>
          </p:cNvCxnSpPr>
          <p:nvPr/>
        </p:nvCxnSpPr>
        <p:spPr>
          <a:xfrm>
            <a:off x="6467452" y="3023629"/>
            <a:ext cx="238148" cy="7080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D15268F-3666-44E3-A93A-54002599317F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A4C771-A002-4675-BF34-81C78514BB8C}"/>
              </a:ext>
            </a:extLst>
          </p:cNvPr>
          <p:cNvCxnSpPr>
            <a:cxnSpLocks/>
          </p:cNvCxnSpPr>
          <p:nvPr/>
        </p:nvCxnSpPr>
        <p:spPr>
          <a:xfrm>
            <a:off x="7980944" y="3145750"/>
            <a:ext cx="1029290" cy="896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691FB6B4-BAD2-4F0D-B25B-8818CCBE956B}"/>
              </a:ext>
            </a:extLst>
          </p:cNvPr>
          <p:cNvSpPr/>
          <p:nvPr/>
        </p:nvSpPr>
        <p:spPr>
          <a:xfrm>
            <a:off x="559805" y="4042454"/>
            <a:ext cx="573723" cy="3693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7279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237370" y="1227909"/>
            <a:ext cx="332559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3: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is only one element</a:t>
            </a:r>
            <a:endParaRPr lang="en-US" sz="20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7480634" y="3731690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134980" y="3916356"/>
            <a:ext cx="117080" cy="7779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C26CDA-5AF5-40FE-98A6-C452A3DF4422}"/>
              </a:ext>
            </a:extLst>
          </p:cNvPr>
          <p:cNvGrpSpPr/>
          <p:nvPr/>
        </p:nvGrpSpPr>
        <p:grpSpPr>
          <a:xfrm>
            <a:off x="8631147" y="4042454"/>
            <a:ext cx="758174" cy="384752"/>
            <a:chOff x="7701699" y="2460396"/>
            <a:chExt cx="1817803" cy="6047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B7E06-C732-42C9-A139-57373E40328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1B7E09-624F-4E37-9093-B50AA3BB765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0D0804-6F45-488C-8181-6E933D3F8E6E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 flipV="1">
            <a:off x="9389321" y="4056379"/>
            <a:ext cx="715571" cy="1784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CD1AED0-79D3-4167-BB94-5B5739538D01}"/>
              </a:ext>
            </a:extLst>
          </p:cNvPr>
          <p:cNvSpPr/>
          <p:nvPr/>
        </p:nvSpPr>
        <p:spPr>
          <a:xfrm>
            <a:off x="10104892" y="3871713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01B7D3-E9C7-4BD9-A68B-FEBFA793F408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4B98EA-172A-453F-9E08-B8ACA5DD2533}"/>
              </a:ext>
            </a:extLst>
          </p:cNvPr>
          <p:cNvCxnSpPr>
            <a:cxnSpLocks/>
          </p:cNvCxnSpPr>
          <p:nvPr/>
        </p:nvCxnSpPr>
        <p:spPr>
          <a:xfrm>
            <a:off x="6467452" y="3023629"/>
            <a:ext cx="238148" cy="7080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D15268F-3666-44E3-A93A-54002599317F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A4C771-A002-4675-BF34-81C78514BB8C}"/>
              </a:ext>
            </a:extLst>
          </p:cNvPr>
          <p:cNvCxnSpPr>
            <a:cxnSpLocks/>
          </p:cNvCxnSpPr>
          <p:nvPr/>
        </p:nvCxnSpPr>
        <p:spPr>
          <a:xfrm>
            <a:off x="7980944" y="3145750"/>
            <a:ext cx="1029290" cy="896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691FB6B4-BAD2-4F0D-B25B-8818CCBE956B}"/>
              </a:ext>
            </a:extLst>
          </p:cNvPr>
          <p:cNvSpPr/>
          <p:nvPr/>
        </p:nvSpPr>
        <p:spPr>
          <a:xfrm>
            <a:off x="1077965" y="4733334"/>
            <a:ext cx="573723" cy="3693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CE74B4-2E72-4715-95D4-12F42D74DE6E}"/>
              </a:ext>
            </a:extLst>
          </p:cNvPr>
          <p:cNvSpPr/>
          <p:nvPr/>
        </p:nvSpPr>
        <p:spPr>
          <a:xfrm>
            <a:off x="8026496" y="4667608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42160790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237370" y="1227909"/>
            <a:ext cx="332559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3: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is only one element</a:t>
            </a:r>
            <a:endParaRPr lang="en-US" sz="20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7480634" y="3731690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134980" y="3916356"/>
            <a:ext cx="117080" cy="7779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001B7D3-E9C7-4BD9-A68B-FEBFA793F408}"/>
              </a:ext>
            </a:extLst>
          </p:cNvPr>
          <p:cNvSpPr/>
          <p:nvPr/>
        </p:nvSpPr>
        <p:spPr>
          <a:xfrm>
            <a:off x="6010926" y="2691503"/>
            <a:ext cx="957506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follower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4B98EA-172A-453F-9E08-B8ACA5DD2533}"/>
              </a:ext>
            </a:extLst>
          </p:cNvPr>
          <p:cNvCxnSpPr>
            <a:cxnSpLocks/>
          </p:cNvCxnSpPr>
          <p:nvPr/>
        </p:nvCxnSpPr>
        <p:spPr>
          <a:xfrm>
            <a:off x="6467452" y="3023629"/>
            <a:ext cx="238148" cy="7080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D15268F-3666-44E3-A93A-54002599317F}"/>
              </a:ext>
            </a:extLst>
          </p:cNvPr>
          <p:cNvSpPr/>
          <p:nvPr/>
        </p:nvSpPr>
        <p:spPr>
          <a:xfrm>
            <a:off x="7344674" y="2769062"/>
            <a:ext cx="962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traveller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A4C771-A002-4675-BF34-81C78514BB8C}"/>
              </a:ext>
            </a:extLst>
          </p:cNvPr>
          <p:cNvCxnSpPr>
            <a:cxnSpLocks/>
          </p:cNvCxnSpPr>
          <p:nvPr/>
        </p:nvCxnSpPr>
        <p:spPr>
          <a:xfrm>
            <a:off x="7980944" y="3145750"/>
            <a:ext cx="1029290" cy="896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691FB6B4-BAD2-4F0D-B25B-8818CCBE956B}"/>
              </a:ext>
            </a:extLst>
          </p:cNvPr>
          <p:cNvSpPr/>
          <p:nvPr/>
        </p:nvSpPr>
        <p:spPr>
          <a:xfrm>
            <a:off x="667109" y="5332774"/>
            <a:ext cx="573723" cy="3693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CE74B4-2E72-4715-95D4-12F42D74DE6E}"/>
              </a:ext>
            </a:extLst>
          </p:cNvPr>
          <p:cNvSpPr/>
          <p:nvPr/>
        </p:nvSpPr>
        <p:spPr>
          <a:xfrm>
            <a:off x="8026496" y="4667608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94640570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D06B5-BCF3-46D1-8201-10018F3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C07C6-B789-4E54-A791-170D70C9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E0BC-E010-48B4-934F-CD6B6233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2C09-06C8-43CA-80BE-0145B741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22516C-AEAF-4227-98D4-780EFBB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at the 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CBD05-F4F8-4E41-9136-382CDB3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7" y="1068688"/>
            <a:ext cx="6410325" cy="5086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26B836-E78E-486C-9DD2-D99D77BD8EAC}"/>
              </a:ext>
            </a:extLst>
          </p:cNvPr>
          <p:cNvSpPr/>
          <p:nvPr/>
        </p:nvSpPr>
        <p:spPr>
          <a:xfrm>
            <a:off x="7237370" y="1227909"/>
            <a:ext cx="332559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3: </a:t>
            </a:r>
            <a:r>
              <a:rPr lang="en-US" sz="20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list is not empty</a:t>
            </a:r>
          </a:p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there is only one element</a:t>
            </a:r>
            <a:endParaRPr lang="en-US" sz="20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DF43B-5869-4E53-8079-ADF457348011}"/>
              </a:ext>
            </a:extLst>
          </p:cNvPr>
          <p:cNvSpPr/>
          <p:nvPr/>
        </p:nvSpPr>
        <p:spPr>
          <a:xfrm>
            <a:off x="7480634" y="3731690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3A587-5C16-4820-85C6-82E93E21AEC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134980" y="3916356"/>
            <a:ext cx="117080" cy="7779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691FB6B4-BAD2-4F0D-B25B-8818CCBE956B}"/>
              </a:ext>
            </a:extLst>
          </p:cNvPr>
          <p:cNvSpPr/>
          <p:nvPr/>
        </p:nvSpPr>
        <p:spPr>
          <a:xfrm>
            <a:off x="667109" y="5332774"/>
            <a:ext cx="573723" cy="3693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CE74B4-2E72-4715-95D4-12F42D74DE6E}"/>
              </a:ext>
            </a:extLst>
          </p:cNvPr>
          <p:cNvSpPr/>
          <p:nvPr/>
        </p:nvSpPr>
        <p:spPr>
          <a:xfrm>
            <a:off x="8026496" y="4667608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62569960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3196D2-03B7-485D-B5E3-6B671693F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62ECA4-D83F-40DD-AAB4-E2A2F3CC9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2ACA2-5DB5-403D-B63C-DB9D688E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2413B-408D-40E3-B163-0ED3BEAED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0860ED-35DF-43B0-AB24-31473147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with a particular value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15CDF4B-CCDD-4414-95F8-2A36948D2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12" y="830648"/>
            <a:ext cx="6505575" cy="574357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79BAF95A-B7A8-4199-AAD2-726F7361B5C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64F1CD2-4B5D-4A9D-AFA0-0E8A80752C00}"/>
              </a:ext>
            </a:extLst>
          </p:cNvPr>
          <p:cNvCxnSpPr>
            <a:cxnSpLocks/>
            <a:stCxn id="49" idx="3"/>
            <a:endCxn id="60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1F215C-D085-4DF9-8F66-2A80C9103F3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66061B6-7EF6-4C73-8F60-AEFA467C47FA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4A758C6-3F72-47E0-9AFB-600574435B07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BC3197A-5775-4A63-BFC7-AEE198B187A9}"/>
              </a:ext>
            </a:extLst>
          </p:cNvPr>
          <p:cNvCxnSpPr>
            <a:cxnSpLocks/>
            <a:stCxn id="53" idx="3"/>
            <a:endCxn id="55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AED98535-05DE-4B93-BE65-A16B4670EB1F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AE876C0-4D9A-4ABB-A8BC-A0FEF1542ABC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92EB273-84A1-4601-8A4A-D03907C63AE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FFD0B5B-3844-4CA2-A1B7-154E36D3D40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ECD6016-011E-4473-A975-7C2C3A5D0F3F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0422FD4-B243-495A-98E3-3234B3CC85AB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FA2D1CB-AC52-40BB-867F-8E051E8F093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7F53DCE-40FD-4608-ADCD-3F896049892D}"/>
              </a:ext>
            </a:extLst>
          </p:cNvPr>
          <p:cNvCxnSpPr>
            <a:cxnSpLocks/>
            <a:stCxn id="61" idx="3"/>
            <a:endCxn id="57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0540258-F464-4557-BD97-28FB8F488531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331B61B-CF70-4407-84A6-53EBD43B3B7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739DDC6-AE0C-4AE9-B243-CA1AC648FB2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3F84BB9-FC1C-4007-AA44-49932E082BDB}"/>
              </a:ext>
            </a:extLst>
          </p:cNvPr>
          <p:cNvCxnSpPr>
            <a:cxnSpLocks/>
            <a:stCxn id="65" idx="3"/>
            <a:endCxn id="52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F8665FA-DFAF-4D57-A652-8FCE9CCB82D1}"/>
              </a:ext>
            </a:extLst>
          </p:cNvPr>
          <p:cNvCxnSpPr>
            <a:cxnSpLocks/>
            <a:stCxn id="58" idx="3"/>
            <a:endCxn id="64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08B845EC-07E6-4EAB-B302-E8D5352C2ADE}"/>
              </a:ext>
            </a:extLst>
          </p:cNvPr>
          <p:cNvSpPr/>
          <p:nvPr/>
        </p:nvSpPr>
        <p:spPr>
          <a:xfrm>
            <a:off x="5824998" y="1434159"/>
            <a:ext cx="5571204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1: The element is not there</a:t>
            </a:r>
          </a:p>
          <a:p>
            <a:pPr algn="ctr"/>
            <a:r>
              <a:rPr lang="en-US" sz="32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(assume we want to delete 11)</a:t>
            </a:r>
            <a:endParaRPr lang="en-US" sz="32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9262890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3196D2-03B7-485D-B5E3-6B671693F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62ECA4-D83F-40DD-AAB4-E2A2F3CC9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2ACA2-5DB5-403D-B63C-DB9D688E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2413B-408D-40E3-B163-0ED3BEAED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0860ED-35DF-43B0-AB24-31473147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with a particular value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15CDF4B-CCDD-4414-95F8-2A36948D2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12" y="830648"/>
            <a:ext cx="6505575" cy="574357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79BAF95A-B7A8-4199-AAD2-726F7361B5C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64F1CD2-4B5D-4A9D-AFA0-0E8A80752C00}"/>
              </a:ext>
            </a:extLst>
          </p:cNvPr>
          <p:cNvCxnSpPr>
            <a:cxnSpLocks/>
            <a:stCxn id="49" idx="3"/>
            <a:endCxn id="60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1F215C-D085-4DF9-8F66-2A80C9103F3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66061B6-7EF6-4C73-8F60-AEFA467C47FA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4A758C6-3F72-47E0-9AFB-600574435B07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BC3197A-5775-4A63-BFC7-AEE198B187A9}"/>
              </a:ext>
            </a:extLst>
          </p:cNvPr>
          <p:cNvCxnSpPr>
            <a:cxnSpLocks/>
            <a:stCxn id="53" idx="3"/>
            <a:endCxn id="55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AED98535-05DE-4B93-BE65-A16B4670EB1F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AE876C0-4D9A-4ABB-A8BC-A0FEF1542ABC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92EB273-84A1-4601-8A4A-D03907C63AE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FFD0B5B-3844-4CA2-A1B7-154E36D3D40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ECD6016-011E-4473-A975-7C2C3A5D0F3F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0422FD4-B243-495A-98E3-3234B3CC85AB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FA2D1CB-AC52-40BB-867F-8E051E8F093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7F53DCE-40FD-4608-ADCD-3F896049892D}"/>
              </a:ext>
            </a:extLst>
          </p:cNvPr>
          <p:cNvCxnSpPr>
            <a:cxnSpLocks/>
            <a:stCxn id="61" idx="3"/>
            <a:endCxn id="57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0540258-F464-4557-BD97-28FB8F488531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331B61B-CF70-4407-84A6-53EBD43B3B7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739DDC6-AE0C-4AE9-B243-CA1AC648FB2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3F84BB9-FC1C-4007-AA44-49932E082BDB}"/>
              </a:ext>
            </a:extLst>
          </p:cNvPr>
          <p:cNvCxnSpPr>
            <a:cxnSpLocks/>
            <a:stCxn id="65" idx="3"/>
            <a:endCxn id="52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F8665FA-DFAF-4D57-A652-8FCE9CCB82D1}"/>
              </a:ext>
            </a:extLst>
          </p:cNvPr>
          <p:cNvCxnSpPr>
            <a:cxnSpLocks/>
            <a:stCxn id="58" idx="3"/>
            <a:endCxn id="64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08B845EC-07E6-4EAB-B302-E8D5352C2ADE}"/>
              </a:ext>
            </a:extLst>
          </p:cNvPr>
          <p:cNvSpPr/>
          <p:nvPr/>
        </p:nvSpPr>
        <p:spPr>
          <a:xfrm>
            <a:off x="5952757" y="1434159"/>
            <a:ext cx="5315686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2: The element is there</a:t>
            </a:r>
          </a:p>
          <a:p>
            <a:pPr algn="ctr"/>
            <a:r>
              <a:rPr lang="en-US" sz="32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(assume we want to delete 10)</a:t>
            </a:r>
            <a:endParaRPr lang="en-US" sz="32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5508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3196D2-03B7-485D-B5E3-6B671693F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62ECA4-D83F-40DD-AAB4-E2A2F3CC9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2ACA2-5DB5-403D-B63C-DB9D688E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2413B-408D-40E3-B163-0ED3BEAED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0860ED-35DF-43B0-AB24-31473147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with a particular value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15CDF4B-CCDD-4414-95F8-2A36948D2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12" y="830648"/>
            <a:ext cx="6505575" cy="574357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79BAF95A-B7A8-4199-AAD2-726F7361B5CB}"/>
              </a:ext>
            </a:extLst>
          </p:cNvPr>
          <p:cNvSpPr/>
          <p:nvPr/>
        </p:nvSpPr>
        <p:spPr>
          <a:xfrm>
            <a:off x="5300629" y="4042454"/>
            <a:ext cx="65434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64F1CD2-4B5D-4A9D-AFA0-0E8A80752C00}"/>
              </a:ext>
            </a:extLst>
          </p:cNvPr>
          <p:cNvCxnSpPr>
            <a:cxnSpLocks/>
            <a:stCxn id="49" idx="3"/>
            <a:endCxn id="60" idx="1"/>
          </p:cNvCxnSpPr>
          <p:nvPr/>
        </p:nvCxnSpPr>
        <p:spPr>
          <a:xfrm>
            <a:off x="5954975" y="4227120"/>
            <a:ext cx="688414" cy="2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1F215C-D085-4DF9-8F66-2A80C9103F37}"/>
              </a:ext>
            </a:extLst>
          </p:cNvPr>
          <p:cNvGrpSpPr/>
          <p:nvPr/>
        </p:nvGrpSpPr>
        <p:grpSpPr>
          <a:xfrm>
            <a:off x="10315692" y="3998925"/>
            <a:ext cx="866172" cy="365126"/>
            <a:chOff x="7701700" y="2460395"/>
            <a:chExt cx="1817802" cy="60473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66061B6-7EF6-4C73-8F60-AEFA467C47FA}"/>
                </a:ext>
              </a:extLst>
            </p:cNvPr>
            <p:cNvSpPr/>
            <p:nvPr/>
          </p:nvSpPr>
          <p:spPr>
            <a:xfrm>
              <a:off x="7701700" y="2460395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4A758C6-3F72-47E0-9AFB-600574435B07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BC3197A-5775-4A63-BFC7-AEE198B187A9}"/>
              </a:ext>
            </a:extLst>
          </p:cNvPr>
          <p:cNvCxnSpPr>
            <a:cxnSpLocks/>
            <a:stCxn id="53" idx="3"/>
            <a:endCxn id="55" idx="1"/>
          </p:cNvCxnSpPr>
          <p:nvPr/>
        </p:nvCxnSpPr>
        <p:spPr>
          <a:xfrm>
            <a:off x="11181864" y="4181489"/>
            <a:ext cx="314394" cy="62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AED98535-05DE-4B93-BE65-A16B4670EB1F}"/>
              </a:ext>
            </a:extLst>
          </p:cNvPr>
          <p:cNvSpPr/>
          <p:nvPr/>
        </p:nvSpPr>
        <p:spPr>
          <a:xfrm>
            <a:off x="11496258" y="4059021"/>
            <a:ext cx="5613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Null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AE876C0-4D9A-4ABB-A8BC-A0FEF1542ABC}"/>
              </a:ext>
            </a:extLst>
          </p:cNvPr>
          <p:cNvGrpSpPr/>
          <p:nvPr/>
        </p:nvGrpSpPr>
        <p:grpSpPr>
          <a:xfrm>
            <a:off x="7825928" y="4050864"/>
            <a:ext cx="864697" cy="414177"/>
            <a:chOff x="7701699" y="2460396"/>
            <a:chExt cx="1817803" cy="60473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92EB273-84A1-4601-8A4A-D03907C63AE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FFD0B5B-3844-4CA2-A1B7-154E36D3D401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ECD6016-011E-4473-A975-7C2C3A5D0F3F}"/>
              </a:ext>
            </a:extLst>
          </p:cNvPr>
          <p:cNvGrpSpPr/>
          <p:nvPr/>
        </p:nvGrpSpPr>
        <p:grpSpPr>
          <a:xfrm>
            <a:off x="6643389" y="4037045"/>
            <a:ext cx="758174" cy="384752"/>
            <a:chOff x="7701699" y="2460396"/>
            <a:chExt cx="1817803" cy="60473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0422FD4-B243-495A-98E3-3234B3CC85AB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FA2D1CB-AC52-40BB-867F-8E051E8F0936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7F53DCE-40FD-4608-ADCD-3F896049892D}"/>
              </a:ext>
            </a:extLst>
          </p:cNvPr>
          <p:cNvCxnSpPr>
            <a:cxnSpLocks/>
            <a:stCxn id="61" idx="3"/>
            <a:endCxn id="57" idx="1"/>
          </p:cNvCxnSpPr>
          <p:nvPr/>
        </p:nvCxnSpPr>
        <p:spPr>
          <a:xfrm>
            <a:off x="7401563" y="4229421"/>
            <a:ext cx="424365" cy="2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0540258-F464-4557-BD97-28FB8F488531}"/>
              </a:ext>
            </a:extLst>
          </p:cNvPr>
          <p:cNvGrpSpPr/>
          <p:nvPr/>
        </p:nvGrpSpPr>
        <p:grpSpPr>
          <a:xfrm>
            <a:off x="9068570" y="4037045"/>
            <a:ext cx="835086" cy="327006"/>
            <a:chOff x="7701699" y="2460396"/>
            <a:chExt cx="1817803" cy="60473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331B61B-CF70-4407-84A6-53EBD43B3B7E}"/>
                </a:ext>
              </a:extLst>
            </p:cNvPr>
            <p:cNvSpPr/>
            <p:nvPr/>
          </p:nvSpPr>
          <p:spPr>
            <a:xfrm>
              <a:off x="7701699" y="2460396"/>
              <a:ext cx="908901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739DDC6-AE0C-4AE9-B243-CA1AC648FB22}"/>
                </a:ext>
              </a:extLst>
            </p:cNvPr>
            <p:cNvSpPr/>
            <p:nvPr/>
          </p:nvSpPr>
          <p:spPr>
            <a:xfrm>
              <a:off x="8610600" y="2460396"/>
              <a:ext cx="908902" cy="6047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3F84BB9-FC1C-4007-AA44-49932E082BDB}"/>
              </a:ext>
            </a:extLst>
          </p:cNvPr>
          <p:cNvCxnSpPr>
            <a:cxnSpLocks/>
            <a:stCxn id="65" idx="3"/>
            <a:endCxn id="52" idx="1"/>
          </p:cNvCxnSpPr>
          <p:nvPr/>
        </p:nvCxnSpPr>
        <p:spPr>
          <a:xfrm flipV="1">
            <a:off x="9903656" y="4181488"/>
            <a:ext cx="412036" cy="19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F8665FA-DFAF-4D57-A652-8FCE9CCB82D1}"/>
              </a:ext>
            </a:extLst>
          </p:cNvPr>
          <p:cNvCxnSpPr>
            <a:cxnSpLocks/>
            <a:stCxn id="58" idx="3"/>
            <a:endCxn id="64" idx="1"/>
          </p:cNvCxnSpPr>
          <p:nvPr/>
        </p:nvCxnSpPr>
        <p:spPr>
          <a:xfrm flipV="1">
            <a:off x="8690625" y="4200548"/>
            <a:ext cx="377945" cy="57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08B845EC-07E6-4EAB-B302-E8D5352C2ADE}"/>
              </a:ext>
            </a:extLst>
          </p:cNvPr>
          <p:cNvSpPr/>
          <p:nvPr/>
        </p:nvSpPr>
        <p:spPr>
          <a:xfrm>
            <a:off x="4738454" y="1434159"/>
            <a:ext cx="7744300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3: The element is there at the beginning</a:t>
            </a:r>
          </a:p>
          <a:p>
            <a:pPr algn="ctr"/>
            <a:r>
              <a:rPr lang="en-US" sz="32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(assume we want to delete 3)</a:t>
            </a:r>
            <a:endParaRPr lang="en-US" sz="32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3050050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Fall,2025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Asif Abrar, Dept of CSE, UIU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40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2113</TotalTime>
  <Words>4201</Words>
  <Application>Microsoft Office PowerPoint</Application>
  <PresentationFormat>Widescreen</PresentationFormat>
  <Paragraphs>1334</Paragraphs>
  <Slides>109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5" baseType="lpstr">
      <vt:lpstr>Arial</vt:lpstr>
      <vt:lpstr>Calibri</vt:lpstr>
      <vt:lpstr>Calibri Light</vt:lpstr>
      <vt:lpstr>Monotype Sorts</vt:lpstr>
      <vt:lpstr>Times New Roman</vt:lpstr>
      <vt:lpstr>Office Theme</vt:lpstr>
      <vt:lpstr>Linked List</vt:lpstr>
      <vt:lpstr>Single Linked List</vt:lpstr>
      <vt:lpstr>Single Linked List</vt:lpstr>
      <vt:lpstr>Linked List Insertion</vt:lpstr>
      <vt:lpstr>Linked List Insertion (At the beginning) </vt:lpstr>
      <vt:lpstr>Linked List Insertion (At the beginning) </vt:lpstr>
      <vt:lpstr>Linked List Insertion (At the beginning) </vt:lpstr>
      <vt:lpstr>Linked List Insertion (At the beginning) </vt:lpstr>
      <vt:lpstr>Linked List Insertion (At the beginning) </vt:lpstr>
      <vt:lpstr>Linked List Insertion (At the beginning) </vt:lpstr>
      <vt:lpstr>Linked List Insertion (At the beginning) </vt:lpstr>
      <vt:lpstr>Linked List Insertion (At the beginning) </vt:lpstr>
      <vt:lpstr>Linked List Insertion (At the beginning) </vt:lpstr>
      <vt:lpstr>Linked List Insertion (At the beginning) </vt:lpstr>
      <vt:lpstr>Linked List Insertion (At the beginning) </vt:lpstr>
      <vt:lpstr>Linked List Insertion (At the beginning) </vt:lpstr>
      <vt:lpstr>Linked List Insertion (At the End) </vt:lpstr>
      <vt:lpstr>Linked List Insertion (At the End) </vt:lpstr>
      <vt:lpstr>Linked List Insertion (At the End) </vt:lpstr>
      <vt:lpstr>Linked List Insertion (At the End) </vt:lpstr>
      <vt:lpstr>Linked List Insertion (At the End) </vt:lpstr>
      <vt:lpstr>Linked List Insertion (At the End) </vt:lpstr>
      <vt:lpstr>Linked List Insertion (At the End) </vt:lpstr>
      <vt:lpstr>Linked List Insertion (At the End) </vt:lpstr>
      <vt:lpstr>Linked List Insertion (At the End) </vt:lpstr>
      <vt:lpstr>Linked List Insertion (At the End) </vt:lpstr>
      <vt:lpstr>Linked List Insertion (At the End) </vt:lpstr>
      <vt:lpstr>Linked List Insertion (At the End) </vt:lpstr>
      <vt:lpstr>Linked List Insertion (At the End)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Linked List Insertion (After a particular Node) </vt:lpstr>
      <vt:lpstr>Deletion in  a linked list</vt:lpstr>
      <vt:lpstr>Deletion at the beginning</vt:lpstr>
      <vt:lpstr>Deletion at the beginning</vt:lpstr>
      <vt:lpstr>Deletion at the beginning</vt:lpstr>
      <vt:lpstr>Deletion at the beginning</vt:lpstr>
      <vt:lpstr>Deletion at the beginning</vt:lpstr>
      <vt:lpstr>Deletion at the beginning</vt:lpstr>
      <vt:lpstr>Deletion at the beginning</vt:lpstr>
      <vt:lpstr>Deletion at the beginning</vt:lpstr>
      <vt:lpstr>Deletion at the beginning</vt:lpstr>
      <vt:lpstr>Deletion at the beginning</vt:lpstr>
      <vt:lpstr>Deletion at the beginning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Deletion at the End</vt:lpstr>
      <vt:lpstr>Deleting a Node with a particular value</vt:lpstr>
      <vt:lpstr>Deleting a Node with a particular value</vt:lpstr>
      <vt:lpstr>Deleting a Node with a particular value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Asif Abrar</cp:lastModifiedBy>
  <cp:revision>1760</cp:revision>
  <dcterms:created xsi:type="dcterms:W3CDTF">2023-03-19T03:25:32Z</dcterms:created>
  <dcterms:modified xsi:type="dcterms:W3CDTF">2025-11-10T17:27:50Z</dcterms:modified>
</cp:coreProperties>
</file>