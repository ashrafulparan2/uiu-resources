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y="6858000" cx="12192000"/>
  <p:notesSz cx="6858000" cy="9144000"/>
  <p:embeddedFontLst>
    <p:embeddedFont>
      <p:font typeface="Tahoma"/>
      <p:regular r:id="rId69"/>
      <p:bold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1" roundtripDataSignature="AMtx7mju6RxdclDh5EiNpct2k6avm4Yq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3C80F6-3FA2-4D2A-9965-7C7D51100ABE}">
  <a:tblStyle styleId="{EF3C80F6-3FA2-4D2A-9965-7C7D51100AB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customschemas.google.com/relationships/presentationmetadata" Target="metadata"/><Relationship Id="rId70" Type="http://schemas.openxmlformats.org/officeDocument/2006/relationships/font" Target="fonts/Tahoma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Tahoma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3" name="Google Shape;3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5" name="Google Shape;46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9" name="Google Shape;50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3" name="Google Shape;55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7" name="Google Shape;59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9" name="Google Shape;63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1" name="Google Shape;68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3" name="Google Shape;72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5" name="Google Shape;76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8" name="Google Shape;80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1" name="Google Shape;85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3" name="Google Shape;89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5" name="Google Shape;93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7" name="Google Shape;97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0" name="Google Shape;102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5" name="Google Shape;106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8" name="Google Shape;110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1" name="Google Shape;115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4" name="Google Shape;119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7" name="Google Shape;123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0" name="Google Shape;128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3" name="Google Shape;132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5" name="Google Shape;136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7" name="Google Shape;140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9" name="Google Shape;144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1" name="Google Shape;149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4" name="Google Shape;153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7" name="Google Shape;157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9" name="Google Shape;161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1" name="Google Shape;166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3" name="Google Shape;170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5" name="Google Shape;174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7" name="Google Shape;1787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0" name="Google Shape;1830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3" name="Google Shape;187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5" name="Google Shape;1915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7" name="Google Shape;1957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9" name="Google Shape;1999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1" name="Google Shape;2041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3" name="Google Shape;2083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4" name="Google Shape;2124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5" name="Google Shape;2165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6" name="Google Shape;2206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5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7" name="Google Shape;2247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4" name="Shape 2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6" name="Google Shape;2286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3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5" name="Google Shape;2325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3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5" name="Google Shape;2605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2" name="Shape 2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3" name="Google Shape;2613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4" name="Google Shape;2614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2" name="Shape 2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3" name="Google Shape;2623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4" name="Google Shape;2624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1" name="Shape 2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2" name="Google Shape;2632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3" name="Google Shape;2633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1" name="Shape 2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2" name="Google Shape;2642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3" name="Google Shape;2643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13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3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3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113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113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113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11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" name="Google Shape;30;p114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114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114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1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1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11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9" name="Google Shape;39;p115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115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115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6"/>
          <p:cNvSpPr txBox="1"/>
          <p:nvPr>
            <p:ph idx="1" type="body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16"/>
          <p:cNvSpPr txBox="1"/>
          <p:nvPr>
            <p:ph idx="2" type="body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1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16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" name="Google Shape;49;p116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116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116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1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17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117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117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117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1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1"/>
          <p:cNvSpPr txBox="1"/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1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BFS</a:t>
            </a:r>
            <a:endParaRPr/>
          </a:p>
        </p:txBody>
      </p:sp>
      <p:sp>
        <p:nvSpPr>
          <p:cNvPr id="104" name="Google Shape;104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5" name="Google Shape;105;p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06" name="Google Shape;106;p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07" name="Google Shape;107;p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type="title"/>
          </p:nvPr>
        </p:nvSpPr>
        <p:spPr>
          <a:xfrm>
            <a:off x="831850" y="1709738"/>
            <a:ext cx="10515600" cy="19384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TOPICS</a:t>
            </a:r>
            <a:endParaRPr/>
          </a:p>
        </p:txBody>
      </p:sp>
      <p:sp>
        <p:nvSpPr>
          <p:cNvPr id="113" name="Google Shape;113;p2"/>
          <p:cNvSpPr txBox="1"/>
          <p:nvPr>
            <p:ph idx="1" type="body"/>
          </p:nvPr>
        </p:nvSpPr>
        <p:spPr>
          <a:xfrm>
            <a:off x="831850" y="389187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Breadth First Search (BFS)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4" name="Google Shape;114;p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15" name="Google Shape;115;p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16" name="Google Shape;116;p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BREADTH FIRST SEARCH</a:t>
            </a:r>
            <a:endParaRPr/>
          </a:p>
        </p:txBody>
      </p:sp>
      <p:sp>
        <p:nvSpPr>
          <p:cNvPr id="122" name="Google Shape;122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24" name="Google Shape;124;p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25" name="Google Shape;125;p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Given: a graph G = (V, E), </a:t>
            </a:r>
            <a:r>
              <a:rPr b="1" lang="en-US"/>
              <a:t>directed or undirected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Goal: </a:t>
            </a:r>
            <a:r>
              <a:rPr b="1" lang="en-US"/>
              <a:t>methodically</a:t>
            </a:r>
            <a:r>
              <a:rPr lang="en-US"/>
              <a:t> </a:t>
            </a:r>
            <a:r>
              <a:rPr b="1" lang="en-US"/>
              <a:t>explore (or visit)</a:t>
            </a:r>
            <a:r>
              <a:rPr lang="en-US"/>
              <a:t> every vertex.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 There are </a:t>
            </a:r>
            <a:r>
              <a:rPr b="1" lang="en-US"/>
              <a:t>two standard graph traversal techniques</a:t>
            </a:r>
            <a:r>
              <a:rPr lang="en-US"/>
              <a:t>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 Breadth-First Search (BFS)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 Depth-First Search (DFS)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You will be requiring these two algorithms in the future too: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Learning algorithms like Backtracking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In Courses like Artificial Intelligence, DSA – II, etc.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Developing software</a:t>
            </a:r>
            <a:endParaRPr/>
          </a:p>
          <a:p>
            <a:pPr indent="-18669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32" name="Google Shape;132;p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33" name="Google Shape;133;p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Graph Searching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5000"/>
              <a:buChar char="●"/>
            </a:pPr>
            <a:r>
              <a:rPr lang="en-US"/>
              <a:t>Building </a:t>
            </a:r>
            <a:r>
              <a:rPr b="1" lang="en-US"/>
              <a:t>a </a:t>
            </a:r>
            <a:r>
              <a:rPr lang="en-US"/>
              <a:t>tree over the graph </a:t>
            </a:r>
            <a:r>
              <a:rPr b="1" lang="en-US"/>
              <a:t>(parent array)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will pick a </a:t>
            </a:r>
            <a:r>
              <a:rPr i="1" lang="en-US"/>
              <a:t>source vertex</a:t>
            </a:r>
            <a:r>
              <a:rPr lang="en-US"/>
              <a:t> to be the root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will find (“discover”) its </a:t>
            </a:r>
            <a:r>
              <a:rPr b="1" lang="en-US"/>
              <a:t>children</a:t>
            </a:r>
            <a:r>
              <a:rPr lang="en-US"/>
              <a:t>, then their children, etc.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75000"/>
              <a:buChar char="●"/>
            </a:pPr>
            <a:r>
              <a:rPr lang="en-US"/>
              <a:t>Associating </a:t>
            </a:r>
            <a:r>
              <a:rPr b="1" lang="en-US"/>
              <a:t>colors (colors array)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>
                <a:solidFill>
                  <a:schemeClr val="dk2"/>
                </a:solidFill>
              </a:rPr>
              <a:t>White vertices</a:t>
            </a:r>
            <a:r>
              <a:rPr lang="en-US"/>
              <a:t> have </a:t>
            </a:r>
            <a:r>
              <a:rPr b="1" lang="en-US"/>
              <a:t>not been discovered </a:t>
            </a:r>
            <a:r>
              <a:rPr lang="en-US"/>
              <a:t>: All vertices start out white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>
                <a:solidFill>
                  <a:schemeClr val="dk2"/>
                </a:solidFill>
              </a:rPr>
              <a:t>Grey vertices</a:t>
            </a:r>
            <a:r>
              <a:rPr lang="en-US"/>
              <a:t> are discovered </a:t>
            </a:r>
            <a:r>
              <a:rPr b="1" lang="en-US"/>
              <a:t>but not fully explored </a:t>
            </a:r>
            <a:r>
              <a:rPr lang="en-US"/>
              <a:t>:They may be adjacent to white vertices. </a:t>
            </a:r>
            <a:r>
              <a:rPr b="1" lang="en-US"/>
              <a:t>Enqueuing</a:t>
            </a:r>
            <a:r>
              <a:rPr lang="en-US"/>
              <a:t> will be done for these vertices.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>
                <a:solidFill>
                  <a:schemeClr val="dk2"/>
                </a:solidFill>
              </a:rPr>
              <a:t>Black vertices</a:t>
            </a:r>
            <a:r>
              <a:rPr lang="en-US"/>
              <a:t> are </a:t>
            </a:r>
            <a:r>
              <a:rPr b="1" lang="en-US"/>
              <a:t>discovered</a:t>
            </a:r>
            <a:r>
              <a:rPr lang="en-US"/>
              <a:t> and </a:t>
            </a:r>
            <a:r>
              <a:rPr b="1" lang="en-US"/>
              <a:t>fully explored</a:t>
            </a:r>
            <a:r>
              <a:rPr lang="en-US"/>
              <a:t>: They are adjacent only to black and grey vertices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75000"/>
              <a:buChar char="●"/>
            </a:pPr>
            <a:r>
              <a:rPr lang="en-US"/>
              <a:t>Keeping track of distance from the root (</a:t>
            </a:r>
            <a:r>
              <a:rPr b="1" lang="en-US"/>
              <a:t>distance array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Helps in determining how far a vertex is from the root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75000"/>
              <a:buChar char="●"/>
            </a:pPr>
            <a:r>
              <a:rPr lang="en-US"/>
              <a:t>Using a </a:t>
            </a:r>
            <a:r>
              <a:rPr b="1" lang="en-US"/>
              <a:t>queue (array based queue/ linked list based queue)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Will be used for guiding the exploration</a:t>
            </a:r>
            <a:endParaRPr/>
          </a:p>
        </p:txBody>
      </p:sp>
      <p:sp>
        <p:nvSpPr>
          <p:cNvPr id="140" name="Google Shape;140;p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41" name="Google Shape;141;p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42" name="Google Shape;142;p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p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Breadth-First Search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>
            <p:ph idx="1" type="body"/>
          </p:nvPr>
        </p:nvSpPr>
        <p:spPr>
          <a:xfrm>
            <a:off x="838200" y="4693843"/>
            <a:ext cx="10988040" cy="1591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Initial vertex condition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all the vertices will be at infinite distance from the source (source not picked yet).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All the vertices will be colored w (not bee discovered)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They will have no parent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An empty Queue</a:t>
            </a:r>
            <a:endParaRPr/>
          </a:p>
        </p:txBody>
      </p:sp>
      <p:sp>
        <p:nvSpPr>
          <p:cNvPr id="149" name="Google Shape;149;p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50" name="Google Shape;150;p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51" name="Google Shape;151;p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grpSp>
        <p:nvGrpSpPr>
          <p:cNvPr id="153" name="Google Shape;153;p6"/>
          <p:cNvGrpSpPr/>
          <p:nvPr/>
        </p:nvGrpSpPr>
        <p:grpSpPr>
          <a:xfrm>
            <a:off x="922020" y="1504784"/>
            <a:ext cx="5318760" cy="2288207"/>
            <a:chOff x="381000" y="900732"/>
            <a:chExt cx="6934200" cy="3140075"/>
          </a:xfrm>
        </p:grpSpPr>
        <p:sp>
          <p:nvSpPr>
            <p:cNvPr id="154" name="Google Shape;154;p6"/>
            <p:cNvSpPr/>
            <p:nvPr/>
          </p:nvSpPr>
          <p:spPr>
            <a:xfrm>
              <a:off x="381000" y="1357932"/>
              <a:ext cx="762000" cy="7620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 b="0" i="0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381000" y="2881932"/>
              <a:ext cx="762000" cy="7620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2438400" y="1357932"/>
              <a:ext cx="762000" cy="7620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6"/>
            <p:cNvSpPr/>
            <p:nvPr/>
          </p:nvSpPr>
          <p:spPr>
            <a:xfrm>
              <a:off x="2438400" y="2881932"/>
              <a:ext cx="762000" cy="7620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4495800" y="1357932"/>
              <a:ext cx="762000" cy="7620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4495800" y="2881932"/>
              <a:ext cx="762000" cy="7620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6553200" y="1357932"/>
              <a:ext cx="762000" cy="7620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6553200" y="2881932"/>
              <a:ext cx="762000" cy="7620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6"/>
            <p:cNvSpPr txBox="1"/>
            <p:nvPr/>
          </p:nvSpPr>
          <p:spPr>
            <a:xfrm>
              <a:off x="620713" y="900732"/>
              <a:ext cx="282575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6"/>
            <p:cNvSpPr txBox="1"/>
            <p:nvPr/>
          </p:nvSpPr>
          <p:spPr>
            <a:xfrm>
              <a:off x="2667000" y="900732"/>
              <a:ext cx="282575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6"/>
            <p:cNvSpPr txBox="1"/>
            <p:nvPr/>
          </p:nvSpPr>
          <p:spPr>
            <a:xfrm>
              <a:off x="4727575" y="900732"/>
              <a:ext cx="2540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6"/>
            <p:cNvSpPr txBox="1"/>
            <p:nvPr/>
          </p:nvSpPr>
          <p:spPr>
            <a:xfrm>
              <a:off x="6738938" y="900732"/>
              <a:ext cx="325437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6"/>
            <p:cNvSpPr txBox="1"/>
            <p:nvPr/>
          </p:nvSpPr>
          <p:spPr>
            <a:xfrm>
              <a:off x="603250" y="3643932"/>
              <a:ext cx="296863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6"/>
            <p:cNvSpPr txBox="1"/>
            <p:nvPr/>
          </p:nvSpPr>
          <p:spPr>
            <a:xfrm>
              <a:off x="2654300" y="3643932"/>
              <a:ext cx="354013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6"/>
            <p:cNvSpPr txBox="1"/>
            <p:nvPr/>
          </p:nvSpPr>
          <p:spPr>
            <a:xfrm>
              <a:off x="4754563" y="3643932"/>
              <a:ext cx="311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6"/>
            <p:cNvSpPr txBox="1"/>
            <p:nvPr/>
          </p:nvSpPr>
          <p:spPr>
            <a:xfrm>
              <a:off x="6842125" y="3643932"/>
              <a:ext cx="296863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0" name="Google Shape;170;p6"/>
            <p:cNvCxnSpPr>
              <a:stCxn id="155" idx="0"/>
              <a:endCxn id="154" idx="4"/>
            </p:cNvCxnSpPr>
            <p:nvPr/>
          </p:nvCxnSpPr>
          <p:spPr>
            <a:xfrm rot="10800000">
              <a:off x="762000" y="2119932"/>
              <a:ext cx="0" cy="762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6"/>
            <p:cNvCxnSpPr>
              <a:stCxn id="154" idx="6"/>
              <a:endCxn id="156" idx="2"/>
            </p:cNvCxnSpPr>
            <p:nvPr/>
          </p:nvCxnSpPr>
          <p:spPr>
            <a:xfrm>
              <a:off x="1143000" y="1738932"/>
              <a:ext cx="1295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6"/>
            <p:cNvCxnSpPr>
              <a:stCxn id="156" idx="4"/>
              <a:endCxn id="157" idx="0"/>
            </p:cNvCxnSpPr>
            <p:nvPr/>
          </p:nvCxnSpPr>
          <p:spPr>
            <a:xfrm>
              <a:off x="2819400" y="2119932"/>
              <a:ext cx="0" cy="762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" name="Google Shape;173;p6"/>
            <p:cNvCxnSpPr>
              <a:stCxn id="157" idx="7"/>
              <a:endCxn id="158" idx="3"/>
            </p:cNvCxnSpPr>
            <p:nvPr/>
          </p:nvCxnSpPr>
          <p:spPr>
            <a:xfrm flipH="1" rot="10800000">
              <a:off x="3088808" y="2008324"/>
              <a:ext cx="1518600" cy="985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" name="Google Shape;174;p6"/>
            <p:cNvCxnSpPr>
              <a:stCxn id="157" idx="6"/>
              <a:endCxn id="159" idx="2"/>
            </p:cNvCxnSpPr>
            <p:nvPr/>
          </p:nvCxnSpPr>
          <p:spPr>
            <a:xfrm>
              <a:off x="3200400" y="3262932"/>
              <a:ext cx="1295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5" name="Google Shape;175;p6"/>
            <p:cNvCxnSpPr>
              <a:stCxn id="159" idx="0"/>
              <a:endCxn id="158" idx="4"/>
            </p:cNvCxnSpPr>
            <p:nvPr/>
          </p:nvCxnSpPr>
          <p:spPr>
            <a:xfrm rot="10800000">
              <a:off x="4876800" y="2119932"/>
              <a:ext cx="0" cy="762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" name="Google Shape;176;p6"/>
            <p:cNvCxnSpPr>
              <a:stCxn id="158" idx="6"/>
              <a:endCxn id="160" idx="2"/>
            </p:cNvCxnSpPr>
            <p:nvPr/>
          </p:nvCxnSpPr>
          <p:spPr>
            <a:xfrm>
              <a:off x="5257800" y="1738932"/>
              <a:ext cx="1295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" name="Google Shape;177;p6"/>
            <p:cNvCxnSpPr>
              <a:stCxn id="159" idx="6"/>
              <a:endCxn id="161" idx="2"/>
            </p:cNvCxnSpPr>
            <p:nvPr/>
          </p:nvCxnSpPr>
          <p:spPr>
            <a:xfrm>
              <a:off x="5257800" y="3262932"/>
              <a:ext cx="1295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" name="Google Shape;178;p6"/>
            <p:cNvCxnSpPr>
              <a:stCxn id="161" idx="0"/>
              <a:endCxn id="160" idx="4"/>
            </p:cNvCxnSpPr>
            <p:nvPr/>
          </p:nvCxnSpPr>
          <p:spPr>
            <a:xfrm rot="10800000">
              <a:off x="6934200" y="2119932"/>
              <a:ext cx="0" cy="762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aphicFrame>
        <p:nvGraphicFramePr>
          <p:cNvPr id="179" name="Google Shape;179;p6"/>
          <p:cNvGraphicFramePr/>
          <p:nvPr/>
        </p:nvGraphicFramePr>
        <p:xfrm>
          <a:off x="6775556" y="17199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80" name="Google Shape;180;p6"/>
          <p:cNvGrpSpPr/>
          <p:nvPr/>
        </p:nvGrpSpPr>
        <p:grpSpPr>
          <a:xfrm>
            <a:off x="3189652" y="3719547"/>
            <a:ext cx="6102256" cy="923330"/>
            <a:chOff x="2630263" y="3710856"/>
            <a:chExt cx="6102256" cy="923330"/>
          </a:xfrm>
        </p:grpSpPr>
        <p:sp>
          <p:nvSpPr>
            <p:cNvPr id="181" name="Google Shape;181;p6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6"/>
          <p:cNvSpPr/>
          <p:nvPr/>
        </p:nvSpPr>
        <p:spPr>
          <a:xfrm>
            <a:off x="7209077" y="935490"/>
            <a:ext cx="438113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 can use arrays like before for this even though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vertices are represented by characters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(use the ASCII values)</a:t>
            </a:r>
            <a:endParaRPr b="0" i="0" sz="1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 txBox="1"/>
          <p:nvPr>
            <p:ph idx="1" type="body"/>
          </p:nvPr>
        </p:nvSpPr>
        <p:spPr>
          <a:xfrm>
            <a:off x="838200" y="4693843"/>
            <a:ext cx="10988040" cy="1591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take s as the source for this example.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We will now update its attributes</a:t>
            </a:r>
            <a:endParaRPr/>
          </a:p>
        </p:txBody>
      </p:sp>
      <p:sp>
        <p:nvSpPr>
          <p:cNvPr id="189" name="Google Shape;189;p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90" name="Google Shape;190;p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91" name="Google Shape;191;p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grpSp>
        <p:nvGrpSpPr>
          <p:cNvPr id="193" name="Google Shape;193;p7"/>
          <p:cNvGrpSpPr/>
          <p:nvPr/>
        </p:nvGrpSpPr>
        <p:grpSpPr>
          <a:xfrm>
            <a:off x="922020" y="1504784"/>
            <a:ext cx="5318760" cy="2288207"/>
            <a:chOff x="381000" y="900732"/>
            <a:chExt cx="6934200" cy="3140075"/>
          </a:xfrm>
        </p:grpSpPr>
        <p:sp>
          <p:nvSpPr>
            <p:cNvPr id="194" name="Google Shape;194;p7"/>
            <p:cNvSpPr/>
            <p:nvPr/>
          </p:nvSpPr>
          <p:spPr>
            <a:xfrm>
              <a:off x="381000" y="1357932"/>
              <a:ext cx="762000" cy="7620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 b="0" i="0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381000" y="2881932"/>
              <a:ext cx="762000" cy="7620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2438400" y="1357932"/>
              <a:ext cx="762000" cy="7620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2438400" y="2881932"/>
              <a:ext cx="762000" cy="7620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4495800" y="1357932"/>
              <a:ext cx="762000" cy="7620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4495800" y="2881932"/>
              <a:ext cx="762000" cy="7620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6553200" y="1357932"/>
              <a:ext cx="762000" cy="7620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6553200" y="2881932"/>
              <a:ext cx="762000" cy="7620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7"/>
            <p:cNvSpPr txBox="1"/>
            <p:nvPr/>
          </p:nvSpPr>
          <p:spPr>
            <a:xfrm>
              <a:off x="620713" y="900732"/>
              <a:ext cx="282575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7"/>
            <p:cNvSpPr txBox="1"/>
            <p:nvPr/>
          </p:nvSpPr>
          <p:spPr>
            <a:xfrm>
              <a:off x="2667000" y="900732"/>
              <a:ext cx="282575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7"/>
            <p:cNvSpPr txBox="1"/>
            <p:nvPr/>
          </p:nvSpPr>
          <p:spPr>
            <a:xfrm>
              <a:off x="4727575" y="900732"/>
              <a:ext cx="2540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7"/>
            <p:cNvSpPr txBox="1"/>
            <p:nvPr/>
          </p:nvSpPr>
          <p:spPr>
            <a:xfrm>
              <a:off x="6738938" y="900732"/>
              <a:ext cx="325437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7"/>
            <p:cNvSpPr txBox="1"/>
            <p:nvPr/>
          </p:nvSpPr>
          <p:spPr>
            <a:xfrm>
              <a:off x="603250" y="3643932"/>
              <a:ext cx="296863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7"/>
            <p:cNvSpPr txBox="1"/>
            <p:nvPr/>
          </p:nvSpPr>
          <p:spPr>
            <a:xfrm>
              <a:off x="2654300" y="3643932"/>
              <a:ext cx="354013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7"/>
            <p:cNvSpPr txBox="1"/>
            <p:nvPr/>
          </p:nvSpPr>
          <p:spPr>
            <a:xfrm>
              <a:off x="4754563" y="3643932"/>
              <a:ext cx="311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7"/>
            <p:cNvSpPr txBox="1"/>
            <p:nvPr/>
          </p:nvSpPr>
          <p:spPr>
            <a:xfrm>
              <a:off x="6842125" y="3643932"/>
              <a:ext cx="296863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0" name="Google Shape;210;p7"/>
            <p:cNvCxnSpPr>
              <a:stCxn id="195" idx="0"/>
              <a:endCxn id="194" idx="4"/>
            </p:cNvCxnSpPr>
            <p:nvPr/>
          </p:nvCxnSpPr>
          <p:spPr>
            <a:xfrm rot="10800000">
              <a:off x="762000" y="2119932"/>
              <a:ext cx="0" cy="762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1" name="Google Shape;211;p7"/>
            <p:cNvCxnSpPr>
              <a:stCxn id="194" idx="6"/>
              <a:endCxn id="196" idx="2"/>
            </p:cNvCxnSpPr>
            <p:nvPr/>
          </p:nvCxnSpPr>
          <p:spPr>
            <a:xfrm>
              <a:off x="1143000" y="1738932"/>
              <a:ext cx="1295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2" name="Google Shape;212;p7"/>
            <p:cNvCxnSpPr>
              <a:stCxn id="196" idx="4"/>
              <a:endCxn id="197" idx="0"/>
            </p:cNvCxnSpPr>
            <p:nvPr/>
          </p:nvCxnSpPr>
          <p:spPr>
            <a:xfrm>
              <a:off x="2819400" y="2119932"/>
              <a:ext cx="0" cy="762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3" name="Google Shape;213;p7"/>
            <p:cNvCxnSpPr>
              <a:stCxn id="197" idx="7"/>
              <a:endCxn id="198" idx="3"/>
            </p:cNvCxnSpPr>
            <p:nvPr/>
          </p:nvCxnSpPr>
          <p:spPr>
            <a:xfrm flipH="1" rot="10800000">
              <a:off x="3088808" y="2008324"/>
              <a:ext cx="1518600" cy="985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4" name="Google Shape;214;p7"/>
            <p:cNvCxnSpPr>
              <a:stCxn id="197" idx="6"/>
              <a:endCxn id="199" idx="2"/>
            </p:cNvCxnSpPr>
            <p:nvPr/>
          </p:nvCxnSpPr>
          <p:spPr>
            <a:xfrm>
              <a:off x="3200400" y="3262932"/>
              <a:ext cx="1295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5" name="Google Shape;215;p7"/>
            <p:cNvCxnSpPr>
              <a:stCxn id="199" idx="0"/>
              <a:endCxn id="198" idx="4"/>
            </p:cNvCxnSpPr>
            <p:nvPr/>
          </p:nvCxnSpPr>
          <p:spPr>
            <a:xfrm rot="10800000">
              <a:off x="4876800" y="2119932"/>
              <a:ext cx="0" cy="762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6" name="Google Shape;216;p7"/>
            <p:cNvCxnSpPr>
              <a:stCxn id="198" idx="6"/>
              <a:endCxn id="200" idx="2"/>
            </p:cNvCxnSpPr>
            <p:nvPr/>
          </p:nvCxnSpPr>
          <p:spPr>
            <a:xfrm>
              <a:off x="5257800" y="1738932"/>
              <a:ext cx="1295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7" name="Google Shape;217;p7"/>
            <p:cNvCxnSpPr>
              <a:stCxn id="199" idx="6"/>
              <a:endCxn id="201" idx="2"/>
            </p:cNvCxnSpPr>
            <p:nvPr/>
          </p:nvCxnSpPr>
          <p:spPr>
            <a:xfrm>
              <a:off x="5257800" y="3262932"/>
              <a:ext cx="1295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8" name="Google Shape;218;p7"/>
            <p:cNvCxnSpPr>
              <a:stCxn id="201" idx="0"/>
              <a:endCxn id="200" idx="4"/>
            </p:cNvCxnSpPr>
            <p:nvPr/>
          </p:nvCxnSpPr>
          <p:spPr>
            <a:xfrm rot="10800000">
              <a:off x="6934200" y="2119932"/>
              <a:ext cx="0" cy="762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aphicFrame>
        <p:nvGraphicFramePr>
          <p:cNvPr id="219" name="Google Shape;219;p7"/>
          <p:cNvGraphicFramePr/>
          <p:nvPr/>
        </p:nvGraphicFramePr>
        <p:xfrm>
          <a:off x="6775556" y="17199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220" name="Google Shape;220;p7"/>
          <p:cNvGrpSpPr/>
          <p:nvPr/>
        </p:nvGrpSpPr>
        <p:grpSpPr>
          <a:xfrm>
            <a:off x="3189652" y="3719547"/>
            <a:ext cx="6102256" cy="923330"/>
            <a:chOff x="2630263" y="3710856"/>
            <a:chExt cx="6102256" cy="923330"/>
          </a:xfrm>
        </p:grpSpPr>
        <p:sp>
          <p:nvSpPr>
            <p:cNvPr id="221" name="Google Shape;221;p7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 txBox="1"/>
          <p:nvPr>
            <p:ph idx="1" type="body"/>
          </p:nvPr>
        </p:nvSpPr>
        <p:spPr>
          <a:xfrm>
            <a:off x="838200" y="4693843"/>
            <a:ext cx="10988040" cy="1591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Let us take s as the source for this example.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will now update its attributes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Distance (from source) = 0 (as s itself is the source)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Parent = -1 (no parent)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Color=gray (discovered) . We are placing gray/discovered vertices in the queue</a:t>
            </a:r>
            <a:endParaRPr/>
          </a:p>
        </p:txBody>
      </p:sp>
      <p:sp>
        <p:nvSpPr>
          <p:cNvPr id="228" name="Google Shape;228;p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229" name="Google Shape;229;p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30" name="Google Shape;230;p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922020" y="183795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4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922020" y="294850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2500114" y="183795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2500114" y="294850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4078207" y="183795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078207" y="294850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5656301" y="183795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5656301" y="294850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1105888" y="1504784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2675457" y="1504784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4255986" y="1504784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5798768" y="1504784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1092493" y="3503784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2665716" y="3503784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4276687" y="3503784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5877916" y="3503784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p8"/>
          <p:cNvCxnSpPr>
            <a:stCxn id="233" idx="0"/>
            <a:endCxn id="232" idx="4"/>
          </p:cNvCxnSpPr>
          <p:nvPr/>
        </p:nvCxnSpPr>
        <p:spPr>
          <a:xfrm rot="10800000">
            <a:off x="1214260" y="2393206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8"/>
          <p:cNvCxnSpPr>
            <a:stCxn id="232" idx="6"/>
            <a:endCxn id="234" idx="2"/>
          </p:cNvCxnSpPr>
          <p:nvPr/>
        </p:nvCxnSpPr>
        <p:spPr>
          <a:xfrm>
            <a:off x="1506499" y="211559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8"/>
          <p:cNvCxnSpPr>
            <a:stCxn id="234" idx="4"/>
            <a:endCxn id="235" idx="0"/>
          </p:cNvCxnSpPr>
          <p:nvPr/>
        </p:nvCxnSpPr>
        <p:spPr>
          <a:xfrm>
            <a:off x="2792354" y="2393229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8"/>
          <p:cNvCxnSpPr>
            <a:stCxn id="235" idx="7"/>
            <a:endCxn id="236" idx="3"/>
          </p:cNvCxnSpPr>
          <p:nvPr/>
        </p:nvCxnSpPr>
        <p:spPr>
          <a:xfrm flipH="1" rot="10800000">
            <a:off x="2998998" y="2311925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8"/>
          <p:cNvCxnSpPr>
            <a:stCxn id="235" idx="6"/>
            <a:endCxn id="237" idx="2"/>
          </p:cNvCxnSpPr>
          <p:nvPr/>
        </p:nvCxnSpPr>
        <p:spPr>
          <a:xfrm>
            <a:off x="3084593" y="322614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8"/>
          <p:cNvCxnSpPr>
            <a:stCxn id="237" idx="0"/>
            <a:endCxn id="236" idx="4"/>
          </p:cNvCxnSpPr>
          <p:nvPr/>
        </p:nvCxnSpPr>
        <p:spPr>
          <a:xfrm rot="10800000">
            <a:off x="4370447" y="2393206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8"/>
          <p:cNvCxnSpPr>
            <a:stCxn id="236" idx="6"/>
            <a:endCxn id="238" idx="2"/>
          </p:cNvCxnSpPr>
          <p:nvPr/>
        </p:nvCxnSpPr>
        <p:spPr>
          <a:xfrm>
            <a:off x="4662686" y="211559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8"/>
          <p:cNvCxnSpPr>
            <a:stCxn id="237" idx="6"/>
            <a:endCxn id="239" idx="2"/>
          </p:cNvCxnSpPr>
          <p:nvPr/>
        </p:nvCxnSpPr>
        <p:spPr>
          <a:xfrm>
            <a:off x="4662686" y="322614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8"/>
          <p:cNvCxnSpPr>
            <a:stCxn id="239" idx="0"/>
            <a:endCxn id="238" idx="4"/>
          </p:cNvCxnSpPr>
          <p:nvPr/>
        </p:nvCxnSpPr>
        <p:spPr>
          <a:xfrm rot="10800000">
            <a:off x="5948541" y="2393206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57" name="Google Shape;257;p8"/>
          <p:cNvGraphicFramePr/>
          <p:nvPr/>
        </p:nvGraphicFramePr>
        <p:xfrm>
          <a:off x="6775556" y="17199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258" name="Google Shape;258;p8"/>
          <p:cNvGrpSpPr/>
          <p:nvPr/>
        </p:nvGrpSpPr>
        <p:grpSpPr>
          <a:xfrm>
            <a:off x="3189652" y="3719547"/>
            <a:ext cx="6102256" cy="923330"/>
            <a:chOff x="2630263" y="3710856"/>
            <a:chExt cx="6102256" cy="923330"/>
          </a:xfrm>
        </p:grpSpPr>
        <p:sp>
          <p:nvSpPr>
            <p:cNvPr id="259" name="Google Shape;259;p8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1" name="Google Shape;261;p8"/>
          <p:cNvSpPr/>
          <p:nvPr/>
        </p:nvSpPr>
        <p:spPr>
          <a:xfrm>
            <a:off x="4173196" y="4000064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"/>
          <p:cNvSpPr txBox="1"/>
          <p:nvPr>
            <p:ph idx="1" type="body"/>
          </p:nvPr>
        </p:nvSpPr>
        <p:spPr>
          <a:xfrm>
            <a:off x="838200" y="4693843"/>
            <a:ext cx="10988040" cy="1591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Let us take s as the source for this example.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will now update its attributes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Distance (from source) = 0 (as s itself is the source)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Parent = -1 (no parent)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Color=gray (discovered) . We are placing gray/discovered vertices in the queue</a:t>
            </a:r>
            <a:endParaRPr/>
          </a:p>
        </p:txBody>
      </p:sp>
      <p:sp>
        <p:nvSpPr>
          <p:cNvPr id="267" name="Google Shape;267;p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268" name="Google Shape;268;p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69" name="Google Shape;269;p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922020" y="183795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4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922020" y="294850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2500114" y="183795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2500114" y="294850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4078207" y="183795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4078207" y="294850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656301" y="183795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5656301" y="294850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 txBox="1"/>
          <p:nvPr/>
        </p:nvSpPr>
        <p:spPr>
          <a:xfrm>
            <a:off x="1105888" y="1504784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9"/>
          <p:cNvSpPr txBox="1"/>
          <p:nvPr/>
        </p:nvSpPr>
        <p:spPr>
          <a:xfrm>
            <a:off x="2675457" y="1504784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4255986" y="1504784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9"/>
          <p:cNvSpPr txBox="1"/>
          <p:nvPr/>
        </p:nvSpPr>
        <p:spPr>
          <a:xfrm>
            <a:off x="5798768" y="1504784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1092493" y="3503784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2665716" y="3503784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4276687" y="3503784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"/>
          <p:cNvSpPr txBox="1"/>
          <p:nvPr/>
        </p:nvSpPr>
        <p:spPr>
          <a:xfrm>
            <a:off x="5877916" y="3503784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" name="Google Shape;287;p9"/>
          <p:cNvCxnSpPr>
            <a:stCxn id="272" idx="0"/>
            <a:endCxn id="271" idx="4"/>
          </p:cNvCxnSpPr>
          <p:nvPr/>
        </p:nvCxnSpPr>
        <p:spPr>
          <a:xfrm rot="10800000">
            <a:off x="1214260" y="2393206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9"/>
          <p:cNvCxnSpPr>
            <a:stCxn id="271" idx="6"/>
            <a:endCxn id="273" idx="2"/>
          </p:cNvCxnSpPr>
          <p:nvPr/>
        </p:nvCxnSpPr>
        <p:spPr>
          <a:xfrm>
            <a:off x="1506499" y="211559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9"/>
          <p:cNvCxnSpPr>
            <a:stCxn id="273" idx="4"/>
            <a:endCxn id="274" idx="0"/>
          </p:cNvCxnSpPr>
          <p:nvPr/>
        </p:nvCxnSpPr>
        <p:spPr>
          <a:xfrm>
            <a:off x="2792354" y="2393229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9"/>
          <p:cNvCxnSpPr>
            <a:stCxn id="274" idx="7"/>
            <a:endCxn id="275" idx="3"/>
          </p:cNvCxnSpPr>
          <p:nvPr/>
        </p:nvCxnSpPr>
        <p:spPr>
          <a:xfrm flipH="1" rot="10800000">
            <a:off x="2998998" y="2311925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9"/>
          <p:cNvCxnSpPr>
            <a:stCxn id="274" idx="6"/>
            <a:endCxn id="276" idx="2"/>
          </p:cNvCxnSpPr>
          <p:nvPr/>
        </p:nvCxnSpPr>
        <p:spPr>
          <a:xfrm>
            <a:off x="3084593" y="322614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9"/>
          <p:cNvCxnSpPr>
            <a:stCxn id="276" idx="0"/>
            <a:endCxn id="275" idx="4"/>
          </p:cNvCxnSpPr>
          <p:nvPr/>
        </p:nvCxnSpPr>
        <p:spPr>
          <a:xfrm rot="10800000">
            <a:off x="4370447" y="2393206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9"/>
          <p:cNvCxnSpPr>
            <a:stCxn id="275" idx="6"/>
            <a:endCxn id="277" idx="2"/>
          </p:cNvCxnSpPr>
          <p:nvPr/>
        </p:nvCxnSpPr>
        <p:spPr>
          <a:xfrm>
            <a:off x="4662686" y="211559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9"/>
          <p:cNvCxnSpPr>
            <a:stCxn id="276" idx="6"/>
            <a:endCxn id="278" idx="2"/>
          </p:cNvCxnSpPr>
          <p:nvPr/>
        </p:nvCxnSpPr>
        <p:spPr>
          <a:xfrm>
            <a:off x="4662686" y="322614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9"/>
          <p:cNvCxnSpPr>
            <a:stCxn id="278" idx="0"/>
            <a:endCxn id="277" idx="4"/>
          </p:cNvCxnSpPr>
          <p:nvPr/>
        </p:nvCxnSpPr>
        <p:spPr>
          <a:xfrm rot="10800000">
            <a:off x="5948541" y="2393206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96" name="Google Shape;296;p9"/>
          <p:cNvGraphicFramePr/>
          <p:nvPr/>
        </p:nvGraphicFramePr>
        <p:xfrm>
          <a:off x="6775556" y="17199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297" name="Google Shape;297;p9"/>
          <p:cNvGrpSpPr/>
          <p:nvPr/>
        </p:nvGrpSpPr>
        <p:grpSpPr>
          <a:xfrm>
            <a:off x="3189652" y="3719547"/>
            <a:ext cx="6102256" cy="923330"/>
            <a:chOff x="2630263" y="3710856"/>
            <a:chExt cx="6102256" cy="923330"/>
          </a:xfrm>
        </p:grpSpPr>
        <p:sp>
          <p:nvSpPr>
            <p:cNvPr id="298" name="Google Shape;298;p9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0" name="Google Shape;300;p9"/>
          <p:cNvSpPr/>
          <p:nvPr/>
        </p:nvSpPr>
        <p:spPr>
          <a:xfrm>
            <a:off x="7907867" y="1504784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4173196" y="4000064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307" name="Google Shape;307;p1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308" name="Google Shape;308;p1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09" name="Google Shape;309;p1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0" name="Google Shape;310;p1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4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0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0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0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0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0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0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0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0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10"/>
          <p:cNvCxnSpPr>
            <a:stCxn id="312" idx="0"/>
            <a:endCxn id="311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10"/>
          <p:cNvCxnSpPr>
            <a:stCxn id="311" idx="6"/>
            <a:endCxn id="313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10"/>
          <p:cNvCxnSpPr>
            <a:stCxn id="313" idx="4"/>
            <a:endCxn id="314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10"/>
          <p:cNvCxnSpPr>
            <a:stCxn id="314" idx="7"/>
            <a:endCxn id="315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10"/>
          <p:cNvCxnSpPr>
            <a:stCxn id="314" idx="6"/>
            <a:endCxn id="316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10"/>
          <p:cNvCxnSpPr>
            <a:stCxn id="316" idx="0"/>
            <a:endCxn id="315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10"/>
          <p:cNvCxnSpPr>
            <a:stCxn id="315" idx="6"/>
            <a:endCxn id="317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10"/>
          <p:cNvCxnSpPr>
            <a:stCxn id="316" idx="6"/>
            <a:endCxn id="318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10"/>
          <p:cNvCxnSpPr>
            <a:stCxn id="318" idx="0"/>
            <a:endCxn id="317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36" name="Google Shape;336;p10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337" name="Google Shape;337;p10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38" name="Google Shape;338;p10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0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0" name="Google Shape;340;p10"/>
          <p:cNvSpPr/>
          <p:nvPr/>
        </p:nvSpPr>
        <p:spPr>
          <a:xfrm>
            <a:off x="4089376" y="3455129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346" name="Google Shape;346;p1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347" name="Google Shape;347;p1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48" name="Google Shape;348;p1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9" name="Google Shape;349;p1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4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1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1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1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1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1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1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1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1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6" name="Google Shape;366;p11"/>
          <p:cNvCxnSpPr>
            <a:stCxn id="351" idx="0"/>
            <a:endCxn id="350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p11"/>
          <p:cNvCxnSpPr>
            <a:stCxn id="350" idx="6"/>
            <a:endCxn id="352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11"/>
          <p:cNvCxnSpPr>
            <a:stCxn id="352" idx="4"/>
            <a:endCxn id="353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" name="Google Shape;369;p11"/>
          <p:cNvCxnSpPr>
            <a:stCxn id="353" idx="7"/>
            <a:endCxn id="354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" name="Google Shape;370;p11"/>
          <p:cNvCxnSpPr>
            <a:stCxn id="353" idx="6"/>
            <a:endCxn id="355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p11"/>
          <p:cNvCxnSpPr>
            <a:stCxn id="355" idx="0"/>
            <a:endCxn id="354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p11"/>
          <p:cNvCxnSpPr>
            <a:stCxn id="354" idx="6"/>
            <a:endCxn id="356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11"/>
          <p:cNvCxnSpPr>
            <a:stCxn id="355" idx="6"/>
            <a:endCxn id="357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11"/>
          <p:cNvCxnSpPr>
            <a:stCxn id="357" idx="0"/>
            <a:endCxn id="356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75" name="Google Shape;375;p11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376" name="Google Shape;376;p11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77" name="Google Shape;377;p11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1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9" name="Google Shape;379;p11"/>
          <p:cNvSpPr/>
          <p:nvPr/>
        </p:nvSpPr>
        <p:spPr>
          <a:xfrm>
            <a:off x="1158428" y="3472517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861200" y="4548641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2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386" name="Google Shape;386;p1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387" name="Google Shape;387;p1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88" name="Google Shape;388;p1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9" name="Google Shape;389;p1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4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2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2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2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2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2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2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2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2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6" name="Google Shape;406;p12"/>
          <p:cNvCxnSpPr>
            <a:stCxn id="391" idx="0"/>
            <a:endCxn id="390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12"/>
          <p:cNvCxnSpPr>
            <a:stCxn id="390" idx="6"/>
            <a:endCxn id="392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12"/>
          <p:cNvCxnSpPr>
            <a:stCxn id="392" idx="4"/>
            <a:endCxn id="393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12"/>
          <p:cNvCxnSpPr>
            <a:stCxn id="393" idx="7"/>
            <a:endCxn id="394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12"/>
          <p:cNvCxnSpPr>
            <a:stCxn id="393" idx="6"/>
            <a:endCxn id="395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12"/>
          <p:cNvCxnSpPr>
            <a:stCxn id="395" idx="0"/>
            <a:endCxn id="394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12"/>
          <p:cNvCxnSpPr>
            <a:stCxn id="394" idx="6"/>
            <a:endCxn id="396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12"/>
          <p:cNvCxnSpPr>
            <a:stCxn id="395" idx="6"/>
            <a:endCxn id="397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12"/>
          <p:cNvCxnSpPr>
            <a:stCxn id="397" idx="0"/>
            <a:endCxn id="396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15" name="Google Shape;415;p12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416" name="Google Shape;416;p12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417" name="Google Shape;417;p12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2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9" name="Google Shape;419;p12"/>
          <p:cNvSpPr/>
          <p:nvPr/>
        </p:nvSpPr>
        <p:spPr>
          <a:xfrm>
            <a:off x="1158428" y="3472517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903396" y="4800832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3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426" name="Google Shape;426;p1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427" name="Google Shape;427;p1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28" name="Google Shape;428;p1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9" name="Google Shape;429;p1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430" name="Google Shape;430;p13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3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3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3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3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3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3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3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3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" name="Google Shape;446;p13"/>
          <p:cNvCxnSpPr>
            <a:stCxn id="431" idx="0"/>
            <a:endCxn id="430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p13"/>
          <p:cNvCxnSpPr>
            <a:stCxn id="430" idx="6"/>
            <a:endCxn id="432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" name="Google Shape;448;p13"/>
          <p:cNvCxnSpPr>
            <a:stCxn id="432" idx="4"/>
            <a:endCxn id="433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" name="Google Shape;449;p13"/>
          <p:cNvCxnSpPr>
            <a:stCxn id="433" idx="7"/>
            <a:endCxn id="434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" name="Google Shape;450;p13"/>
          <p:cNvCxnSpPr>
            <a:stCxn id="433" idx="6"/>
            <a:endCxn id="435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1" name="Google Shape;451;p13"/>
          <p:cNvCxnSpPr>
            <a:stCxn id="435" idx="0"/>
            <a:endCxn id="434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2" name="Google Shape;452;p13"/>
          <p:cNvCxnSpPr>
            <a:stCxn id="434" idx="6"/>
            <a:endCxn id="436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3" name="Google Shape;453;p13"/>
          <p:cNvCxnSpPr>
            <a:stCxn id="435" idx="6"/>
            <a:endCxn id="437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4" name="Google Shape;454;p13"/>
          <p:cNvCxnSpPr>
            <a:stCxn id="437" idx="0"/>
            <a:endCxn id="436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55" name="Google Shape;455;p13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456" name="Google Shape;456;p13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457" name="Google Shape;457;p13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13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9" name="Google Shape;459;p13"/>
          <p:cNvSpPr/>
          <p:nvPr/>
        </p:nvSpPr>
        <p:spPr>
          <a:xfrm>
            <a:off x="1158428" y="3472517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886600" y="5074471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7191440" y="1089864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10104231" y="1021450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4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468" name="Google Shape;468;p1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469" name="Google Shape;469;p1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70" name="Google Shape;470;p1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1" name="Google Shape;471;p1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472" name="Google Shape;472;p14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14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4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4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4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4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4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4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4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4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4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4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8" name="Google Shape;488;p14"/>
          <p:cNvCxnSpPr>
            <a:stCxn id="473" idx="0"/>
            <a:endCxn id="472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14"/>
          <p:cNvCxnSpPr>
            <a:stCxn id="472" idx="6"/>
            <a:endCxn id="474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0" name="Google Shape;490;p14"/>
          <p:cNvCxnSpPr>
            <a:stCxn id="474" idx="4"/>
            <a:endCxn id="475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1" name="Google Shape;491;p14"/>
          <p:cNvCxnSpPr>
            <a:stCxn id="475" idx="7"/>
            <a:endCxn id="476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2" name="Google Shape;492;p14"/>
          <p:cNvCxnSpPr>
            <a:stCxn id="475" idx="6"/>
            <a:endCxn id="477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3" name="Google Shape;493;p14"/>
          <p:cNvCxnSpPr>
            <a:stCxn id="477" idx="0"/>
            <a:endCxn id="476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p14"/>
          <p:cNvCxnSpPr>
            <a:stCxn id="476" idx="6"/>
            <a:endCxn id="478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5" name="Google Shape;495;p14"/>
          <p:cNvCxnSpPr>
            <a:stCxn id="477" idx="6"/>
            <a:endCxn id="479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6" name="Google Shape;496;p14"/>
          <p:cNvCxnSpPr>
            <a:stCxn id="479" idx="0"/>
            <a:endCxn id="478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97" name="Google Shape;497;p14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498" name="Google Shape;498;p14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499" name="Google Shape;499;p14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14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1" name="Google Shape;501;p14"/>
          <p:cNvSpPr/>
          <p:nvPr/>
        </p:nvSpPr>
        <p:spPr>
          <a:xfrm>
            <a:off x="1158428" y="3472517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886600" y="5074471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7191440" y="1089864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10104231" y="1021450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4065462" y="3457073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4759502" y="345707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5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512" name="Google Shape;512;p1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513" name="Google Shape;513;p1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14" name="Google Shape;514;p1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5" name="Google Shape;515;p1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516" name="Google Shape;516;p15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7" name="Google Shape;517;p15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5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5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5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5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5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5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5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5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5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5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5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5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5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2" name="Google Shape;532;p15"/>
          <p:cNvCxnSpPr>
            <a:stCxn id="517" idx="0"/>
            <a:endCxn id="516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3" name="Google Shape;533;p15"/>
          <p:cNvCxnSpPr>
            <a:stCxn id="516" idx="6"/>
            <a:endCxn id="518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4" name="Google Shape;534;p15"/>
          <p:cNvCxnSpPr>
            <a:stCxn id="518" idx="4"/>
            <a:endCxn id="519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5" name="Google Shape;535;p15"/>
          <p:cNvCxnSpPr>
            <a:stCxn id="519" idx="7"/>
            <a:endCxn id="520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6" name="Google Shape;536;p15"/>
          <p:cNvCxnSpPr>
            <a:stCxn id="519" idx="6"/>
            <a:endCxn id="521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7" name="Google Shape;537;p15"/>
          <p:cNvCxnSpPr>
            <a:stCxn id="521" idx="0"/>
            <a:endCxn id="520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8" name="Google Shape;538;p15"/>
          <p:cNvCxnSpPr>
            <a:stCxn id="520" idx="6"/>
            <a:endCxn id="522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9" name="Google Shape;539;p15"/>
          <p:cNvCxnSpPr>
            <a:stCxn id="521" idx="6"/>
            <a:endCxn id="523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0" name="Google Shape;540;p15"/>
          <p:cNvCxnSpPr>
            <a:stCxn id="523" idx="0"/>
            <a:endCxn id="522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541" name="Google Shape;541;p15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542" name="Google Shape;542;p15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543" name="Google Shape;543;p15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15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5" name="Google Shape;545;p15"/>
          <p:cNvSpPr/>
          <p:nvPr/>
        </p:nvSpPr>
        <p:spPr>
          <a:xfrm>
            <a:off x="1158428" y="3472517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886600" y="5074471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7191440" y="1089864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5"/>
          <p:cNvSpPr/>
          <p:nvPr/>
        </p:nvSpPr>
        <p:spPr>
          <a:xfrm>
            <a:off x="10104231" y="1021450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4065462" y="3457073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4759502" y="345707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6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556" name="Google Shape;556;p1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557" name="Google Shape;557;p1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58" name="Google Shape;558;p1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9" name="Google Shape;559;p1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560" name="Google Shape;560;p16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1" name="Google Shape;561;p16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6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6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6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6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6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6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6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6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6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6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6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6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6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6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6" name="Google Shape;576;p16"/>
          <p:cNvCxnSpPr>
            <a:stCxn id="561" idx="0"/>
            <a:endCxn id="560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16"/>
          <p:cNvCxnSpPr>
            <a:stCxn id="560" idx="6"/>
            <a:endCxn id="562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16"/>
          <p:cNvCxnSpPr>
            <a:stCxn id="562" idx="4"/>
            <a:endCxn id="563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9" name="Google Shape;579;p16"/>
          <p:cNvCxnSpPr>
            <a:stCxn id="563" idx="7"/>
            <a:endCxn id="564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0" name="Google Shape;580;p16"/>
          <p:cNvCxnSpPr>
            <a:stCxn id="563" idx="6"/>
            <a:endCxn id="565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1" name="Google Shape;581;p16"/>
          <p:cNvCxnSpPr>
            <a:stCxn id="565" idx="0"/>
            <a:endCxn id="564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2" name="Google Shape;582;p16"/>
          <p:cNvCxnSpPr>
            <a:stCxn id="564" idx="6"/>
            <a:endCxn id="566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3" name="Google Shape;583;p16"/>
          <p:cNvCxnSpPr>
            <a:stCxn id="565" idx="6"/>
            <a:endCxn id="567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4" name="Google Shape;584;p16"/>
          <p:cNvCxnSpPr>
            <a:stCxn id="567" idx="0"/>
            <a:endCxn id="566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585" name="Google Shape;585;p16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586" name="Google Shape;586;p16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587" name="Google Shape;587;p16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9" name="Google Shape;589;p16"/>
          <p:cNvSpPr/>
          <p:nvPr/>
        </p:nvSpPr>
        <p:spPr>
          <a:xfrm>
            <a:off x="1158428" y="3472517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839188" y="5921235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6"/>
          <p:cNvSpPr/>
          <p:nvPr/>
        </p:nvSpPr>
        <p:spPr>
          <a:xfrm>
            <a:off x="7191440" y="1089864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10104231" y="1021450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6"/>
          <p:cNvSpPr/>
          <p:nvPr/>
        </p:nvSpPr>
        <p:spPr>
          <a:xfrm>
            <a:off x="4065462" y="3457073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4759502" y="345707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7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600" name="Google Shape;600;p1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601" name="Google Shape;601;p1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602" name="Google Shape;602;p1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3" name="Google Shape;603;p1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604" name="Google Shape;604;p17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5" name="Google Shape;605;p17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7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7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7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7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7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7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7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7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7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7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7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7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7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7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0" name="Google Shape;620;p17"/>
          <p:cNvCxnSpPr>
            <a:stCxn id="605" idx="0"/>
            <a:endCxn id="604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1" name="Google Shape;621;p17"/>
          <p:cNvCxnSpPr>
            <a:stCxn id="604" idx="6"/>
            <a:endCxn id="606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p17"/>
          <p:cNvCxnSpPr>
            <a:stCxn id="606" idx="4"/>
            <a:endCxn id="607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p17"/>
          <p:cNvCxnSpPr>
            <a:stCxn id="607" idx="7"/>
            <a:endCxn id="608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p17"/>
          <p:cNvCxnSpPr>
            <a:stCxn id="607" idx="6"/>
            <a:endCxn id="609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5" name="Google Shape;625;p17"/>
          <p:cNvCxnSpPr>
            <a:stCxn id="609" idx="0"/>
            <a:endCxn id="608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p17"/>
          <p:cNvCxnSpPr>
            <a:stCxn id="608" idx="6"/>
            <a:endCxn id="610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p17"/>
          <p:cNvCxnSpPr>
            <a:stCxn id="609" idx="6"/>
            <a:endCxn id="611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p17"/>
          <p:cNvCxnSpPr>
            <a:stCxn id="611" idx="0"/>
            <a:endCxn id="610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629" name="Google Shape;629;p17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630" name="Google Shape;630;p17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631" name="Google Shape;631;p17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17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3" name="Google Shape;633;p17"/>
          <p:cNvSpPr/>
          <p:nvPr/>
        </p:nvSpPr>
        <p:spPr>
          <a:xfrm>
            <a:off x="839188" y="5921235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7"/>
          <p:cNvSpPr/>
          <p:nvPr/>
        </p:nvSpPr>
        <p:spPr>
          <a:xfrm>
            <a:off x="7770587" y="800500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7"/>
          <p:cNvSpPr/>
          <p:nvPr/>
        </p:nvSpPr>
        <p:spPr>
          <a:xfrm>
            <a:off x="4065462" y="3457073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7"/>
          <p:cNvSpPr/>
          <p:nvPr/>
        </p:nvSpPr>
        <p:spPr>
          <a:xfrm>
            <a:off x="4759502" y="345707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8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642" name="Google Shape;642;p1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643" name="Google Shape;643;p1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644" name="Google Shape;644;p1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5" name="Google Shape;645;p1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646" name="Google Shape;646;p18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7" name="Google Shape;647;p18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8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8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8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8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8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8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8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8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8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8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8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8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8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8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2" name="Google Shape;662;p18"/>
          <p:cNvCxnSpPr>
            <a:stCxn id="647" idx="0"/>
            <a:endCxn id="646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3" name="Google Shape;663;p18"/>
          <p:cNvCxnSpPr>
            <a:stCxn id="646" idx="6"/>
            <a:endCxn id="648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4" name="Google Shape;664;p18"/>
          <p:cNvCxnSpPr>
            <a:stCxn id="648" idx="4"/>
            <a:endCxn id="649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5" name="Google Shape;665;p18"/>
          <p:cNvCxnSpPr>
            <a:stCxn id="649" idx="7"/>
            <a:endCxn id="650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6" name="Google Shape;666;p18"/>
          <p:cNvCxnSpPr>
            <a:stCxn id="649" idx="6"/>
            <a:endCxn id="651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7" name="Google Shape;667;p18"/>
          <p:cNvCxnSpPr>
            <a:stCxn id="651" idx="0"/>
            <a:endCxn id="650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8" name="Google Shape;668;p18"/>
          <p:cNvCxnSpPr>
            <a:stCxn id="650" idx="6"/>
            <a:endCxn id="652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9" name="Google Shape;669;p18"/>
          <p:cNvCxnSpPr>
            <a:stCxn id="651" idx="6"/>
            <a:endCxn id="653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0" name="Google Shape;670;p18"/>
          <p:cNvCxnSpPr>
            <a:stCxn id="653" idx="0"/>
            <a:endCxn id="652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671" name="Google Shape;671;p18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672" name="Google Shape;672;p18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673" name="Google Shape;673;p18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18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5" name="Google Shape;675;p18"/>
          <p:cNvSpPr/>
          <p:nvPr/>
        </p:nvSpPr>
        <p:spPr>
          <a:xfrm>
            <a:off x="365760" y="4175211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8"/>
          <p:cNvSpPr/>
          <p:nvPr/>
        </p:nvSpPr>
        <p:spPr>
          <a:xfrm>
            <a:off x="12496176" y="2231538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8"/>
          <p:cNvSpPr/>
          <p:nvPr/>
        </p:nvSpPr>
        <p:spPr>
          <a:xfrm>
            <a:off x="4065462" y="3457073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8"/>
          <p:cNvSpPr/>
          <p:nvPr/>
        </p:nvSpPr>
        <p:spPr>
          <a:xfrm>
            <a:off x="4759502" y="345707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9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684" name="Google Shape;684;p1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685" name="Google Shape;685;p1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686" name="Google Shape;686;p1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7" name="Google Shape;687;p1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688" name="Google Shape;688;p19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9" name="Google Shape;689;p19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9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9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9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9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9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9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9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9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9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9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9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19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9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9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4" name="Google Shape;704;p19"/>
          <p:cNvCxnSpPr>
            <a:stCxn id="689" idx="0"/>
            <a:endCxn id="688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5" name="Google Shape;705;p19"/>
          <p:cNvCxnSpPr>
            <a:stCxn id="688" idx="6"/>
            <a:endCxn id="690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6" name="Google Shape;706;p19"/>
          <p:cNvCxnSpPr>
            <a:stCxn id="690" idx="4"/>
            <a:endCxn id="691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7" name="Google Shape;707;p19"/>
          <p:cNvCxnSpPr>
            <a:stCxn id="691" idx="7"/>
            <a:endCxn id="692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8" name="Google Shape;708;p19"/>
          <p:cNvCxnSpPr>
            <a:stCxn id="691" idx="6"/>
            <a:endCxn id="693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9" name="Google Shape;709;p19"/>
          <p:cNvCxnSpPr>
            <a:stCxn id="693" idx="0"/>
            <a:endCxn id="692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0" name="Google Shape;710;p19"/>
          <p:cNvCxnSpPr>
            <a:stCxn id="692" idx="6"/>
            <a:endCxn id="694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1" name="Google Shape;711;p19"/>
          <p:cNvCxnSpPr>
            <a:stCxn id="693" idx="6"/>
            <a:endCxn id="695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2" name="Google Shape;712;p19"/>
          <p:cNvCxnSpPr>
            <a:stCxn id="695" idx="0"/>
            <a:endCxn id="694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713" name="Google Shape;713;p19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714" name="Google Shape;714;p19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715" name="Google Shape;715;p19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19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7" name="Google Shape;717;p19"/>
          <p:cNvSpPr/>
          <p:nvPr/>
        </p:nvSpPr>
        <p:spPr>
          <a:xfrm>
            <a:off x="838200" y="4526570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9"/>
          <p:cNvSpPr/>
          <p:nvPr/>
        </p:nvSpPr>
        <p:spPr>
          <a:xfrm>
            <a:off x="12496176" y="2231538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9"/>
          <p:cNvSpPr/>
          <p:nvPr/>
        </p:nvSpPr>
        <p:spPr>
          <a:xfrm>
            <a:off x="1717863" y="345707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9"/>
          <p:cNvSpPr/>
          <p:nvPr/>
        </p:nvSpPr>
        <p:spPr>
          <a:xfrm>
            <a:off x="4023610" y="345707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20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726" name="Google Shape;726;p2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727" name="Google Shape;727;p2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728" name="Google Shape;728;p2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9" name="Google Shape;729;p2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730" name="Google Shape;730;p20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1" name="Google Shape;731;p20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20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20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0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0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0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0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0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0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20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0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0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20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0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0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6" name="Google Shape;746;p20"/>
          <p:cNvCxnSpPr>
            <a:stCxn id="731" idx="0"/>
            <a:endCxn id="730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" name="Google Shape;747;p20"/>
          <p:cNvCxnSpPr>
            <a:stCxn id="730" idx="6"/>
            <a:endCxn id="732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8" name="Google Shape;748;p20"/>
          <p:cNvCxnSpPr>
            <a:stCxn id="732" idx="4"/>
            <a:endCxn id="733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9" name="Google Shape;749;p20"/>
          <p:cNvCxnSpPr>
            <a:stCxn id="733" idx="7"/>
            <a:endCxn id="734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p20"/>
          <p:cNvCxnSpPr>
            <a:stCxn id="733" idx="6"/>
            <a:endCxn id="735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p20"/>
          <p:cNvCxnSpPr>
            <a:stCxn id="735" idx="0"/>
            <a:endCxn id="734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2" name="Google Shape;752;p20"/>
          <p:cNvCxnSpPr>
            <a:stCxn id="734" idx="6"/>
            <a:endCxn id="736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3" name="Google Shape;753;p20"/>
          <p:cNvCxnSpPr>
            <a:stCxn id="735" idx="6"/>
            <a:endCxn id="737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p20"/>
          <p:cNvCxnSpPr>
            <a:stCxn id="737" idx="0"/>
            <a:endCxn id="736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755" name="Google Shape;755;p20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756" name="Google Shape;756;p20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757" name="Google Shape;757;p20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20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9" name="Google Shape;759;p20"/>
          <p:cNvSpPr/>
          <p:nvPr/>
        </p:nvSpPr>
        <p:spPr>
          <a:xfrm>
            <a:off x="793468" y="4841680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0"/>
          <p:cNvSpPr/>
          <p:nvPr/>
        </p:nvSpPr>
        <p:spPr>
          <a:xfrm>
            <a:off x="12496176" y="2231538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0"/>
          <p:cNvSpPr/>
          <p:nvPr/>
        </p:nvSpPr>
        <p:spPr>
          <a:xfrm>
            <a:off x="1717863" y="345707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0"/>
          <p:cNvSpPr/>
          <p:nvPr/>
        </p:nvSpPr>
        <p:spPr>
          <a:xfrm>
            <a:off x="4023610" y="345707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1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768" name="Google Shape;768;p2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769" name="Google Shape;769;p2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770" name="Google Shape;770;p2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1" name="Google Shape;771;p2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772" name="Google Shape;772;p21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3" name="Google Shape;773;p21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1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1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1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1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1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1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21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1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1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1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1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1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21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1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8" name="Google Shape;788;p21"/>
          <p:cNvCxnSpPr>
            <a:stCxn id="773" idx="0"/>
            <a:endCxn id="772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9" name="Google Shape;789;p21"/>
          <p:cNvCxnSpPr>
            <a:stCxn id="772" idx="6"/>
            <a:endCxn id="774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0" name="Google Shape;790;p21"/>
          <p:cNvCxnSpPr>
            <a:stCxn id="774" idx="4"/>
            <a:endCxn id="775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1" name="Google Shape;791;p21"/>
          <p:cNvCxnSpPr>
            <a:stCxn id="775" idx="7"/>
            <a:endCxn id="776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2" name="Google Shape;792;p21"/>
          <p:cNvCxnSpPr>
            <a:stCxn id="775" idx="6"/>
            <a:endCxn id="777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3" name="Google Shape;793;p21"/>
          <p:cNvCxnSpPr>
            <a:stCxn id="777" idx="0"/>
            <a:endCxn id="776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4" name="Google Shape;794;p21"/>
          <p:cNvCxnSpPr>
            <a:stCxn id="776" idx="6"/>
            <a:endCxn id="778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5" name="Google Shape;795;p21"/>
          <p:cNvCxnSpPr>
            <a:stCxn id="777" idx="6"/>
            <a:endCxn id="779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6" name="Google Shape;796;p21"/>
          <p:cNvCxnSpPr>
            <a:stCxn id="779" idx="0"/>
            <a:endCxn id="778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797" name="Google Shape;797;p21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798" name="Google Shape;798;p21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799" name="Google Shape;799;p21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21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1" name="Google Shape;801;p21"/>
          <p:cNvSpPr/>
          <p:nvPr/>
        </p:nvSpPr>
        <p:spPr>
          <a:xfrm>
            <a:off x="789544" y="5114694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1"/>
          <p:cNvSpPr/>
          <p:nvPr/>
        </p:nvSpPr>
        <p:spPr>
          <a:xfrm>
            <a:off x="9528836" y="1021242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1"/>
          <p:cNvSpPr/>
          <p:nvPr/>
        </p:nvSpPr>
        <p:spPr>
          <a:xfrm>
            <a:off x="1717863" y="345707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1"/>
          <p:cNvSpPr/>
          <p:nvPr/>
        </p:nvSpPr>
        <p:spPr>
          <a:xfrm>
            <a:off x="4023610" y="345707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1"/>
          <p:cNvSpPr/>
          <p:nvPr/>
        </p:nvSpPr>
        <p:spPr>
          <a:xfrm>
            <a:off x="4587924" y="3441716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22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811" name="Google Shape;811;p2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812" name="Google Shape;812;p2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813" name="Google Shape;813;p2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4" name="Google Shape;814;p2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815" name="Google Shape;815;p22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6" name="Google Shape;816;p22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22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22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22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22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22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22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22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22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22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22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22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22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22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22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1" name="Google Shape;831;p22"/>
          <p:cNvCxnSpPr>
            <a:stCxn id="816" idx="0"/>
            <a:endCxn id="815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2" name="Google Shape;832;p22"/>
          <p:cNvCxnSpPr>
            <a:stCxn id="815" idx="6"/>
            <a:endCxn id="817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3" name="Google Shape;833;p22"/>
          <p:cNvCxnSpPr>
            <a:stCxn id="817" idx="4"/>
            <a:endCxn id="818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4" name="Google Shape;834;p22"/>
          <p:cNvCxnSpPr>
            <a:stCxn id="818" idx="7"/>
            <a:endCxn id="819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5" name="Google Shape;835;p22"/>
          <p:cNvCxnSpPr>
            <a:stCxn id="818" idx="6"/>
            <a:endCxn id="820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6" name="Google Shape;836;p22"/>
          <p:cNvCxnSpPr>
            <a:stCxn id="820" idx="0"/>
            <a:endCxn id="819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7" name="Google Shape;837;p22"/>
          <p:cNvCxnSpPr>
            <a:stCxn id="819" idx="6"/>
            <a:endCxn id="821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8" name="Google Shape;838;p22"/>
          <p:cNvCxnSpPr>
            <a:stCxn id="820" idx="6"/>
            <a:endCxn id="822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9" name="Google Shape;839;p22"/>
          <p:cNvCxnSpPr>
            <a:stCxn id="822" idx="0"/>
            <a:endCxn id="821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840" name="Google Shape;840;p22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841" name="Google Shape;841;p22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842" name="Google Shape;842;p22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22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4" name="Google Shape;844;p22"/>
          <p:cNvSpPr/>
          <p:nvPr/>
        </p:nvSpPr>
        <p:spPr>
          <a:xfrm>
            <a:off x="789544" y="5845867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2"/>
          <p:cNvSpPr/>
          <p:nvPr/>
        </p:nvSpPr>
        <p:spPr>
          <a:xfrm>
            <a:off x="7139615" y="1021924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2"/>
          <p:cNvSpPr/>
          <p:nvPr/>
        </p:nvSpPr>
        <p:spPr>
          <a:xfrm>
            <a:off x="1717863" y="345707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22"/>
          <p:cNvSpPr/>
          <p:nvPr/>
        </p:nvSpPr>
        <p:spPr>
          <a:xfrm>
            <a:off x="4023610" y="345707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22"/>
          <p:cNvSpPr/>
          <p:nvPr/>
        </p:nvSpPr>
        <p:spPr>
          <a:xfrm>
            <a:off x="4587924" y="3441716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23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854" name="Google Shape;854;p2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855" name="Google Shape;855;p2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856" name="Google Shape;856;p2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7" name="Google Shape;857;p2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858" name="Google Shape;858;p23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9" name="Google Shape;859;p23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23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23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23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23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23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23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23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23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23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23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3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23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23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23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4" name="Google Shape;874;p23"/>
          <p:cNvCxnSpPr>
            <a:stCxn id="859" idx="0"/>
            <a:endCxn id="858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5" name="Google Shape;875;p23"/>
          <p:cNvCxnSpPr>
            <a:stCxn id="858" idx="6"/>
            <a:endCxn id="860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6" name="Google Shape;876;p23"/>
          <p:cNvCxnSpPr>
            <a:stCxn id="860" idx="4"/>
            <a:endCxn id="861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7" name="Google Shape;877;p23"/>
          <p:cNvCxnSpPr>
            <a:stCxn id="861" idx="7"/>
            <a:endCxn id="862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8" name="Google Shape;878;p23"/>
          <p:cNvCxnSpPr>
            <a:stCxn id="861" idx="6"/>
            <a:endCxn id="863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9" name="Google Shape;879;p23"/>
          <p:cNvCxnSpPr>
            <a:stCxn id="863" idx="0"/>
            <a:endCxn id="862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0" name="Google Shape;880;p23"/>
          <p:cNvCxnSpPr>
            <a:stCxn id="862" idx="6"/>
            <a:endCxn id="864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1" name="Google Shape;881;p23"/>
          <p:cNvCxnSpPr>
            <a:stCxn id="863" idx="6"/>
            <a:endCxn id="865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2" name="Google Shape;882;p23"/>
          <p:cNvCxnSpPr>
            <a:stCxn id="865" idx="0"/>
            <a:endCxn id="864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883" name="Google Shape;883;p23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884" name="Google Shape;884;p23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885" name="Google Shape;885;p23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23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7" name="Google Shape;887;p23"/>
          <p:cNvSpPr/>
          <p:nvPr/>
        </p:nvSpPr>
        <p:spPr>
          <a:xfrm>
            <a:off x="404776" y="4097942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3"/>
          <p:cNvSpPr/>
          <p:nvPr/>
        </p:nvSpPr>
        <p:spPr>
          <a:xfrm>
            <a:off x="12990846" y="3103452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3"/>
          <p:cNvSpPr/>
          <p:nvPr/>
        </p:nvSpPr>
        <p:spPr>
          <a:xfrm>
            <a:off x="4023610" y="345707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23"/>
          <p:cNvSpPr/>
          <p:nvPr/>
        </p:nvSpPr>
        <p:spPr>
          <a:xfrm>
            <a:off x="4587924" y="3441716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24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896" name="Google Shape;896;p2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897" name="Google Shape;897;p2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898" name="Google Shape;898;p2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9" name="Google Shape;899;p2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900" name="Google Shape;900;p24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1" name="Google Shape;901;p24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24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24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24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24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24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24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24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24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24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24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24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24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24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24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6" name="Google Shape;916;p24"/>
          <p:cNvCxnSpPr>
            <a:stCxn id="901" idx="0"/>
            <a:endCxn id="900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7" name="Google Shape;917;p24"/>
          <p:cNvCxnSpPr>
            <a:stCxn id="900" idx="6"/>
            <a:endCxn id="902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8" name="Google Shape;918;p24"/>
          <p:cNvCxnSpPr>
            <a:stCxn id="902" idx="4"/>
            <a:endCxn id="903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9" name="Google Shape;919;p24"/>
          <p:cNvCxnSpPr>
            <a:stCxn id="903" idx="7"/>
            <a:endCxn id="904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0" name="Google Shape;920;p24"/>
          <p:cNvCxnSpPr>
            <a:stCxn id="903" idx="6"/>
            <a:endCxn id="905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1" name="Google Shape;921;p24"/>
          <p:cNvCxnSpPr>
            <a:stCxn id="905" idx="0"/>
            <a:endCxn id="904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2" name="Google Shape;922;p24"/>
          <p:cNvCxnSpPr>
            <a:stCxn id="904" idx="6"/>
            <a:endCxn id="906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3" name="Google Shape;923;p24"/>
          <p:cNvCxnSpPr>
            <a:stCxn id="905" idx="6"/>
            <a:endCxn id="907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4" name="Google Shape;924;p24"/>
          <p:cNvCxnSpPr>
            <a:stCxn id="907" idx="0"/>
            <a:endCxn id="906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925" name="Google Shape;925;p24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926" name="Google Shape;926;p24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927" name="Google Shape;927;p24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24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9" name="Google Shape;929;p24"/>
          <p:cNvSpPr/>
          <p:nvPr/>
        </p:nvSpPr>
        <p:spPr>
          <a:xfrm>
            <a:off x="911310" y="4503887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4"/>
          <p:cNvSpPr/>
          <p:nvPr/>
        </p:nvSpPr>
        <p:spPr>
          <a:xfrm>
            <a:off x="12990846" y="3103452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4"/>
          <p:cNvSpPr/>
          <p:nvPr/>
        </p:nvSpPr>
        <p:spPr>
          <a:xfrm>
            <a:off x="1526294" y="344188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24"/>
          <p:cNvSpPr/>
          <p:nvPr/>
        </p:nvSpPr>
        <p:spPr>
          <a:xfrm>
            <a:off x="4023610" y="3426630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25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938" name="Google Shape;938;p2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939" name="Google Shape;939;p2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940" name="Google Shape;940;p2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1" name="Google Shape;941;p2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942" name="Google Shape;942;p25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3" name="Google Shape;943;p25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25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25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25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25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25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25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25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25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25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25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25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25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25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25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8" name="Google Shape;958;p25"/>
          <p:cNvCxnSpPr>
            <a:stCxn id="943" idx="0"/>
            <a:endCxn id="942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9" name="Google Shape;959;p25"/>
          <p:cNvCxnSpPr>
            <a:stCxn id="942" idx="6"/>
            <a:endCxn id="944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0" name="Google Shape;960;p25"/>
          <p:cNvCxnSpPr>
            <a:stCxn id="944" idx="4"/>
            <a:endCxn id="945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1" name="Google Shape;961;p25"/>
          <p:cNvCxnSpPr>
            <a:stCxn id="945" idx="7"/>
            <a:endCxn id="946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2" name="Google Shape;962;p25"/>
          <p:cNvCxnSpPr>
            <a:stCxn id="945" idx="6"/>
            <a:endCxn id="947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3" name="Google Shape;963;p25"/>
          <p:cNvCxnSpPr>
            <a:stCxn id="947" idx="0"/>
            <a:endCxn id="946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4" name="Google Shape;964;p25"/>
          <p:cNvCxnSpPr>
            <a:stCxn id="946" idx="6"/>
            <a:endCxn id="948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5" name="Google Shape;965;p25"/>
          <p:cNvCxnSpPr>
            <a:stCxn id="947" idx="6"/>
            <a:endCxn id="949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6" name="Google Shape;966;p25"/>
          <p:cNvCxnSpPr>
            <a:stCxn id="949" idx="0"/>
            <a:endCxn id="948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967" name="Google Shape;967;p25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968" name="Google Shape;968;p25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969" name="Google Shape;969;p25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25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1" name="Google Shape;971;p25"/>
          <p:cNvSpPr/>
          <p:nvPr/>
        </p:nvSpPr>
        <p:spPr>
          <a:xfrm>
            <a:off x="903396" y="4793094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5"/>
          <p:cNvSpPr/>
          <p:nvPr/>
        </p:nvSpPr>
        <p:spPr>
          <a:xfrm>
            <a:off x="12990846" y="3103452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5"/>
          <p:cNvSpPr/>
          <p:nvPr/>
        </p:nvSpPr>
        <p:spPr>
          <a:xfrm>
            <a:off x="1526294" y="344188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25"/>
          <p:cNvSpPr/>
          <p:nvPr/>
        </p:nvSpPr>
        <p:spPr>
          <a:xfrm>
            <a:off x="4023610" y="3426630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26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980" name="Google Shape;980;p2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981" name="Google Shape;981;p2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982" name="Google Shape;982;p2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3" name="Google Shape;983;p2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984" name="Google Shape;984;p26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5" name="Google Shape;985;p26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26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26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26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26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26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26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26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26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26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26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26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26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26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26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0" name="Google Shape;1000;p26"/>
          <p:cNvCxnSpPr>
            <a:stCxn id="985" idx="0"/>
            <a:endCxn id="984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1" name="Google Shape;1001;p26"/>
          <p:cNvCxnSpPr>
            <a:stCxn id="984" idx="6"/>
            <a:endCxn id="986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2" name="Google Shape;1002;p26"/>
          <p:cNvCxnSpPr>
            <a:stCxn id="986" idx="4"/>
            <a:endCxn id="987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3" name="Google Shape;1003;p26"/>
          <p:cNvCxnSpPr>
            <a:stCxn id="987" idx="7"/>
            <a:endCxn id="988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4" name="Google Shape;1004;p26"/>
          <p:cNvCxnSpPr>
            <a:stCxn id="987" idx="6"/>
            <a:endCxn id="989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5" name="Google Shape;1005;p26"/>
          <p:cNvCxnSpPr>
            <a:stCxn id="989" idx="0"/>
            <a:endCxn id="988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6" name="Google Shape;1006;p26"/>
          <p:cNvCxnSpPr>
            <a:stCxn id="988" idx="6"/>
            <a:endCxn id="990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7" name="Google Shape;1007;p26"/>
          <p:cNvCxnSpPr>
            <a:stCxn id="989" idx="6"/>
            <a:endCxn id="991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8" name="Google Shape;1008;p26"/>
          <p:cNvCxnSpPr>
            <a:stCxn id="991" idx="0"/>
            <a:endCxn id="990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009" name="Google Shape;1009;p26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010" name="Google Shape;1010;p26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011" name="Google Shape;1011;p26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26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3" name="Google Shape;1013;p26"/>
          <p:cNvSpPr/>
          <p:nvPr/>
        </p:nvSpPr>
        <p:spPr>
          <a:xfrm>
            <a:off x="903396" y="5074471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26"/>
          <p:cNvSpPr/>
          <p:nvPr/>
        </p:nvSpPr>
        <p:spPr>
          <a:xfrm>
            <a:off x="8374137" y="1030850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26"/>
          <p:cNvSpPr/>
          <p:nvPr/>
        </p:nvSpPr>
        <p:spPr>
          <a:xfrm>
            <a:off x="1526294" y="344188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26"/>
          <p:cNvSpPr/>
          <p:nvPr/>
        </p:nvSpPr>
        <p:spPr>
          <a:xfrm>
            <a:off x="4023610" y="3426630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26"/>
          <p:cNvSpPr/>
          <p:nvPr/>
        </p:nvSpPr>
        <p:spPr>
          <a:xfrm>
            <a:off x="10721414" y="1054719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27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023" name="Google Shape;1023;p2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024" name="Google Shape;1024;p2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025" name="Google Shape;1025;p2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6" name="Google Shape;1026;p2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027" name="Google Shape;1027;p27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8" name="Google Shape;1028;p27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27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27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27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27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27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27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27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27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27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27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27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27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27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27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3" name="Google Shape;1043;p27"/>
          <p:cNvCxnSpPr>
            <a:stCxn id="1028" idx="0"/>
            <a:endCxn id="1027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4" name="Google Shape;1044;p27"/>
          <p:cNvCxnSpPr>
            <a:stCxn id="1027" idx="6"/>
            <a:endCxn id="1029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5" name="Google Shape;1045;p27"/>
          <p:cNvCxnSpPr>
            <a:stCxn id="1029" idx="4"/>
            <a:endCxn id="1030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6" name="Google Shape;1046;p27"/>
          <p:cNvCxnSpPr>
            <a:stCxn id="1030" idx="7"/>
            <a:endCxn id="1031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7" name="Google Shape;1047;p27"/>
          <p:cNvCxnSpPr>
            <a:stCxn id="1030" idx="6"/>
            <a:endCxn id="1032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8" name="Google Shape;1048;p27"/>
          <p:cNvCxnSpPr>
            <a:stCxn id="1032" idx="0"/>
            <a:endCxn id="1031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9" name="Google Shape;1049;p27"/>
          <p:cNvCxnSpPr>
            <a:stCxn id="1031" idx="6"/>
            <a:endCxn id="1033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0" name="Google Shape;1050;p27"/>
          <p:cNvCxnSpPr>
            <a:stCxn id="1032" idx="6"/>
            <a:endCxn id="1034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1" name="Google Shape;1051;p27"/>
          <p:cNvCxnSpPr>
            <a:stCxn id="1034" idx="0"/>
            <a:endCxn id="1033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052" name="Google Shape;1052;p27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053" name="Google Shape;1053;p27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054" name="Google Shape;1054;p27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27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6" name="Google Shape;1056;p27"/>
          <p:cNvSpPr/>
          <p:nvPr/>
        </p:nvSpPr>
        <p:spPr>
          <a:xfrm>
            <a:off x="903396" y="5074471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27"/>
          <p:cNvSpPr/>
          <p:nvPr/>
        </p:nvSpPr>
        <p:spPr>
          <a:xfrm>
            <a:off x="8374137" y="1030850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7"/>
          <p:cNvSpPr/>
          <p:nvPr/>
        </p:nvSpPr>
        <p:spPr>
          <a:xfrm>
            <a:off x="1526294" y="344188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27"/>
          <p:cNvSpPr/>
          <p:nvPr/>
        </p:nvSpPr>
        <p:spPr>
          <a:xfrm>
            <a:off x="4023610" y="3426630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27"/>
          <p:cNvSpPr/>
          <p:nvPr/>
        </p:nvSpPr>
        <p:spPr>
          <a:xfrm>
            <a:off x="10721414" y="1054719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27"/>
          <p:cNvSpPr/>
          <p:nvPr/>
        </p:nvSpPr>
        <p:spPr>
          <a:xfrm>
            <a:off x="4647775" y="3426630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27"/>
          <p:cNvSpPr/>
          <p:nvPr/>
        </p:nvSpPr>
        <p:spPr>
          <a:xfrm>
            <a:off x="5271940" y="3426630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28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068" name="Google Shape;1068;p2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069" name="Google Shape;1069;p2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070" name="Google Shape;1070;p2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1" name="Google Shape;1071;p2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072" name="Google Shape;1072;p28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3" name="Google Shape;1073;p28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28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28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28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28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28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28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28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28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28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28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28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28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28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28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8" name="Google Shape;1088;p28"/>
          <p:cNvCxnSpPr>
            <a:stCxn id="1073" idx="0"/>
            <a:endCxn id="1072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9" name="Google Shape;1089;p28"/>
          <p:cNvCxnSpPr>
            <a:stCxn id="1072" idx="6"/>
            <a:endCxn id="1074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0" name="Google Shape;1090;p28"/>
          <p:cNvCxnSpPr>
            <a:stCxn id="1074" idx="4"/>
            <a:endCxn id="1075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1" name="Google Shape;1091;p28"/>
          <p:cNvCxnSpPr>
            <a:stCxn id="1075" idx="7"/>
            <a:endCxn id="1076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2" name="Google Shape;1092;p28"/>
          <p:cNvCxnSpPr>
            <a:stCxn id="1075" idx="6"/>
            <a:endCxn id="1077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3" name="Google Shape;1093;p28"/>
          <p:cNvCxnSpPr>
            <a:stCxn id="1077" idx="0"/>
            <a:endCxn id="1076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4" name="Google Shape;1094;p28"/>
          <p:cNvCxnSpPr>
            <a:stCxn id="1076" idx="6"/>
            <a:endCxn id="1078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5" name="Google Shape;1095;p28"/>
          <p:cNvCxnSpPr>
            <a:stCxn id="1077" idx="6"/>
            <a:endCxn id="1079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6" name="Google Shape;1096;p28"/>
          <p:cNvCxnSpPr>
            <a:stCxn id="1079" idx="0"/>
            <a:endCxn id="1078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097" name="Google Shape;1097;p28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098" name="Google Shape;1098;p28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099" name="Google Shape;1099;p28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28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1" name="Google Shape;1101;p28"/>
          <p:cNvSpPr/>
          <p:nvPr/>
        </p:nvSpPr>
        <p:spPr>
          <a:xfrm>
            <a:off x="798120" y="5852611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28"/>
          <p:cNvSpPr/>
          <p:nvPr/>
        </p:nvSpPr>
        <p:spPr>
          <a:xfrm>
            <a:off x="4023610" y="3426630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28"/>
          <p:cNvSpPr/>
          <p:nvPr/>
        </p:nvSpPr>
        <p:spPr>
          <a:xfrm>
            <a:off x="10109980" y="1092445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8"/>
          <p:cNvSpPr/>
          <p:nvPr/>
        </p:nvSpPr>
        <p:spPr>
          <a:xfrm>
            <a:off x="4647775" y="3426630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28"/>
          <p:cNvSpPr/>
          <p:nvPr/>
        </p:nvSpPr>
        <p:spPr>
          <a:xfrm>
            <a:off x="5271940" y="3426630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29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111" name="Google Shape;1111;p2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112" name="Google Shape;1112;p2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113" name="Google Shape;1113;p2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4" name="Google Shape;1114;p2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115" name="Google Shape;1115;p29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6" name="Google Shape;1116;p29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29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29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29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29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29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29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29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29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29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29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29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29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29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29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1" name="Google Shape;1131;p29"/>
          <p:cNvCxnSpPr>
            <a:stCxn id="1116" idx="0"/>
            <a:endCxn id="1115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2" name="Google Shape;1132;p29"/>
          <p:cNvCxnSpPr>
            <a:stCxn id="1115" idx="6"/>
            <a:endCxn id="1117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3" name="Google Shape;1133;p29"/>
          <p:cNvCxnSpPr>
            <a:stCxn id="1117" idx="4"/>
            <a:endCxn id="1118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4" name="Google Shape;1134;p29"/>
          <p:cNvCxnSpPr>
            <a:stCxn id="1118" idx="7"/>
            <a:endCxn id="1119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5" name="Google Shape;1135;p29"/>
          <p:cNvCxnSpPr>
            <a:stCxn id="1118" idx="6"/>
            <a:endCxn id="1120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6" name="Google Shape;1136;p29"/>
          <p:cNvCxnSpPr>
            <a:stCxn id="1120" idx="0"/>
            <a:endCxn id="1119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7" name="Google Shape;1137;p29"/>
          <p:cNvCxnSpPr>
            <a:stCxn id="1119" idx="6"/>
            <a:endCxn id="1121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8" name="Google Shape;1138;p29"/>
          <p:cNvCxnSpPr>
            <a:stCxn id="1120" idx="6"/>
            <a:endCxn id="1122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9" name="Google Shape;1139;p29"/>
          <p:cNvCxnSpPr>
            <a:stCxn id="1122" idx="0"/>
            <a:endCxn id="1121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140" name="Google Shape;1140;p29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141" name="Google Shape;1141;p29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142" name="Google Shape;1142;p29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29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4" name="Google Shape;1144;p29"/>
          <p:cNvSpPr/>
          <p:nvPr/>
        </p:nvSpPr>
        <p:spPr>
          <a:xfrm>
            <a:off x="619071" y="4182837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29"/>
          <p:cNvSpPr/>
          <p:nvPr/>
        </p:nvSpPr>
        <p:spPr>
          <a:xfrm>
            <a:off x="4023610" y="3426630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29"/>
          <p:cNvSpPr/>
          <p:nvPr/>
        </p:nvSpPr>
        <p:spPr>
          <a:xfrm>
            <a:off x="12655448" y="3113339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29"/>
          <p:cNvSpPr/>
          <p:nvPr/>
        </p:nvSpPr>
        <p:spPr>
          <a:xfrm>
            <a:off x="4647775" y="3426630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29"/>
          <p:cNvSpPr/>
          <p:nvPr/>
        </p:nvSpPr>
        <p:spPr>
          <a:xfrm>
            <a:off x="5271940" y="3426630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30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154" name="Google Shape;1154;p3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155" name="Google Shape;1155;p3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156" name="Google Shape;1156;p3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7" name="Google Shape;1157;p3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158" name="Google Shape;1158;p30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9" name="Google Shape;1159;p30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30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30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30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30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30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30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30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30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30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30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30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30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30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30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4" name="Google Shape;1174;p30"/>
          <p:cNvCxnSpPr>
            <a:stCxn id="1159" idx="0"/>
            <a:endCxn id="1158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5" name="Google Shape;1175;p30"/>
          <p:cNvCxnSpPr>
            <a:stCxn id="1158" idx="6"/>
            <a:endCxn id="1160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6" name="Google Shape;1176;p30"/>
          <p:cNvCxnSpPr>
            <a:stCxn id="1160" idx="4"/>
            <a:endCxn id="1161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7" name="Google Shape;1177;p30"/>
          <p:cNvCxnSpPr>
            <a:stCxn id="1161" idx="7"/>
            <a:endCxn id="1162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8" name="Google Shape;1178;p30"/>
          <p:cNvCxnSpPr>
            <a:stCxn id="1161" idx="6"/>
            <a:endCxn id="1163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9" name="Google Shape;1179;p30"/>
          <p:cNvCxnSpPr>
            <a:stCxn id="1163" idx="0"/>
            <a:endCxn id="1162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0" name="Google Shape;1180;p30"/>
          <p:cNvCxnSpPr>
            <a:stCxn id="1162" idx="6"/>
            <a:endCxn id="1164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1" name="Google Shape;1181;p30"/>
          <p:cNvCxnSpPr>
            <a:stCxn id="1163" idx="6"/>
            <a:endCxn id="1165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2" name="Google Shape;1182;p30"/>
          <p:cNvCxnSpPr>
            <a:stCxn id="1165" idx="0"/>
            <a:endCxn id="1164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183" name="Google Shape;1183;p30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184" name="Google Shape;1184;p30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185" name="Google Shape;1185;p30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30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7" name="Google Shape;1187;p30"/>
          <p:cNvSpPr/>
          <p:nvPr/>
        </p:nvSpPr>
        <p:spPr>
          <a:xfrm>
            <a:off x="838200" y="4515456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30"/>
          <p:cNvSpPr/>
          <p:nvPr/>
        </p:nvSpPr>
        <p:spPr>
          <a:xfrm>
            <a:off x="1968192" y="3441716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30"/>
          <p:cNvSpPr/>
          <p:nvPr/>
        </p:nvSpPr>
        <p:spPr>
          <a:xfrm>
            <a:off x="12655448" y="3113339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30"/>
          <p:cNvSpPr/>
          <p:nvPr/>
        </p:nvSpPr>
        <p:spPr>
          <a:xfrm>
            <a:off x="4075854" y="342624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30"/>
          <p:cNvSpPr/>
          <p:nvPr/>
        </p:nvSpPr>
        <p:spPr>
          <a:xfrm>
            <a:off x="4700019" y="342624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31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197" name="Google Shape;1197;p3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198" name="Google Shape;1198;p3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199" name="Google Shape;1199;p3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0" name="Google Shape;1200;p3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201" name="Google Shape;1201;p31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2" name="Google Shape;1202;p31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31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31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31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31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31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31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31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31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31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31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31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31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31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31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7" name="Google Shape;1217;p31"/>
          <p:cNvCxnSpPr>
            <a:stCxn id="1202" idx="0"/>
            <a:endCxn id="1201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8" name="Google Shape;1218;p31"/>
          <p:cNvCxnSpPr>
            <a:stCxn id="1201" idx="6"/>
            <a:endCxn id="1203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9" name="Google Shape;1219;p31"/>
          <p:cNvCxnSpPr>
            <a:stCxn id="1203" idx="4"/>
            <a:endCxn id="1204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0" name="Google Shape;1220;p31"/>
          <p:cNvCxnSpPr>
            <a:stCxn id="1204" idx="7"/>
            <a:endCxn id="1205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1" name="Google Shape;1221;p31"/>
          <p:cNvCxnSpPr>
            <a:stCxn id="1204" idx="6"/>
            <a:endCxn id="1206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2" name="Google Shape;1222;p31"/>
          <p:cNvCxnSpPr>
            <a:stCxn id="1206" idx="0"/>
            <a:endCxn id="1205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3" name="Google Shape;1223;p31"/>
          <p:cNvCxnSpPr>
            <a:stCxn id="1205" idx="6"/>
            <a:endCxn id="1207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4" name="Google Shape;1224;p31"/>
          <p:cNvCxnSpPr>
            <a:stCxn id="1206" idx="6"/>
            <a:endCxn id="1208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5" name="Google Shape;1225;p31"/>
          <p:cNvCxnSpPr>
            <a:stCxn id="1208" idx="0"/>
            <a:endCxn id="1207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226" name="Google Shape;1226;p31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227" name="Google Shape;1227;p31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228" name="Google Shape;1228;p31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31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0" name="Google Shape;1230;p31"/>
          <p:cNvSpPr/>
          <p:nvPr/>
        </p:nvSpPr>
        <p:spPr>
          <a:xfrm>
            <a:off x="838200" y="4841680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31"/>
          <p:cNvSpPr/>
          <p:nvPr/>
        </p:nvSpPr>
        <p:spPr>
          <a:xfrm>
            <a:off x="1968192" y="3441716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31"/>
          <p:cNvSpPr/>
          <p:nvPr/>
        </p:nvSpPr>
        <p:spPr>
          <a:xfrm>
            <a:off x="12655448" y="3113339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31"/>
          <p:cNvSpPr/>
          <p:nvPr/>
        </p:nvSpPr>
        <p:spPr>
          <a:xfrm>
            <a:off x="4075854" y="342624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31"/>
          <p:cNvSpPr/>
          <p:nvPr/>
        </p:nvSpPr>
        <p:spPr>
          <a:xfrm>
            <a:off x="4700019" y="342624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32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240" name="Google Shape;1240;p3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241" name="Google Shape;1241;p3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242" name="Google Shape;1242;p3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3" name="Google Shape;1243;p3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244" name="Google Shape;1244;p32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5" name="Google Shape;1245;p32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32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32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32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32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32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32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32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32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32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32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32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32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32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32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0" name="Google Shape;1260;p32"/>
          <p:cNvCxnSpPr>
            <a:stCxn id="1245" idx="0"/>
            <a:endCxn id="1244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1" name="Google Shape;1261;p32"/>
          <p:cNvCxnSpPr>
            <a:stCxn id="1244" idx="6"/>
            <a:endCxn id="1246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2" name="Google Shape;1262;p32"/>
          <p:cNvCxnSpPr>
            <a:stCxn id="1246" idx="4"/>
            <a:endCxn id="1247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3" name="Google Shape;1263;p32"/>
          <p:cNvCxnSpPr>
            <a:stCxn id="1247" idx="7"/>
            <a:endCxn id="1248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4" name="Google Shape;1264;p32"/>
          <p:cNvCxnSpPr>
            <a:stCxn id="1247" idx="6"/>
            <a:endCxn id="1249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5" name="Google Shape;1265;p32"/>
          <p:cNvCxnSpPr>
            <a:stCxn id="1249" idx="0"/>
            <a:endCxn id="1248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6" name="Google Shape;1266;p32"/>
          <p:cNvCxnSpPr>
            <a:stCxn id="1248" idx="6"/>
            <a:endCxn id="1250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7" name="Google Shape;1267;p32"/>
          <p:cNvCxnSpPr>
            <a:stCxn id="1249" idx="6"/>
            <a:endCxn id="1251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8" name="Google Shape;1268;p32"/>
          <p:cNvCxnSpPr>
            <a:stCxn id="1251" idx="0"/>
            <a:endCxn id="1250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269" name="Google Shape;1269;p32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270" name="Google Shape;1270;p32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271" name="Google Shape;1271;p32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32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3" name="Google Shape;1273;p32"/>
          <p:cNvSpPr/>
          <p:nvPr/>
        </p:nvSpPr>
        <p:spPr>
          <a:xfrm>
            <a:off x="838200" y="5129731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32"/>
          <p:cNvSpPr/>
          <p:nvPr/>
        </p:nvSpPr>
        <p:spPr>
          <a:xfrm>
            <a:off x="1968192" y="3441716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32"/>
          <p:cNvSpPr/>
          <p:nvPr/>
        </p:nvSpPr>
        <p:spPr>
          <a:xfrm>
            <a:off x="12655448" y="3113339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32"/>
          <p:cNvSpPr/>
          <p:nvPr/>
        </p:nvSpPr>
        <p:spPr>
          <a:xfrm>
            <a:off x="4075854" y="342624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32"/>
          <p:cNvSpPr/>
          <p:nvPr/>
        </p:nvSpPr>
        <p:spPr>
          <a:xfrm>
            <a:off x="4700019" y="342624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33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283" name="Google Shape;1283;p3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284" name="Google Shape;1284;p3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285" name="Google Shape;1285;p3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6" name="Google Shape;1286;p3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287" name="Google Shape;1287;p33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8" name="Google Shape;1288;p33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33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33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33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33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33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33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33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33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33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33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33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33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33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33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3" name="Google Shape;1303;p33"/>
          <p:cNvCxnSpPr>
            <a:stCxn id="1288" idx="0"/>
            <a:endCxn id="1287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4" name="Google Shape;1304;p33"/>
          <p:cNvCxnSpPr>
            <a:stCxn id="1287" idx="6"/>
            <a:endCxn id="1289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5" name="Google Shape;1305;p33"/>
          <p:cNvCxnSpPr>
            <a:stCxn id="1289" idx="4"/>
            <a:endCxn id="1290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6" name="Google Shape;1306;p33"/>
          <p:cNvCxnSpPr>
            <a:stCxn id="1290" idx="7"/>
            <a:endCxn id="1291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7" name="Google Shape;1307;p33"/>
          <p:cNvCxnSpPr>
            <a:stCxn id="1290" idx="6"/>
            <a:endCxn id="1292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8" name="Google Shape;1308;p33"/>
          <p:cNvCxnSpPr>
            <a:stCxn id="1292" idx="0"/>
            <a:endCxn id="1291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9" name="Google Shape;1309;p33"/>
          <p:cNvCxnSpPr>
            <a:stCxn id="1291" idx="6"/>
            <a:endCxn id="1293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0" name="Google Shape;1310;p33"/>
          <p:cNvCxnSpPr>
            <a:stCxn id="1292" idx="6"/>
            <a:endCxn id="1294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1" name="Google Shape;1311;p33"/>
          <p:cNvCxnSpPr>
            <a:stCxn id="1294" idx="0"/>
            <a:endCxn id="1293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312" name="Google Shape;1312;p33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313" name="Google Shape;1313;p33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314" name="Google Shape;1314;p33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33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6" name="Google Shape;1316;p33"/>
          <p:cNvSpPr/>
          <p:nvPr/>
        </p:nvSpPr>
        <p:spPr>
          <a:xfrm>
            <a:off x="838200" y="5852611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33"/>
          <p:cNvSpPr/>
          <p:nvPr/>
        </p:nvSpPr>
        <p:spPr>
          <a:xfrm>
            <a:off x="1968192" y="3441716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33"/>
          <p:cNvSpPr/>
          <p:nvPr/>
        </p:nvSpPr>
        <p:spPr>
          <a:xfrm>
            <a:off x="9562979" y="1178037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33"/>
          <p:cNvSpPr/>
          <p:nvPr/>
        </p:nvSpPr>
        <p:spPr>
          <a:xfrm>
            <a:off x="4075854" y="342624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33"/>
          <p:cNvSpPr/>
          <p:nvPr/>
        </p:nvSpPr>
        <p:spPr>
          <a:xfrm>
            <a:off x="4700019" y="342624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34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326" name="Google Shape;1326;p3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327" name="Google Shape;1327;p3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328" name="Google Shape;1328;p3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9" name="Google Shape;1329;p3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330" name="Google Shape;1330;p34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1" name="Google Shape;1331;p34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34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34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34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34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34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34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34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34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34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34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34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34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34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34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6" name="Google Shape;1346;p34"/>
          <p:cNvCxnSpPr>
            <a:stCxn id="1331" idx="0"/>
            <a:endCxn id="1330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7" name="Google Shape;1347;p34"/>
          <p:cNvCxnSpPr>
            <a:stCxn id="1330" idx="6"/>
            <a:endCxn id="1332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8" name="Google Shape;1348;p34"/>
          <p:cNvCxnSpPr>
            <a:stCxn id="1332" idx="4"/>
            <a:endCxn id="1333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9" name="Google Shape;1349;p34"/>
          <p:cNvCxnSpPr>
            <a:stCxn id="1333" idx="7"/>
            <a:endCxn id="1334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0" name="Google Shape;1350;p34"/>
          <p:cNvCxnSpPr>
            <a:stCxn id="1333" idx="6"/>
            <a:endCxn id="1335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1" name="Google Shape;1351;p34"/>
          <p:cNvCxnSpPr>
            <a:stCxn id="1335" idx="0"/>
            <a:endCxn id="1334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2" name="Google Shape;1352;p34"/>
          <p:cNvCxnSpPr>
            <a:stCxn id="1334" idx="6"/>
            <a:endCxn id="1336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3" name="Google Shape;1353;p34"/>
          <p:cNvCxnSpPr>
            <a:stCxn id="1335" idx="6"/>
            <a:endCxn id="1337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4" name="Google Shape;1354;p34"/>
          <p:cNvCxnSpPr>
            <a:stCxn id="1337" idx="0"/>
            <a:endCxn id="1336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355" name="Google Shape;1355;p34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356" name="Google Shape;1356;p34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357" name="Google Shape;1357;p34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34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9" name="Google Shape;1359;p34"/>
          <p:cNvSpPr/>
          <p:nvPr/>
        </p:nvSpPr>
        <p:spPr>
          <a:xfrm>
            <a:off x="365760" y="4175210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34"/>
          <p:cNvSpPr/>
          <p:nvPr/>
        </p:nvSpPr>
        <p:spPr>
          <a:xfrm>
            <a:off x="12609851" y="2949677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34"/>
          <p:cNvSpPr/>
          <p:nvPr/>
        </p:nvSpPr>
        <p:spPr>
          <a:xfrm>
            <a:off x="4075854" y="342624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34"/>
          <p:cNvSpPr/>
          <p:nvPr/>
        </p:nvSpPr>
        <p:spPr>
          <a:xfrm>
            <a:off x="4700019" y="342624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35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368" name="Google Shape;1368;p3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369" name="Google Shape;1369;p3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370" name="Google Shape;1370;p3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1" name="Google Shape;1371;p3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372" name="Google Shape;1372;p35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3" name="Google Shape;1373;p35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35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35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35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35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35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35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35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35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35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35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35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35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35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35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8" name="Google Shape;1388;p35"/>
          <p:cNvCxnSpPr>
            <a:stCxn id="1373" idx="0"/>
            <a:endCxn id="1372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9" name="Google Shape;1389;p35"/>
          <p:cNvCxnSpPr>
            <a:stCxn id="1372" idx="6"/>
            <a:endCxn id="1374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0" name="Google Shape;1390;p35"/>
          <p:cNvCxnSpPr>
            <a:stCxn id="1374" idx="4"/>
            <a:endCxn id="1375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1" name="Google Shape;1391;p35"/>
          <p:cNvCxnSpPr>
            <a:stCxn id="1375" idx="7"/>
            <a:endCxn id="1376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2" name="Google Shape;1392;p35"/>
          <p:cNvCxnSpPr>
            <a:stCxn id="1375" idx="6"/>
            <a:endCxn id="1377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3" name="Google Shape;1393;p35"/>
          <p:cNvCxnSpPr>
            <a:stCxn id="1377" idx="0"/>
            <a:endCxn id="1376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4" name="Google Shape;1394;p35"/>
          <p:cNvCxnSpPr>
            <a:stCxn id="1376" idx="6"/>
            <a:endCxn id="1378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5" name="Google Shape;1395;p35"/>
          <p:cNvCxnSpPr>
            <a:stCxn id="1377" idx="6"/>
            <a:endCxn id="1379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6" name="Google Shape;1396;p35"/>
          <p:cNvCxnSpPr>
            <a:stCxn id="1379" idx="0"/>
            <a:endCxn id="1378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397" name="Google Shape;1397;p35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398" name="Google Shape;1398;p35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399" name="Google Shape;1399;p35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35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1" name="Google Shape;1401;p35"/>
          <p:cNvSpPr/>
          <p:nvPr/>
        </p:nvSpPr>
        <p:spPr>
          <a:xfrm>
            <a:off x="838200" y="4637060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35"/>
          <p:cNvSpPr/>
          <p:nvPr/>
        </p:nvSpPr>
        <p:spPr>
          <a:xfrm>
            <a:off x="12609851" y="2949677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35"/>
          <p:cNvSpPr/>
          <p:nvPr/>
        </p:nvSpPr>
        <p:spPr>
          <a:xfrm>
            <a:off x="1924357" y="3454896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35"/>
          <p:cNvSpPr/>
          <p:nvPr/>
        </p:nvSpPr>
        <p:spPr>
          <a:xfrm>
            <a:off x="4086929" y="3441715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36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410" name="Google Shape;1410;p3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411" name="Google Shape;1411;p3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412" name="Google Shape;1412;p3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3" name="Google Shape;1413;p3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414" name="Google Shape;1414;p36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5" name="Google Shape;1415;p36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36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36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36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36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36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36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2" name="Google Shape;1422;p36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36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36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5" name="Google Shape;1425;p36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36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36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36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36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0" name="Google Shape;1430;p36"/>
          <p:cNvCxnSpPr>
            <a:stCxn id="1415" idx="0"/>
            <a:endCxn id="1414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1" name="Google Shape;1431;p36"/>
          <p:cNvCxnSpPr>
            <a:stCxn id="1414" idx="6"/>
            <a:endCxn id="1416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2" name="Google Shape;1432;p36"/>
          <p:cNvCxnSpPr>
            <a:stCxn id="1416" idx="4"/>
            <a:endCxn id="1417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3" name="Google Shape;1433;p36"/>
          <p:cNvCxnSpPr>
            <a:stCxn id="1417" idx="7"/>
            <a:endCxn id="1418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4" name="Google Shape;1434;p36"/>
          <p:cNvCxnSpPr>
            <a:stCxn id="1417" idx="6"/>
            <a:endCxn id="1419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5" name="Google Shape;1435;p36"/>
          <p:cNvCxnSpPr>
            <a:stCxn id="1419" idx="0"/>
            <a:endCxn id="1418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6" name="Google Shape;1436;p36"/>
          <p:cNvCxnSpPr>
            <a:stCxn id="1418" idx="6"/>
            <a:endCxn id="1420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7" name="Google Shape;1437;p36"/>
          <p:cNvCxnSpPr>
            <a:stCxn id="1419" idx="6"/>
            <a:endCxn id="1421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8" name="Google Shape;1438;p36"/>
          <p:cNvCxnSpPr>
            <a:stCxn id="1421" idx="0"/>
            <a:endCxn id="1420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439" name="Google Shape;1439;p36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440" name="Google Shape;1440;p36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441" name="Google Shape;1441;p36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36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3" name="Google Shape;1443;p36"/>
          <p:cNvSpPr/>
          <p:nvPr/>
        </p:nvSpPr>
        <p:spPr>
          <a:xfrm>
            <a:off x="846520" y="4918437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36"/>
          <p:cNvSpPr/>
          <p:nvPr/>
        </p:nvSpPr>
        <p:spPr>
          <a:xfrm>
            <a:off x="12609851" y="2949677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36"/>
          <p:cNvSpPr/>
          <p:nvPr/>
        </p:nvSpPr>
        <p:spPr>
          <a:xfrm>
            <a:off x="1924357" y="3454896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36"/>
          <p:cNvSpPr/>
          <p:nvPr/>
        </p:nvSpPr>
        <p:spPr>
          <a:xfrm>
            <a:off x="4086929" y="3441715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37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452" name="Google Shape;1452;p3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453" name="Google Shape;1453;p3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454" name="Google Shape;1454;p3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5" name="Google Shape;1455;p3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456" name="Google Shape;1456;p37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7" name="Google Shape;1457;p37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37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37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37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37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37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37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37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37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37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37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37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37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37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37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2" name="Google Shape;1472;p37"/>
          <p:cNvCxnSpPr>
            <a:stCxn id="1457" idx="0"/>
            <a:endCxn id="1456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3" name="Google Shape;1473;p37"/>
          <p:cNvCxnSpPr>
            <a:stCxn id="1456" idx="6"/>
            <a:endCxn id="1458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4" name="Google Shape;1474;p37"/>
          <p:cNvCxnSpPr>
            <a:stCxn id="1458" idx="4"/>
            <a:endCxn id="1459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5" name="Google Shape;1475;p37"/>
          <p:cNvCxnSpPr>
            <a:stCxn id="1459" idx="7"/>
            <a:endCxn id="1460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6" name="Google Shape;1476;p37"/>
          <p:cNvCxnSpPr>
            <a:stCxn id="1459" idx="6"/>
            <a:endCxn id="1461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7" name="Google Shape;1477;p37"/>
          <p:cNvCxnSpPr>
            <a:stCxn id="1461" idx="0"/>
            <a:endCxn id="1460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8" name="Google Shape;1478;p37"/>
          <p:cNvCxnSpPr>
            <a:stCxn id="1460" idx="6"/>
            <a:endCxn id="1462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9" name="Google Shape;1479;p37"/>
          <p:cNvCxnSpPr>
            <a:stCxn id="1461" idx="6"/>
            <a:endCxn id="1463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0" name="Google Shape;1480;p37"/>
          <p:cNvCxnSpPr>
            <a:stCxn id="1463" idx="0"/>
            <a:endCxn id="1462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481" name="Google Shape;1481;p37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482" name="Google Shape;1482;p37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483" name="Google Shape;1483;p37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37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5" name="Google Shape;1485;p37"/>
          <p:cNvSpPr/>
          <p:nvPr/>
        </p:nvSpPr>
        <p:spPr>
          <a:xfrm>
            <a:off x="838200" y="5114694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37"/>
          <p:cNvSpPr/>
          <p:nvPr/>
        </p:nvSpPr>
        <p:spPr>
          <a:xfrm>
            <a:off x="8934075" y="1115963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37"/>
          <p:cNvSpPr/>
          <p:nvPr/>
        </p:nvSpPr>
        <p:spPr>
          <a:xfrm>
            <a:off x="1924357" y="3454896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37"/>
          <p:cNvSpPr/>
          <p:nvPr/>
        </p:nvSpPr>
        <p:spPr>
          <a:xfrm>
            <a:off x="4086929" y="3441715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38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494" name="Google Shape;1494;p3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495" name="Google Shape;1495;p3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496" name="Google Shape;1496;p3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7" name="Google Shape;1497;p3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498" name="Google Shape;1498;p38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9" name="Google Shape;1499;p38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38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38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38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38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38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38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6" name="Google Shape;1506;p38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38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38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38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38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38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38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3" name="Google Shape;1513;p38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4" name="Google Shape;1514;p38"/>
          <p:cNvCxnSpPr>
            <a:stCxn id="1499" idx="0"/>
            <a:endCxn id="1498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5" name="Google Shape;1515;p38"/>
          <p:cNvCxnSpPr>
            <a:stCxn id="1498" idx="6"/>
            <a:endCxn id="1500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6" name="Google Shape;1516;p38"/>
          <p:cNvCxnSpPr>
            <a:stCxn id="1500" idx="4"/>
            <a:endCxn id="1501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7" name="Google Shape;1517;p38"/>
          <p:cNvCxnSpPr>
            <a:stCxn id="1501" idx="7"/>
            <a:endCxn id="1502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8" name="Google Shape;1518;p38"/>
          <p:cNvCxnSpPr>
            <a:stCxn id="1501" idx="6"/>
            <a:endCxn id="1503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9" name="Google Shape;1519;p38"/>
          <p:cNvCxnSpPr>
            <a:stCxn id="1503" idx="0"/>
            <a:endCxn id="1502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0" name="Google Shape;1520;p38"/>
          <p:cNvCxnSpPr>
            <a:stCxn id="1502" idx="6"/>
            <a:endCxn id="1504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1" name="Google Shape;1521;p38"/>
          <p:cNvCxnSpPr>
            <a:stCxn id="1503" idx="6"/>
            <a:endCxn id="1505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2" name="Google Shape;1522;p38"/>
          <p:cNvCxnSpPr>
            <a:stCxn id="1505" idx="0"/>
            <a:endCxn id="1504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523" name="Google Shape;1523;p38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524" name="Google Shape;1524;p38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525" name="Google Shape;1525;p38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38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7" name="Google Shape;1527;p38"/>
          <p:cNvSpPr/>
          <p:nvPr/>
        </p:nvSpPr>
        <p:spPr>
          <a:xfrm>
            <a:off x="838200" y="5114694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38"/>
          <p:cNvSpPr/>
          <p:nvPr/>
        </p:nvSpPr>
        <p:spPr>
          <a:xfrm>
            <a:off x="8934075" y="1115963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38"/>
          <p:cNvSpPr/>
          <p:nvPr/>
        </p:nvSpPr>
        <p:spPr>
          <a:xfrm>
            <a:off x="1924357" y="3454896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p38"/>
          <p:cNvSpPr/>
          <p:nvPr/>
        </p:nvSpPr>
        <p:spPr>
          <a:xfrm>
            <a:off x="4086929" y="3441715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p38"/>
          <p:cNvSpPr/>
          <p:nvPr/>
        </p:nvSpPr>
        <p:spPr>
          <a:xfrm>
            <a:off x="4781804" y="3454896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39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537" name="Google Shape;1537;p3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538" name="Google Shape;1538;p3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539" name="Google Shape;1539;p3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0" name="Google Shape;1540;p3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541" name="Google Shape;1541;p39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2" name="Google Shape;1542;p39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39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39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p39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p39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39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39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39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p39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39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39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39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39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p39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39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7" name="Google Shape;1557;p39"/>
          <p:cNvCxnSpPr>
            <a:stCxn id="1542" idx="0"/>
            <a:endCxn id="1541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8" name="Google Shape;1558;p39"/>
          <p:cNvCxnSpPr>
            <a:stCxn id="1541" idx="6"/>
            <a:endCxn id="1543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9" name="Google Shape;1559;p39"/>
          <p:cNvCxnSpPr>
            <a:stCxn id="1543" idx="4"/>
            <a:endCxn id="1544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0" name="Google Shape;1560;p39"/>
          <p:cNvCxnSpPr>
            <a:stCxn id="1544" idx="7"/>
            <a:endCxn id="1545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1" name="Google Shape;1561;p39"/>
          <p:cNvCxnSpPr>
            <a:stCxn id="1544" idx="6"/>
            <a:endCxn id="1546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2" name="Google Shape;1562;p39"/>
          <p:cNvCxnSpPr>
            <a:stCxn id="1546" idx="0"/>
            <a:endCxn id="1545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3" name="Google Shape;1563;p39"/>
          <p:cNvCxnSpPr>
            <a:stCxn id="1545" idx="6"/>
            <a:endCxn id="1547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4" name="Google Shape;1564;p39"/>
          <p:cNvCxnSpPr>
            <a:stCxn id="1546" idx="6"/>
            <a:endCxn id="1548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5" name="Google Shape;1565;p39"/>
          <p:cNvCxnSpPr>
            <a:stCxn id="1548" idx="0"/>
            <a:endCxn id="1547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566" name="Google Shape;1566;p39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567" name="Google Shape;1567;p39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568" name="Google Shape;1568;p39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39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0" name="Google Shape;1570;p39"/>
          <p:cNvSpPr/>
          <p:nvPr/>
        </p:nvSpPr>
        <p:spPr>
          <a:xfrm>
            <a:off x="871513" y="5898151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39"/>
          <p:cNvSpPr/>
          <p:nvPr/>
        </p:nvSpPr>
        <p:spPr>
          <a:xfrm>
            <a:off x="8387854" y="1115963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39"/>
          <p:cNvSpPr/>
          <p:nvPr/>
        </p:nvSpPr>
        <p:spPr>
          <a:xfrm>
            <a:off x="1924357" y="3454896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3" name="Google Shape;1573;p39"/>
          <p:cNvSpPr/>
          <p:nvPr/>
        </p:nvSpPr>
        <p:spPr>
          <a:xfrm>
            <a:off x="4086929" y="3441715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39"/>
          <p:cNvSpPr/>
          <p:nvPr/>
        </p:nvSpPr>
        <p:spPr>
          <a:xfrm>
            <a:off x="4781804" y="3454896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40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580" name="Google Shape;1580;p4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581" name="Google Shape;1581;p4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582" name="Google Shape;1582;p4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3" name="Google Shape;1583;p4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584" name="Google Shape;1584;p40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5" name="Google Shape;1585;p40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40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40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40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40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40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40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40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3" name="Google Shape;1593;p40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4" name="Google Shape;1594;p40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5" name="Google Shape;1595;p40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6" name="Google Shape;1596;p40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p40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8" name="Google Shape;1598;p40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9" name="Google Shape;1599;p40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0" name="Google Shape;1600;p40"/>
          <p:cNvCxnSpPr>
            <a:stCxn id="1585" idx="0"/>
            <a:endCxn id="1584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1" name="Google Shape;1601;p40"/>
          <p:cNvCxnSpPr>
            <a:stCxn id="1584" idx="6"/>
            <a:endCxn id="1586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2" name="Google Shape;1602;p40"/>
          <p:cNvCxnSpPr>
            <a:stCxn id="1586" idx="4"/>
            <a:endCxn id="1587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3" name="Google Shape;1603;p40"/>
          <p:cNvCxnSpPr>
            <a:stCxn id="1587" idx="7"/>
            <a:endCxn id="1588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4" name="Google Shape;1604;p40"/>
          <p:cNvCxnSpPr>
            <a:stCxn id="1587" idx="6"/>
            <a:endCxn id="1589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5" name="Google Shape;1605;p40"/>
          <p:cNvCxnSpPr>
            <a:stCxn id="1589" idx="0"/>
            <a:endCxn id="1588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6" name="Google Shape;1606;p40"/>
          <p:cNvCxnSpPr>
            <a:stCxn id="1588" idx="6"/>
            <a:endCxn id="1590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7" name="Google Shape;1607;p40"/>
          <p:cNvCxnSpPr>
            <a:stCxn id="1589" idx="6"/>
            <a:endCxn id="1591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8" name="Google Shape;1608;p40"/>
          <p:cNvCxnSpPr>
            <a:stCxn id="1591" idx="0"/>
            <a:endCxn id="1590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609" name="Google Shape;1609;p40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610" name="Google Shape;1610;p40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611" name="Google Shape;1611;p40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2" name="Google Shape;1612;p40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3" name="Google Shape;1613;p40"/>
          <p:cNvSpPr/>
          <p:nvPr/>
        </p:nvSpPr>
        <p:spPr>
          <a:xfrm>
            <a:off x="399943" y="4175211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40"/>
          <p:cNvSpPr/>
          <p:nvPr/>
        </p:nvSpPr>
        <p:spPr>
          <a:xfrm>
            <a:off x="12399701" y="2474138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p40"/>
          <p:cNvSpPr/>
          <p:nvPr/>
        </p:nvSpPr>
        <p:spPr>
          <a:xfrm>
            <a:off x="4086929" y="3441715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40"/>
          <p:cNvSpPr/>
          <p:nvPr/>
        </p:nvSpPr>
        <p:spPr>
          <a:xfrm>
            <a:off x="4781804" y="3454896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41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622" name="Google Shape;1622;p4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623" name="Google Shape;1623;p4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624" name="Google Shape;1624;p4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5" name="Google Shape;1625;p4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626" name="Google Shape;1626;p41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7" name="Google Shape;1627;p41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8" name="Google Shape;1628;p41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9" name="Google Shape;1629;p41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0" name="Google Shape;1630;p41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p41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2" name="Google Shape;1632;p41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3" name="Google Shape;1633;p41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4" name="Google Shape;1634;p41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5" name="Google Shape;1635;p41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6" name="Google Shape;1636;p41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7" name="Google Shape;1637;p41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41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p41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0" name="Google Shape;1640;p41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1" name="Google Shape;1641;p41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2" name="Google Shape;1642;p41"/>
          <p:cNvCxnSpPr>
            <a:stCxn id="1627" idx="0"/>
            <a:endCxn id="1626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3" name="Google Shape;1643;p41"/>
          <p:cNvCxnSpPr>
            <a:stCxn id="1626" idx="6"/>
            <a:endCxn id="1628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4" name="Google Shape;1644;p41"/>
          <p:cNvCxnSpPr>
            <a:stCxn id="1628" idx="4"/>
            <a:endCxn id="1629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5" name="Google Shape;1645;p41"/>
          <p:cNvCxnSpPr>
            <a:stCxn id="1629" idx="7"/>
            <a:endCxn id="1630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6" name="Google Shape;1646;p41"/>
          <p:cNvCxnSpPr>
            <a:stCxn id="1629" idx="6"/>
            <a:endCxn id="1631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7" name="Google Shape;1647;p41"/>
          <p:cNvCxnSpPr>
            <a:stCxn id="1631" idx="0"/>
            <a:endCxn id="1630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8" name="Google Shape;1648;p41"/>
          <p:cNvCxnSpPr>
            <a:stCxn id="1630" idx="6"/>
            <a:endCxn id="1632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9" name="Google Shape;1649;p41"/>
          <p:cNvCxnSpPr>
            <a:stCxn id="1631" idx="6"/>
            <a:endCxn id="1633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0" name="Google Shape;1650;p41"/>
          <p:cNvCxnSpPr>
            <a:stCxn id="1633" idx="0"/>
            <a:endCxn id="1632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651" name="Google Shape;1651;p41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652" name="Google Shape;1652;p41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653" name="Google Shape;1653;p41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4" name="Google Shape;1654;p41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5" name="Google Shape;1655;p41"/>
          <p:cNvSpPr/>
          <p:nvPr/>
        </p:nvSpPr>
        <p:spPr>
          <a:xfrm>
            <a:off x="838200" y="4515456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41"/>
          <p:cNvSpPr/>
          <p:nvPr/>
        </p:nvSpPr>
        <p:spPr>
          <a:xfrm>
            <a:off x="12399701" y="2474138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41"/>
          <p:cNvSpPr/>
          <p:nvPr/>
        </p:nvSpPr>
        <p:spPr>
          <a:xfrm>
            <a:off x="4086929" y="3441715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8" name="Google Shape;1658;p41"/>
          <p:cNvSpPr/>
          <p:nvPr/>
        </p:nvSpPr>
        <p:spPr>
          <a:xfrm>
            <a:off x="4781804" y="3454896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42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664" name="Google Shape;1664;p4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665" name="Google Shape;1665;p4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666" name="Google Shape;1666;p4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7" name="Google Shape;1667;p4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668" name="Google Shape;1668;p42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9" name="Google Shape;1669;p42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0" name="Google Shape;1670;p42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1" name="Google Shape;1671;p42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42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42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4" name="Google Shape;1674;p42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42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42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42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42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42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0" name="Google Shape;1680;p42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p42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2" name="Google Shape;1682;p42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3" name="Google Shape;1683;p42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4" name="Google Shape;1684;p42"/>
          <p:cNvCxnSpPr>
            <a:stCxn id="1669" idx="0"/>
            <a:endCxn id="1668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5" name="Google Shape;1685;p42"/>
          <p:cNvCxnSpPr>
            <a:stCxn id="1668" idx="6"/>
            <a:endCxn id="1670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6" name="Google Shape;1686;p42"/>
          <p:cNvCxnSpPr>
            <a:stCxn id="1670" idx="4"/>
            <a:endCxn id="1671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7" name="Google Shape;1687;p42"/>
          <p:cNvCxnSpPr>
            <a:stCxn id="1671" idx="7"/>
            <a:endCxn id="1672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8" name="Google Shape;1688;p42"/>
          <p:cNvCxnSpPr>
            <a:stCxn id="1671" idx="6"/>
            <a:endCxn id="1673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9" name="Google Shape;1689;p42"/>
          <p:cNvCxnSpPr>
            <a:stCxn id="1673" idx="0"/>
            <a:endCxn id="1672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0" name="Google Shape;1690;p42"/>
          <p:cNvCxnSpPr>
            <a:stCxn id="1672" idx="6"/>
            <a:endCxn id="1674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1" name="Google Shape;1691;p42"/>
          <p:cNvCxnSpPr>
            <a:stCxn id="1673" idx="6"/>
            <a:endCxn id="1675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2" name="Google Shape;1692;p42"/>
          <p:cNvCxnSpPr>
            <a:stCxn id="1675" idx="0"/>
            <a:endCxn id="1674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693" name="Google Shape;1693;p42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694" name="Google Shape;1694;p42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695" name="Google Shape;1695;p42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42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7" name="Google Shape;1697;p42"/>
          <p:cNvSpPr/>
          <p:nvPr/>
        </p:nvSpPr>
        <p:spPr>
          <a:xfrm>
            <a:off x="838200" y="4515456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42"/>
          <p:cNvSpPr/>
          <p:nvPr/>
        </p:nvSpPr>
        <p:spPr>
          <a:xfrm>
            <a:off x="12399701" y="2474138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42"/>
          <p:cNvSpPr/>
          <p:nvPr/>
        </p:nvSpPr>
        <p:spPr>
          <a:xfrm>
            <a:off x="2059632" y="3468611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42"/>
          <p:cNvSpPr/>
          <p:nvPr/>
        </p:nvSpPr>
        <p:spPr>
          <a:xfrm>
            <a:off x="4172166" y="3468611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43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706" name="Google Shape;1706;p4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707" name="Google Shape;1707;p4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708" name="Google Shape;1708;p4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9" name="Google Shape;1709;p4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710" name="Google Shape;1710;p43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1" name="Google Shape;1711;p43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2" name="Google Shape;1712;p43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p43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4" name="Google Shape;1714;p43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5" name="Google Shape;1715;p43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6" name="Google Shape;1716;p43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43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8" name="Google Shape;1718;p43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43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0" name="Google Shape;1720;p43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43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43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43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4" name="Google Shape;1724;p43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5" name="Google Shape;1725;p43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6" name="Google Shape;1726;p43"/>
          <p:cNvCxnSpPr>
            <a:stCxn id="1711" idx="0"/>
            <a:endCxn id="1710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7" name="Google Shape;1727;p43"/>
          <p:cNvCxnSpPr>
            <a:stCxn id="1710" idx="6"/>
            <a:endCxn id="1712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8" name="Google Shape;1728;p43"/>
          <p:cNvCxnSpPr>
            <a:stCxn id="1712" idx="4"/>
            <a:endCxn id="1713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9" name="Google Shape;1729;p43"/>
          <p:cNvCxnSpPr>
            <a:stCxn id="1713" idx="7"/>
            <a:endCxn id="1714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0" name="Google Shape;1730;p43"/>
          <p:cNvCxnSpPr>
            <a:stCxn id="1713" idx="6"/>
            <a:endCxn id="1715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1" name="Google Shape;1731;p43"/>
          <p:cNvCxnSpPr>
            <a:stCxn id="1715" idx="0"/>
            <a:endCxn id="1714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2" name="Google Shape;1732;p43"/>
          <p:cNvCxnSpPr>
            <a:stCxn id="1714" idx="6"/>
            <a:endCxn id="1716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3" name="Google Shape;1733;p43"/>
          <p:cNvCxnSpPr>
            <a:stCxn id="1715" idx="6"/>
            <a:endCxn id="1717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4" name="Google Shape;1734;p43"/>
          <p:cNvCxnSpPr>
            <a:stCxn id="1717" idx="0"/>
            <a:endCxn id="1716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735" name="Google Shape;1735;p43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736" name="Google Shape;1736;p43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737" name="Google Shape;1737;p43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43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9" name="Google Shape;1739;p43"/>
          <p:cNvSpPr/>
          <p:nvPr/>
        </p:nvSpPr>
        <p:spPr>
          <a:xfrm>
            <a:off x="903396" y="4841680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43"/>
          <p:cNvSpPr/>
          <p:nvPr/>
        </p:nvSpPr>
        <p:spPr>
          <a:xfrm>
            <a:off x="12399701" y="2474138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43"/>
          <p:cNvSpPr/>
          <p:nvPr/>
        </p:nvSpPr>
        <p:spPr>
          <a:xfrm>
            <a:off x="2059632" y="3468611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p43"/>
          <p:cNvSpPr/>
          <p:nvPr/>
        </p:nvSpPr>
        <p:spPr>
          <a:xfrm>
            <a:off x="4172166" y="3468611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44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748" name="Google Shape;1748;p4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749" name="Google Shape;1749;p4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750" name="Google Shape;1750;p4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1" name="Google Shape;1751;p4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752" name="Google Shape;1752;p44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3" name="Google Shape;1753;p44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p44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44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44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7" name="Google Shape;1757;p44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44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9" name="Google Shape;1759;p44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0" name="Google Shape;1760;p44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1" name="Google Shape;1761;p44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p44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3" name="Google Shape;1763;p44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4" name="Google Shape;1764;p44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5" name="Google Shape;1765;p44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6" name="Google Shape;1766;p44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p44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8" name="Google Shape;1768;p44"/>
          <p:cNvCxnSpPr>
            <a:stCxn id="1753" idx="0"/>
            <a:endCxn id="1752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9" name="Google Shape;1769;p44"/>
          <p:cNvCxnSpPr>
            <a:stCxn id="1752" idx="6"/>
            <a:endCxn id="1754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0" name="Google Shape;1770;p44"/>
          <p:cNvCxnSpPr>
            <a:stCxn id="1754" idx="4"/>
            <a:endCxn id="1755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1" name="Google Shape;1771;p44"/>
          <p:cNvCxnSpPr>
            <a:stCxn id="1755" idx="7"/>
            <a:endCxn id="1756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2" name="Google Shape;1772;p44"/>
          <p:cNvCxnSpPr>
            <a:stCxn id="1755" idx="6"/>
            <a:endCxn id="1757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3" name="Google Shape;1773;p44"/>
          <p:cNvCxnSpPr>
            <a:stCxn id="1757" idx="0"/>
            <a:endCxn id="1756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4" name="Google Shape;1774;p44"/>
          <p:cNvCxnSpPr>
            <a:stCxn id="1756" idx="6"/>
            <a:endCxn id="1758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5" name="Google Shape;1775;p44"/>
          <p:cNvCxnSpPr>
            <a:stCxn id="1757" idx="6"/>
            <a:endCxn id="1759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6" name="Google Shape;1776;p44"/>
          <p:cNvCxnSpPr>
            <a:stCxn id="1759" idx="0"/>
            <a:endCxn id="1758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777" name="Google Shape;1777;p44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778" name="Google Shape;1778;p44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779" name="Google Shape;1779;p44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0" name="Google Shape;1780;p44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1" name="Google Shape;1781;p44"/>
          <p:cNvSpPr/>
          <p:nvPr/>
        </p:nvSpPr>
        <p:spPr>
          <a:xfrm>
            <a:off x="903396" y="5074471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44"/>
          <p:cNvSpPr/>
          <p:nvPr/>
        </p:nvSpPr>
        <p:spPr>
          <a:xfrm>
            <a:off x="12399701" y="2474138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44"/>
          <p:cNvSpPr/>
          <p:nvPr/>
        </p:nvSpPr>
        <p:spPr>
          <a:xfrm>
            <a:off x="2059632" y="3468611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4" name="Google Shape;1784;p44"/>
          <p:cNvSpPr/>
          <p:nvPr/>
        </p:nvSpPr>
        <p:spPr>
          <a:xfrm>
            <a:off x="4172166" y="3468611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45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790" name="Google Shape;1790;p4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791" name="Google Shape;1791;p4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792" name="Google Shape;1792;p4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3" name="Google Shape;1793;p4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794" name="Google Shape;1794;p45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5" name="Google Shape;1795;p45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6" name="Google Shape;1796;p45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45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45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p45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45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45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45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3" name="Google Shape;1803;p45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4" name="Google Shape;1804;p45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45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6" name="Google Shape;1806;p45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p45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p45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p45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0" name="Google Shape;1810;p45"/>
          <p:cNvCxnSpPr>
            <a:stCxn id="1795" idx="0"/>
            <a:endCxn id="1794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1" name="Google Shape;1811;p45"/>
          <p:cNvCxnSpPr>
            <a:stCxn id="1794" idx="6"/>
            <a:endCxn id="1796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2" name="Google Shape;1812;p45"/>
          <p:cNvCxnSpPr>
            <a:stCxn id="1796" idx="4"/>
            <a:endCxn id="1797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3" name="Google Shape;1813;p45"/>
          <p:cNvCxnSpPr>
            <a:stCxn id="1797" idx="7"/>
            <a:endCxn id="1798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4" name="Google Shape;1814;p45"/>
          <p:cNvCxnSpPr>
            <a:stCxn id="1797" idx="6"/>
            <a:endCxn id="1799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5" name="Google Shape;1815;p45"/>
          <p:cNvCxnSpPr>
            <a:stCxn id="1799" idx="0"/>
            <a:endCxn id="1798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6" name="Google Shape;1816;p45"/>
          <p:cNvCxnSpPr>
            <a:stCxn id="1798" idx="6"/>
            <a:endCxn id="1800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7" name="Google Shape;1817;p45"/>
          <p:cNvCxnSpPr>
            <a:stCxn id="1799" idx="6"/>
            <a:endCxn id="1801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8" name="Google Shape;1818;p45"/>
          <p:cNvCxnSpPr>
            <a:stCxn id="1801" idx="0"/>
            <a:endCxn id="1800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819" name="Google Shape;1819;p45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820" name="Google Shape;1820;p45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821" name="Google Shape;1821;p45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2" name="Google Shape;1822;p45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3" name="Google Shape;1823;p45"/>
          <p:cNvSpPr/>
          <p:nvPr/>
        </p:nvSpPr>
        <p:spPr>
          <a:xfrm>
            <a:off x="903396" y="5074471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45"/>
          <p:cNvSpPr/>
          <p:nvPr/>
        </p:nvSpPr>
        <p:spPr>
          <a:xfrm>
            <a:off x="11273687" y="1154864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5" name="Google Shape;1825;p45"/>
          <p:cNvSpPr/>
          <p:nvPr/>
        </p:nvSpPr>
        <p:spPr>
          <a:xfrm>
            <a:off x="2059632" y="3468611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p45"/>
          <p:cNvSpPr/>
          <p:nvPr/>
        </p:nvSpPr>
        <p:spPr>
          <a:xfrm>
            <a:off x="4172166" y="3468611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7" name="Google Shape;1827;p45"/>
          <p:cNvSpPr/>
          <p:nvPr/>
        </p:nvSpPr>
        <p:spPr>
          <a:xfrm>
            <a:off x="4772908" y="341956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46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833" name="Google Shape;1833;p4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834" name="Google Shape;1834;p4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835" name="Google Shape;1835;p4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6" name="Google Shape;1836;p4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837" name="Google Shape;1837;p46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8" name="Google Shape;1838;p46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9" name="Google Shape;1839;p46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0" name="Google Shape;1840;p46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1" name="Google Shape;1841;p46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2" name="Google Shape;1842;p46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3" name="Google Shape;1843;p46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4" name="Google Shape;1844;p46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5" name="Google Shape;1845;p46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6" name="Google Shape;1846;p46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7" name="Google Shape;1847;p46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8" name="Google Shape;1848;p46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9" name="Google Shape;1849;p46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0" name="Google Shape;1850;p46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p46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p46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3" name="Google Shape;1853;p46"/>
          <p:cNvCxnSpPr>
            <a:stCxn id="1838" idx="0"/>
            <a:endCxn id="1837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4" name="Google Shape;1854;p46"/>
          <p:cNvCxnSpPr>
            <a:stCxn id="1837" idx="6"/>
            <a:endCxn id="1839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5" name="Google Shape;1855;p46"/>
          <p:cNvCxnSpPr>
            <a:stCxn id="1839" idx="4"/>
            <a:endCxn id="1840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6" name="Google Shape;1856;p46"/>
          <p:cNvCxnSpPr>
            <a:stCxn id="1840" idx="7"/>
            <a:endCxn id="1841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7" name="Google Shape;1857;p46"/>
          <p:cNvCxnSpPr>
            <a:stCxn id="1840" idx="6"/>
            <a:endCxn id="1842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8" name="Google Shape;1858;p46"/>
          <p:cNvCxnSpPr>
            <a:stCxn id="1842" idx="0"/>
            <a:endCxn id="1841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9" name="Google Shape;1859;p46"/>
          <p:cNvCxnSpPr>
            <a:stCxn id="1841" idx="6"/>
            <a:endCxn id="1843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0" name="Google Shape;1860;p46"/>
          <p:cNvCxnSpPr>
            <a:stCxn id="1842" idx="6"/>
            <a:endCxn id="1844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1" name="Google Shape;1861;p46"/>
          <p:cNvCxnSpPr>
            <a:stCxn id="1844" idx="0"/>
            <a:endCxn id="1843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862" name="Google Shape;1862;p46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863" name="Google Shape;1863;p46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864" name="Google Shape;1864;p46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5" name="Google Shape;1865;p46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66" name="Google Shape;1866;p46"/>
          <p:cNvSpPr/>
          <p:nvPr/>
        </p:nvSpPr>
        <p:spPr>
          <a:xfrm>
            <a:off x="839188" y="5852611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46"/>
          <p:cNvSpPr/>
          <p:nvPr/>
        </p:nvSpPr>
        <p:spPr>
          <a:xfrm>
            <a:off x="10652683" y="1092445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46"/>
          <p:cNvSpPr/>
          <p:nvPr/>
        </p:nvSpPr>
        <p:spPr>
          <a:xfrm>
            <a:off x="2059632" y="3468611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p46"/>
          <p:cNvSpPr/>
          <p:nvPr/>
        </p:nvSpPr>
        <p:spPr>
          <a:xfrm>
            <a:off x="4172166" y="3468611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p46"/>
          <p:cNvSpPr/>
          <p:nvPr/>
        </p:nvSpPr>
        <p:spPr>
          <a:xfrm>
            <a:off x="4772908" y="341956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47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876" name="Google Shape;1876;p4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877" name="Google Shape;1877;p4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878" name="Google Shape;1878;p4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9" name="Google Shape;1879;p4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880" name="Google Shape;1880;p47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1" name="Google Shape;1881;p47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2" name="Google Shape;1882;p47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3" name="Google Shape;1883;p47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4" name="Google Shape;1884;p47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5" name="Google Shape;1885;p47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p47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p47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8" name="Google Shape;1888;p47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47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p47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1" name="Google Shape;1891;p47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47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47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p47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5" name="Google Shape;1895;p47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6" name="Google Shape;1896;p47"/>
          <p:cNvCxnSpPr>
            <a:stCxn id="1881" idx="0"/>
            <a:endCxn id="1880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7" name="Google Shape;1897;p47"/>
          <p:cNvCxnSpPr>
            <a:stCxn id="1880" idx="6"/>
            <a:endCxn id="1882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8" name="Google Shape;1898;p47"/>
          <p:cNvCxnSpPr>
            <a:stCxn id="1882" idx="4"/>
            <a:endCxn id="1883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9" name="Google Shape;1899;p47"/>
          <p:cNvCxnSpPr>
            <a:stCxn id="1883" idx="7"/>
            <a:endCxn id="1884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0" name="Google Shape;1900;p47"/>
          <p:cNvCxnSpPr>
            <a:stCxn id="1883" idx="6"/>
            <a:endCxn id="1885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1" name="Google Shape;1901;p47"/>
          <p:cNvCxnSpPr>
            <a:stCxn id="1885" idx="0"/>
            <a:endCxn id="1884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2" name="Google Shape;1902;p47"/>
          <p:cNvCxnSpPr>
            <a:stCxn id="1884" idx="6"/>
            <a:endCxn id="1886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3" name="Google Shape;1903;p47"/>
          <p:cNvCxnSpPr>
            <a:stCxn id="1885" idx="6"/>
            <a:endCxn id="1887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4" name="Google Shape;1904;p47"/>
          <p:cNvCxnSpPr>
            <a:stCxn id="1887" idx="0"/>
            <a:endCxn id="1886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905" name="Google Shape;1905;p47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906" name="Google Shape;1906;p47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907" name="Google Shape;1907;p47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8" name="Google Shape;1908;p47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9" name="Google Shape;1909;p47"/>
          <p:cNvSpPr/>
          <p:nvPr/>
        </p:nvSpPr>
        <p:spPr>
          <a:xfrm>
            <a:off x="365760" y="4175211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0" name="Google Shape;1910;p47"/>
          <p:cNvSpPr/>
          <p:nvPr/>
        </p:nvSpPr>
        <p:spPr>
          <a:xfrm>
            <a:off x="12260877" y="1455676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1" name="Google Shape;1911;p47"/>
          <p:cNvSpPr/>
          <p:nvPr/>
        </p:nvSpPr>
        <p:spPr>
          <a:xfrm>
            <a:off x="4172166" y="3468611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2" name="Google Shape;1912;p47"/>
          <p:cNvSpPr/>
          <p:nvPr/>
        </p:nvSpPr>
        <p:spPr>
          <a:xfrm>
            <a:off x="4772908" y="3419562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48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918" name="Google Shape;1918;p4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919" name="Google Shape;1919;p4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920" name="Google Shape;1920;p4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1" name="Google Shape;1921;p4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922" name="Google Shape;1922;p48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3" name="Google Shape;1923;p48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4" name="Google Shape;1924;p48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5" name="Google Shape;1925;p48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p48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p48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48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p48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p48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1" name="Google Shape;1931;p48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2" name="Google Shape;1932;p48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p48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p48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p48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48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48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8" name="Google Shape;1938;p48"/>
          <p:cNvCxnSpPr>
            <a:stCxn id="1923" idx="0"/>
            <a:endCxn id="1922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9" name="Google Shape;1939;p48"/>
          <p:cNvCxnSpPr>
            <a:stCxn id="1922" idx="6"/>
            <a:endCxn id="1924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0" name="Google Shape;1940;p48"/>
          <p:cNvCxnSpPr>
            <a:stCxn id="1924" idx="4"/>
            <a:endCxn id="1925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1" name="Google Shape;1941;p48"/>
          <p:cNvCxnSpPr>
            <a:stCxn id="1925" idx="7"/>
            <a:endCxn id="1926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2" name="Google Shape;1942;p48"/>
          <p:cNvCxnSpPr>
            <a:stCxn id="1925" idx="6"/>
            <a:endCxn id="1927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3" name="Google Shape;1943;p48"/>
          <p:cNvCxnSpPr>
            <a:stCxn id="1927" idx="0"/>
            <a:endCxn id="1926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4" name="Google Shape;1944;p48"/>
          <p:cNvCxnSpPr>
            <a:stCxn id="1926" idx="6"/>
            <a:endCxn id="1928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5" name="Google Shape;1945;p48"/>
          <p:cNvCxnSpPr>
            <a:stCxn id="1927" idx="6"/>
            <a:endCxn id="1929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6" name="Google Shape;1946;p48"/>
          <p:cNvCxnSpPr>
            <a:stCxn id="1929" idx="0"/>
            <a:endCxn id="1928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947" name="Google Shape;1947;p48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948" name="Google Shape;1948;p48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949" name="Google Shape;1949;p48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0" name="Google Shape;1950;p48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1" name="Google Shape;1951;p48"/>
          <p:cNvSpPr/>
          <p:nvPr/>
        </p:nvSpPr>
        <p:spPr>
          <a:xfrm>
            <a:off x="838200" y="4545071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p48"/>
          <p:cNvSpPr/>
          <p:nvPr/>
        </p:nvSpPr>
        <p:spPr>
          <a:xfrm>
            <a:off x="12260877" y="1455676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p48"/>
          <p:cNvSpPr/>
          <p:nvPr/>
        </p:nvSpPr>
        <p:spPr>
          <a:xfrm>
            <a:off x="2266458" y="3455129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4" name="Google Shape;1954;p48"/>
          <p:cNvSpPr/>
          <p:nvPr/>
        </p:nvSpPr>
        <p:spPr>
          <a:xfrm>
            <a:off x="4144474" y="3453284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p49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1960" name="Google Shape;1960;p4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1961" name="Google Shape;1961;p4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962" name="Google Shape;1962;p4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3" name="Google Shape;1963;p4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1964" name="Google Shape;1964;p49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5" name="Google Shape;1965;p49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49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p49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8" name="Google Shape;1968;p49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9" name="Google Shape;1969;p49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49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49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49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49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p49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p49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49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49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8" name="Google Shape;1978;p49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9" name="Google Shape;1979;p49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0" name="Google Shape;1980;p49"/>
          <p:cNvCxnSpPr>
            <a:stCxn id="1965" idx="0"/>
            <a:endCxn id="1964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1" name="Google Shape;1981;p49"/>
          <p:cNvCxnSpPr>
            <a:stCxn id="1964" idx="6"/>
            <a:endCxn id="1966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2" name="Google Shape;1982;p49"/>
          <p:cNvCxnSpPr>
            <a:stCxn id="1966" idx="4"/>
            <a:endCxn id="1967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3" name="Google Shape;1983;p49"/>
          <p:cNvCxnSpPr>
            <a:stCxn id="1967" idx="7"/>
            <a:endCxn id="1968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4" name="Google Shape;1984;p49"/>
          <p:cNvCxnSpPr>
            <a:stCxn id="1967" idx="6"/>
            <a:endCxn id="1969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5" name="Google Shape;1985;p49"/>
          <p:cNvCxnSpPr>
            <a:stCxn id="1969" idx="0"/>
            <a:endCxn id="1968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6" name="Google Shape;1986;p49"/>
          <p:cNvCxnSpPr>
            <a:stCxn id="1968" idx="6"/>
            <a:endCxn id="1970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7" name="Google Shape;1987;p49"/>
          <p:cNvCxnSpPr>
            <a:stCxn id="1969" idx="6"/>
            <a:endCxn id="1971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8" name="Google Shape;1988;p49"/>
          <p:cNvCxnSpPr>
            <a:stCxn id="1971" idx="0"/>
            <a:endCxn id="1970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989" name="Google Shape;1989;p49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990" name="Google Shape;1990;p49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1991" name="Google Shape;1991;p49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2" name="Google Shape;1992;p49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3" name="Google Shape;1993;p49"/>
          <p:cNvSpPr/>
          <p:nvPr/>
        </p:nvSpPr>
        <p:spPr>
          <a:xfrm>
            <a:off x="871513" y="4918437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49"/>
          <p:cNvSpPr/>
          <p:nvPr/>
        </p:nvSpPr>
        <p:spPr>
          <a:xfrm>
            <a:off x="12260877" y="1455676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5" name="Google Shape;1995;p49"/>
          <p:cNvSpPr/>
          <p:nvPr/>
        </p:nvSpPr>
        <p:spPr>
          <a:xfrm>
            <a:off x="2266458" y="3455129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6" name="Google Shape;1996;p49"/>
          <p:cNvSpPr/>
          <p:nvPr/>
        </p:nvSpPr>
        <p:spPr>
          <a:xfrm>
            <a:off x="4144474" y="3453284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50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2002" name="Google Shape;2002;p5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2003" name="Google Shape;2003;p5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004" name="Google Shape;2004;p5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5" name="Google Shape;2005;p5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2006" name="Google Shape;2006;p50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7" name="Google Shape;2007;p50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8" name="Google Shape;2008;p50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9" name="Google Shape;2009;p50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0" name="Google Shape;2010;p50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50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50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50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4" name="Google Shape;2014;p50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5" name="Google Shape;2015;p50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6" name="Google Shape;2016;p50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7" name="Google Shape;2017;p50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8" name="Google Shape;2018;p50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9" name="Google Shape;2019;p50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0" name="Google Shape;2020;p50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p50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2" name="Google Shape;2022;p50"/>
          <p:cNvCxnSpPr>
            <a:stCxn id="2007" idx="0"/>
            <a:endCxn id="2006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3" name="Google Shape;2023;p50"/>
          <p:cNvCxnSpPr>
            <a:stCxn id="2006" idx="6"/>
            <a:endCxn id="2008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4" name="Google Shape;2024;p50"/>
          <p:cNvCxnSpPr>
            <a:stCxn id="2008" idx="4"/>
            <a:endCxn id="2009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5" name="Google Shape;2025;p50"/>
          <p:cNvCxnSpPr>
            <a:stCxn id="2009" idx="7"/>
            <a:endCxn id="2010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6" name="Google Shape;2026;p50"/>
          <p:cNvCxnSpPr>
            <a:stCxn id="2009" idx="6"/>
            <a:endCxn id="2011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7" name="Google Shape;2027;p50"/>
          <p:cNvCxnSpPr>
            <a:stCxn id="2011" idx="0"/>
            <a:endCxn id="2010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8" name="Google Shape;2028;p50"/>
          <p:cNvCxnSpPr>
            <a:stCxn id="2010" idx="6"/>
            <a:endCxn id="2012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9" name="Google Shape;2029;p50"/>
          <p:cNvCxnSpPr>
            <a:stCxn id="2011" idx="6"/>
            <a:endCxn id="2013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0" name="Google Shape;2030;p50"/>
          <p:cNvCxnSpPr>
            <a:stCxn id="2013" idx="0"/>
            <a:endCxn id="2012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031" name="Google Shape;2031;p50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2032" name="Google Shape;2032;p50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2033" name="Google Shape;2033;p50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4" name="Google Shape;2034;p50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5" name="Google Shape;2035;p50"/>
          <p:cNvSpPr/>
          <p:nvPr/>
        </p:nvSpPr>
        <p:spPr>
          <a:xfrm>
            <a:off x="911310" y="5114694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6" name="Google Shape;2036;p50"/>
          <p:cNvSpPr/>
          <p:nvPr/>
        </p:nvSpPr>
        <p:spPr>
          <a:xfrm>
            <a:off x="12260877" y="1455676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7" name="Google Shape;2037;p50"/>
          <p:cNvSpPr/>
          <p:nvPr/>
        </p:nvSpPr>
        <p:spPr>
          <a:xfrm>
            <a:off x="2266458" y="3455129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8" name="Google Shape;2038;p50"/>
          <p:cNvSpPr/>
          <p:nvPr/>
        </p:nvSpPr>
        <p:spPr>
          <a:xfrm>
            <a:off x="4144474" y="3453284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p51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2044" name="Google Shape;2044;p5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2045" name="Google Shape;2045;p5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046" name="Google Shape;2046;p5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7" name="Google Shape;2047;p5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2048" name="Google Shape;2048;p51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9" name="Google Shape;2049;p51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0" name="Google Shape;2050;p51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1" name="Google Shape;2051;p51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2" name="Google Shape;2052;p51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3" name="Google Shape;2053;p51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4" name="Google Shape;2054;p51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5" name="Google Shape;2055;p51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6" name="Google Shape;2056;p51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7" name="Google Shape;2057;p51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8" name="Google Shape;2058;p51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9" name="Google Shape;2059;p51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0" name="Google Shape;2060;p51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1" name="Google Shape;2061;p51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2" name="Google Shape;2062;p51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3" name="Google Shape;2063;p51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4" name="Google Shape;2064;p51"/>
          <p:cNvCxnSpPr>
            <a:stCxn id="2049" idx="0"/>
            <a:endCxn id="2048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5" name="Google Shape;2065;p51"/>
          <p:cNvCxnSpPr>
            <a:stCxn id="2048" idx="6"/>
            <a:endCxn id="2050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6" name="Google Shape;2066;p51"/>
          <p:cNvCxnSpPr>
            <a:stCxn id="2050" idx="4"/>
            <a:endCxn id="2051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7" name="Google Shape;2067;p51"/>
          <p:cNvCxnSpPr>
            <a:stCxn id="2051" idx="7"/>
            <a:endCxn id="2052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8" name="Google Shape;2068;p51"/>
          <p:cNvCxnSpPr>
            <a:stCxn id="2051" idx="6"/>
            <a:endCxn id="2053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9" name="Google Shape;2069;p51"/>
          <p:cNvCxnSpPr>
            <a:stCxn id="2053" idx="0"/>
            <a:endCxn id="2052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0" name="Google Shape;2070;p51"/>
          <p:cNvCxnSpPr>
            <a:stCxn id="2052" idx="6"/>
            <a:endCxn id="2054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1" name="Google Shape;2071;p51"/>
          <p:cNvCxnSpPr>
            <a:stCxn id="2053" idx="6"/>
            <a:endCxn id="2055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2" name="Google Shape;2072;p51"/>
          <p:cNvCxnSpPr>
            <a:stCxn id="2055" idx="0"/>
            <a:endCxn id="2054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073" name="Google Shape;2073;p51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2074" name="Google Shape;2074;p51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2075" name="Google Shape;2075;p51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6" name="Google Shape;2076;p51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7" name="Google Shape;2077;p51"/>
          <p:cNvSpPr/>
          <p:nvPr/>
        </p:nvSpPr>
        <p:spPr>
          <a:xfrm>
            <a:off x="838200" y="5815595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8" name="Google Shape;2078;p51"/>
          <p:cNvSpPr/>
          <p:nvPr/>
        </p:nvSpPr>
        <p:spPr>
          <a:xfrm>
            <a:off x="8924805" y="1115963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9" name="Google Shape;2079;p51"/>
          <p:cNvSpPr/>
          <p:nvPr/>
        </p:nvSpPr>
        <p:spPr>
          <a:xfrm>
            <a:off x="2266458" y="3455129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0" name="Google Shape;2080;p51"/>
          <p:cNvSpPr/>
          <p:nvPr/>
        </p:nvSpPr>
        <p:spPr>
          <a:xfrm>
            <a:off x="4144474" y="3453284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52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2086" name="Google Shape;2086;p5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2087" name="Google Shape;2087;p5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088" name="Google Shape;2088;p5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9" name="Google Shape;2089;p5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2090" name="Google Shape;2090;p52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1" name="Google Shape;2091;p52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2" name="Google Shape;2092;p52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3" name="Google Shape;2093;p52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52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5" name="Google Shape;2095;p52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6" name="Google Shape;2096;p52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7" name="Google Shape;2097;p52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8" name="Google Shape;2098;p52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9" name="Google Shape;2099;p52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0" name="Google Shape;2100;p52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1" name="Google Shape;2101;p52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2" name="Google Shape;2102;p52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3" name="Google Shape;2103;p52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4" name="Google Shape;2104;p52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5" name="Google Shape;2105;p52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6" name="Google Shape;2106;p52"/>
          <p:cNvCxnSpPr>
            <a:stCxn id="2091" idx="0"/>
            <a:endCxn id="2090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7" name="Google Shape;2107;p52"/>
          <p:cNvCxnSpPr>
            <a:stCxn id="2090" idx="6"/>
            <a:endCxn id="2092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8" name="Google Shape;2108;p52"/>
          <p:cNvCxnSpPr>
            <a:stCxn id="2092" idx="4"/>
            <a:endCxn id="2093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9" name="Google Shape;2109;p52"/>
          <p:cNvCxnSpPr>
            <a:stCxn id="2093" idx="7"/>
            <a:endCxn id="2094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0" name="Google Shape;2110;p52"/>
          <p:cNvCxnSpPr>
            <a:stCxn id="2093" idx="6"/>
            <a:endCxn id="2095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1" name="Google Shape;2111;p52"/>
          <p:cNvCxnSpPr>
            <a:stCxn id="2095" idx="0"/>
            <a:endCxn id="2094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2" name="Google Shape;2112;p52"/>
          <p:cNvCxnSpPr>
            <a:stCxn id="2094" idx="6"/>
            <a:endCxn id="2096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3" name="Google Shape;2113;p52"/>
          <p:cNvCxnSpPr>
            <a:stCxn id="2095" idx="6"/>
            <a:endCxn id="2097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4" name="Google Shape;2114;p52"/>
          <p:cNvCxnSpPr>
            <a:stCxn id="2097" idx="0"/>
            <a:endCxn id="2096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115" name="Google Shape;2115;p52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2116" name="Google Shape;2116;p52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2117" name="Google Shape;2117;p52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8" name="Google Shape;2118;p52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19" name="Google Shape;2119;p52"/>
          <p:cNvSpPr/>
          <p:nvPr/>
        </p:nvSpPr>
        <p:spPr>
          <a:xfrm>
            <a:off x="399943" y="4140780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p52"/>
          <p:cNvSpPr/>
          <p:nvPr/>
        </p:nvSpPr>
        <p:spPr>
          <a:xfrm>
            <a:off x="12474691" y="2575465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p52"/>
          <p:cNvSpPr/>
          <p:nvPr/>
        </p:nvSpPr>
        <p:spPr>
          <a:xfrm>
            <a:off x="4144474" y="3453284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53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2127" name="Google Shape;2127;p5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2128" name="Google Shape;2128;p5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129" name="Google Shape;2129;p5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0" name="Google Shape;2130;p5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2131" name="Google Shape;2131;p53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2" name="Google Shape;2132;p53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3" name="Google Shape;2133;p53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53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5" name="Google Shape;2135;p53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6" name="Google Shape;2136;p53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7" name="Google Shape;2137;p53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8" name="Google Shape;2138;p53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9" name="Google Shape;2139;p53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0" name="Google Shape;2140;p53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1" name="Google Shape;2141;p53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2" name="Google Shape;2142;p53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3" name="Google Shape;2143;p53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4" name="Google Shape;2144;p53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5" name="Google Shape;2145;p53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6" name="Google Shape;2146;p53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7" name="Google Shape;2147;p53"/>
          <p:cNvCxnSpPr>
            <a:stCxn id="2132" idx="0"/>
            <a:endCxn id="2131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8" name="Google Shape;2148;p53"/>
          <p:cNvCxnSpPr>
            <a:stCxn id="2131" idx="6"/>
            <a:endCxn id="2133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9" name="Google Shape;2149;p53"/>
          <p:cNvCxnSpPr>
            <a:stCxn id="2133" idx="4"/>
            <a:endCxn id="2134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0" name="Google Shape;2150;p53"/>
          <p:cNvCxnSpPr>
            <a:stCxn id="2134" idx="7"/>
            <a:endCxn id="2135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1" name="Google Shape;2151;p53"/>
          <p:cNvCxnSpPr>
            <a:stCxn id="2134" idx="6"/>
            <a:endCxn id="2136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2" name="Google Shape;2152;p53"/>
          <p:cNvCxnSpPr>
            <a:stCxn id="2136" idx="0"/>
            <a:endCxn id="2135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3" name="Google Shape;2153;p53"/>
          <p:cNvCxnSpPr>
            <a:stCxn id="2135" idx="6"/>
            <a:endCxn id="2137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4" name="Google Shape;2154;p53"/>
          <p:cNvCxnSpPr>
            <a:stCxn id="2136" idx="6"/>
            <a:endCxn id="2138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5" name="Google Shape;2155;p53"/>
          <p:cNvCxnSpPr>
            <a:stCxn id="2138" idx="0"/>
            <a:endCxn id="2137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156" name="Google Shape;2156;p53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2157" name="Google Shape;2157;p53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2158" name="Google Shape;2158;p53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9" name="Google Shape;2159;p53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60" name="Google Shape;2160;p53"/>
          <p:cNvSpPr/>
          <p:nvPr/>
        </p:nvSpPr>
        <p:spPr>
          <a:xfrm>
            <a:off x="802939" y="4564042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1" name="Google Shape;2161;p53"/>
          <p:cNvSpPr/>
          <p:nvPr/>
        </p:nvSpPr>
        <p:spPr>
          <a:xfrm>
            <a:off x="12474691" y="2575465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2" name="Google Shape;2162;p53"/>
          <p:cNvSpPr/>
          <p:nvPr/>
        </p:nvSpPr>
        <p:spPr>
          <a:xfrm>
            <a:off x="2379118" y="3493006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p54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2168" name="Google Shape;2168;p5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2169" name="Google Shape;2169;p5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170" name="Google Shape;2170;p5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1" name="Google Shape;2171;p5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2172" name="Google Shape;2172;p54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3" name="Google Shape;2173;p54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4" name="Google Shape;2174;p54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5" name="Google Shape;2175;p54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6" name="Google Shape;2176;p54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7" name="Google Shape;2177;p54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8" name="Google Shape;2178;p54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9" name="Google Shape;2179;p54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solidFill>
            <a:srgbClr val="7F7F7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0" name="Google Shape;2180;p54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1" name="Google Shape;2181;p54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2" name="Google Shape;2182;p54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3" name="Google Shape;2183;p54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54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5" name="Google Shape;2185;p54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6" name="Google Shape;2186;p54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7" name="Google Shape;2187;p54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8" name="Google Shape;2188;p54"/>
          <p:cNvCxnSpPr>
            <a:stCxn id="2173" idx="0"/>
            <a:endCxn id="2172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9" name="Google Shape;2189;p54"/>
          <p:cNvCxnSpPr>
            <a:stCxn id="2172" idx="6"/>
            <a:endCxn id="2174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0" name="Google Shape;2190;p54"/>
          <p:cNvCxnSpPr>
            <a:stCxn id="2174" idx="4"/>
            <a:endCxn id="2175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1" name="Google Shape;2191;p54"/>
          <p:cNvCxnSpPr>
            <a:stCxn id="2175" idx="7"/>
            <a:endCxn id="2176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2" name="Google Shape;2192;p54"/>
          <p:cNvCxnSpPr>
            <a:stCxn id="2175" idx="6"/>
            <a:endCxn id="2177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3" name="Google Shape;2193;p54"/>
          <p:cNvCxnSpPr>
            <a:stCxn id="2177" idx="0"/>
            <a:endCxn id="2176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4" name="Google Shape;2194;p54"/>
          <p:cNvCxnSpPr>
            <a:stCxn id="2176" idx="6"/>
            <a:endCxn id="2178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5" name="Google Shape;2195;p54"/>
          <p:cNvCxnSpPr>
            <a:stCxn id="2177" idx="6"/>
            <a:endCxn id="2179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6" name="Google Shape;2196;p54"/>
          <p:cNvCxnSpPr>
            <a:stCxn id="2179" idx="0"/>
            <a:endCxn id="2178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197" name="Google Shape;2197;p54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2198" name="Google Shape;2198;p54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2199" name="Google Shape;2199;p54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0" name="Google Shape;2200;p54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1" name="Google Shape;2201;p54"/>
          <p:cNvSpPr/>
          <p:nvPr/>
        </p:nvSpPr>
        <p:spPr>
          <a:xfrm>
            <a:off x="816193" y="4841680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2" name="Google Shape;2202;p54"/>
          <p:cNvSpPr/>
          <p:nvPr/>
        </p:nvSpPr>
        <p:spPr>
          <a:xfrm>
            <a:off x="12474691" y="2575465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3" name="Google Shape;2203;p54"/>
          <p:cNvSpPr/>
          <p:nvPr/>
        </p:nvSpPr>
        <p:spPr>
          <a:xfrm>
            <a:off x="2379118" y="3493006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7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55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2209" name="Google Shape;2209;p5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2210" name="Google Shape;2210;p5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211" name="Google Shape;2211;p5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2" name="Google Shape;2212;p5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2213" name="Google Shape;2213;p55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4" name="Google Shape;2214;p55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5" name="Google Shape;2215;p55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6" name="Google Shape;2216;p55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55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8" name="Google Shape;2218;p55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9" name="Google Shape;2219;p55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0" name="Google Shape;2220;p55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1" name="Google Shape;2221;p55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2" name="Google Shape;2222;p55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3" name="Google Shape;2223;p55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4" name="Google Shape;2224;p55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5" name="Google Shape;2225;p55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6" name="Google Shape;2226;p55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55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8" name="Google Shape;2228;p55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9" name="Google Shape;2229;p55"/>
          <p:cNvCxnSpPr>
            <a:stCxn id="2214" idx="0"/>
            <a:endCxn id="2213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0" name="Google Shape;2230;p55"/>
          <p:cNvCxnSpPr>
            <a:stCxn id="2213" idx="6"/>
            <a:endCxn id="2215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1" name="Google Shape;2231;p55"/>
          <p:cNvCxnSpPr>
            <a:stCxn id="2215" idx="4"/>
            <a:endCxn id="2216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2" name="Google Shape;2232;p55"/>
          <p:cNvCxnSpPr>
            <a:stCxn id="2216" idx="7"/>
            <a:endCxn id="2217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3" name="Google Shape;2233;p55"/>
          <p:cNvCxnSpPr>
            <a:stCxn id="2216" idx="6"/>
            <a:endCxn id="2218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4" name="Google Shape;2234;p55"/>
          <p:cNvCxnSpPr>
            <a:stCxn id="2218" idx="0"/>
            <a:endCxn id="2217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5" name="Google Shape;2235;p55"/>
          <p:cNvCxnSpPr>
            <a:stCxn id="2217" idx="6"/>
            <a:endCxn id="2219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6" name="Google Shape;2236;p55"/>
          <p:cNvCxnSpPr>
            <a:stCxn id="2218" idx="6"/>
            <a:endCxn id="2220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7" name="Google Shape;2237;p55"/>
          <p:cNvCxnSpPr>
            <a:stCxn id="2220" idx="0"/>
            <a:endCxn id="2219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238" name="Google Shape;2238;p55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2239" name="Google Shape;2239;p55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2240" name="Google Shape;2240;p55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1" name="Google Shape;2241;p55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2" name="Google Shape;2242;p55"/>
          <p:cNvSpPr/>
          <p:nvPr/>
        </p:nvSpPr>
        <p:spPr>
          <a:xfrm>
            <a:off x="802939" y="5849943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3" name="Google Shape;2243;p55"/>
          <p:cNvSpPr/>
          <p:nvPr/>
        </p:nvSpPr>
        <p:spPr>
          <a:xfrm>
            <a:off x="11317645" y="1185645"/>
            <a:ext cx="638174" cy="245106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4" name="Google Shape;2244;p55"/>
          <p:cNvSpPr/>
          <p:nvPr/>
        </p:nvSpPr>
        <p:spPr>
          <a:xfrm>
            <a:off x="2379118" y="3493006"/>
            <a:ext cx="491937" cy="49367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8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Google Shape;2249;p56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2250" name="Google Shape;2250;p5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2251" name="Google Shape;2251;p5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252" name="Google Shape;2252;p5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3" name="Google Shape;2253;p5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2254" name="Google Shape;2254;p56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5" name="Google Shape;2255;p56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6" name="Google Shape;2256;p56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7" name="Google Shape;2257;p56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8" name="Google Shape;2258;p56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9" name="Google Shape;2259;p56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0" name="Google Shape;2260;p56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1" name="Google Shape;2261;p56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2" name="Google Shape;2262;p56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3" name="Google Shape;2263;p56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4" name="Google Shape;2264;p56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5" name="Google Shape;2265;p56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6" name="Google Shape;2266;p56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7" name="Google Shape;2267;p56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8" name="Google Shape;2268;p56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9" name="Google Shape;2269;p56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0" name="Google Shape;2270;p56"/>
          <p:cNvCxnSpPr>
            <a:stCxn id="2255" idx="0"/>
            <a:endCxn id="2254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1" name="Google Shape;2271;p56"/>
          <p:cNvCxnSpPr>
            <a:stCxn id="2254" idx="6"/>
            <a:endCxn id="2256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2" name="Google Shape;2272;p56"/>
          <p:cNvCxnSpPr>
            <a:stCxn id="2256" idx="4"/>
            <a:endCxn id="2257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3" name="Google Shape;2273;p56"/>
          <p:cNvCxnSpPr>
            <a:stCxn id="2257" idx="7"/>
            <a:endCxn id="2258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4" name="Google Shape;2274;p56"/>
          <p:cNvCxnSpPr>
            <a:stCxn id="2257" idx="6"/>
            <a:endCxn id="2259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5" name="Google Shape;2275;p56"/>
          <p:cNvCxnSpPr>
            <a:stCxn id="2259" idx="0"/>
            <a:endCxn id="2258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6" name="Google Shape;2276;p56"/>
          <p:cNvCxnSpPr>
            <a:stCxn id="2258" idx="6"/>
            <a:endCxn id="2260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7" name="Google Shape;2277;p56"/>
          <p:cNvCxnSpPr>
            <a:stCxn id="2259" idx="6"/>
            <a:endCxn id="2261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8" name="Google Shape;2278;p56"/>
          <p:cNvCxnSpPr>
            <a:stCxn id="2261" idx="0"/>
            <a:endCxn id="2260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279" name="Google Shape;2279;p56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2280" name="Google Shape;2280;p56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2281" name="Google Shape;2281;p56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2" name="Google Shape;2282;p56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3" name="Google Shape;2283;p56"/>
          <p:cNvSpPr/>
          <p:nvPr/>
        </p:nvSpPr>
        <p:spPr>
          <a:xfrm>
            <a:off x="399943" y="4175211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7" name="Shape 2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8" name="Google Shape;2288;p57"/>
          <p:cNvSpPr txBox="1"/>
          <p:nvPr>
            <p:ph idx="1" type="body"/>
          </p:nvPr>
        </p:nvSpPr>
        <p:spPr>
          <a:xfrm>
            <a:off x="838200" y="4175211"/>
            <a:ext cx="10988040" cy="211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Now keep on doing the following until the queue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Take out the topmost element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Visit each of its neighbors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neighbors are undiscovered (white)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Mark them as discovered (color them with GRAY color and place them in queue)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ct val="64998"/>
              <a:buChar char="●"/>
            </a:pPr>
            <a:r>
              <a:rPr lang="en-US"/>
              <a:t>Update their distance, parent.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Mark the taken out element as explored (Black – all its children has been discovered)</a:t>
            </a:r>
            <a:endParaRPr/>
          </a:p>
        </p:txBody>
      </p:sp>
      <p:sp>
        <p:nvSpPr>
          <p:cNvPr id="2289" name="Google Shape;2289;p5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2290" name="Google Shape;2290;p5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291" name="Google Shape;2291;p5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2" name="Google Shape;2292;p5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Simulation</a:t>
            </a:r>
            <a:endParaRPr/>
          </a:p>
        </p:txBody>
      </p:sp>
      <p:sp>
        <p:nvSpPr>
          <p:cNvPr id="2293" name="Google Shape;2293;p57"/>
          <p:cNvSpPr/>
          <p:nvPr/>
        </p:nvSpPr>
        <p:spPr>
          <a:xfrm>
            <a:off x="838200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4" name="Google Shape;2294;p57"/>
          <p:cNvSpPr/>
          <p:nvPr/>
        </p:nvSpPr>
        <p:spPr>
          <a:xfrm>
            <a:off x="838200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5" name="Google Shape;2295;p57"/>
          <p:cNvSpPr/>
          <p:nvPr/>
        </p:nvSpPr>
        <p:spPr>
          <a:xfrm>
            <a:off x="2416294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6" name="Google Shape;2296;p57"/>
          <p:cNvSpPr/>
          <p:nvPr/>
        </p:nvSpPr>
        <p:spPr>
          <a:xfrm>
            <a:off x="2416294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57"/>
          <p:cNvSpPr/>
          <p:nvPr/>
        </p:nvSpPr>
        <p:spPr>
          <a:xfrm>
            <a:off x="3994387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8" name="Google Shape;2298;p57"/>
          <p:cNvSpPr/>
          <p:nvPr/>
        </p:nvSpPr>
        <p:spPr>
          <a:xfrm>
            <a:off x="3994387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9" name="Google Shape;2299;p57"/>
          <p:cNvSpPr/>
          <p:nvPr/>
        </p:nvSpPr>
        <p:spPr>
          <a:xfrm>
            <a:off x="5572481" y="1293016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0" name="Google Shape;2300;p57"/>
          <p:cNvSpPr/>
          <p:nvPr/>
        </p:nvSpPr>
        <p:spPr>
          <a:xfrm>
            <a:off x="5572481" y="2403571"/>
            <a:ext cx="584479" cy="555278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p57"/>
          <p:cNvSpPr txBox="1"/>
          <p:nvPr/>
        </p:nvSpPr>
        <p:spPr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2" name="Google Shape;2302;p57"/>
          <p:cNvSpPr txBox="1"/>
          <p:nvPr/>
        </p:nvSpPr>
        <p:spPr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3" name="Google Shape;2303;p57"/>
          <p:cNvSpPr txBox="1"/>
          <p:nvPr/>
        </p:nvSpPr>
        <p:spPr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4" name="Google Shape;2304;p57"/>
          <p:cNvSpPr txBox="1"/>
          <p:nvPr/>
        </p:nvSpPr>
        <p:spPr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5" name="Google Shape;2305;p57"/>
          <p:cNvSpPr txBox="1"/>
          <p:nvPr/>
        </p:nvSpPr>
        <p:spPr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6" name="Google Shape;2306;p57"/>
          <p:cNvSpPr txBox="1"/>
          <p:nvPr/>
        </p:nvSpPr>
        <p:spPr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57"/>
          <p:cNvSpPr txBox="1"/>
          <p:nvPr/>
        </p:nvSpPr>
        <p:spPr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57"/>
          <p:cNvSpPr txBox="1"/>
          <p:nvPr/>
        </p:nvSpPr>
        <p:spPr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9" name="Google Shape;2309;p57"/>
          <p:cNvCxnSpPr>
            <a:stCxn id="2294" idx="0"/>
            <a:endCxn id="2293" idx="4"/>
          </p:cNvCxnSpPr>
          <p:nvPr/>
        </p:nvCxnSpPr>
        <p:spPr>
          <a:xfrm rot="10800000">
            <a:off x="1130440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0" name="Google Shape;2310;p57"/>
          <p:cNvCxnSpPr>
            <a:stCxn id="2293" idx="6"/>
            <a:endCxn id="2295" idx="2"/>
          </p:cNvCxnSpPr>
          <p:nvPr/>
        </p:nvCxnSpPr>
        <p:spPr>
          <a:xfrm>
            <a:off x="1422679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1" name="Google Shape;2311;p57"/>
          <p:cNvCxnSpPr>
            <a:stCxn id="2295" idx="4"/>
            <a:endCxn id="2296" idx="0"/>
          </p:cNvCxnSpPr>
          <p:nvPr/>
        </p:nvCxnSpPr>
        <p:spPr>
          <a:xfrm>
            <a:off x="2708534" y="1848294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2" name="Google Shape;2312;p57"/>
          <p:cNvCxnSpPr>
            <a:stCxn id="2296" idx="7"/>
            <a:endCxn id="2297" idx="3"/>
          </p:cNvCxnSpPr>
          <p:nvPr/>
        </p:nvCxnSpPr>
        <p:spPr>
          <a:xfrm flipH="1" rot="10800000">
            <a:off x="2915178" y="1766990"/>
            <a:ext cx="1164900" cy="7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3" name="Google Shape;2313;p57"/>
          <p:cNvCxnSpPr>
            <a:stCxn id="2296" idx="6"/>
            <a:endCxn id="2298" idx="2"/>
          </p:cNvCxnSpPr>
          <p:nvPr/>
        </p:nvCxnSpPr>
        <p:spPr>
          <a:xfrm>
            <a:off x="3000773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4" name="Google Shape;2314;p57"/>
          <p:cNvCxnSpPr>
            <a:stCxn id="2298" idx="0"/>
            <a:endCxn id="2297" idx="4"/>
          </p:cNvCxnSpPr>
          <p:nvPr/>
        </p:nvCxnSpPr>
        <p:spPr>
          <a:xfrm rot="10800000">
            <a:off x="4286627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5" name="Google Shape;2315;p57"/>
          <p:cNvCxnSpPr>
            <a:stCxn id="2297" idx="6"/>
            <a:endCxn id="2299" idx="2"/>
          </p:cNvCxnSpPr>
          <p:nvPr/>
        </p:nvCxnSpPr>
        <p:spPr>
          <a:xfrm>
            <a:off x="4578866" y="1570655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6" name="Google Shape;2316;p57"/>
          <p:cNvCxnSpPr>
            <a:stCxn id="2298" idx="6"/>
            <a:endCxn id="2300" idx="2"/>
          </p:cNvCxnSpPr>
          <p:nvPr/>
        </p:nvCxnSpPr>
        <p:spPr>
          <a:xfrm>
            <a:off x="4578866" y="2681210"/>
            <a:ext cx="99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7" name="Google Shape;2317;p57"/>
          <p:cNvCxnSpPr>
            <a:stCxn id="2300" idx="0"/>
            <a:endCxn id="2299" idx="4"/>
          </p:cNvCxnSpPr>
          <p:nvPr/>
        </p:nvCxnSpPr>
        <p:spPr>
          <a:xfrm rot="10800000">
            <a:off x="5864721" y="1848271"/>
            <a:ext cx="0" cy="5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318" name="Google Shape;2318;p57"/>
          <p:cNvGraphicFramePr/>
          <p:nvPr/>
        </p:nvGraphicFramePr>
        <p:xfrm>
          <a:off x="6691736" y="11749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{EF3C80F6-3FA2-4D2A-9965-7C7D51100ABE}</a:tableStyleId>
              </a:tblPr>
              <a:tblGrid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  <a:gridCol w="58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properties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2319" name="Google Shape;2319;p57"/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2320" name="Google Shape;2320;p57"/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1" name="Google Shape;2321;p57"/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en-US" sz="5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22" name="Google Shape;2322;p57"/>
          <p:cNvSpPr/>
          <p:nvPr/>
        </p:nvSpPr>
        <p:spPr>
          <a:xfrm>
            <a:off x="798120" y="6285802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6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p58"/>
          <p:cNvSpPr txBox="1"/>
          <p:nvPr>
            <p:ph idx="10" type="dt"/>
          </p:nvPr>
        </p:nvSpPr>
        <p:spPr>
          <a:xfrm>
            <a:off x="5293804" y="661597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2328" name="Google Shape;2328;p58"/>
          <p:cNvSpPr txBox="1"/>
          <p:nvPr>
            <p:ph idx="11" type="ftr"/>
          </p:nvPr>
        </p:nvSpPr>
        <p:spPr>
          <a:xfrm>
            <a:off x="8494204" y="661597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329" name="Google Shape;2329;p5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0" name="Google Shape;2330;p5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BFS Discovery Pattern</a:t>
            </a:r>
            <a:endParaRPr/>
          </a:p>
        </p:txBody>
      </p:sp>
      <p:pic>
        <p:nvPicPr>
          <p:cNvPr id="2331" name="Google Shape;233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1475" y="886279"/>
            <a:ext cx="3370241" cy="238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2" name="Google Shape;2332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955" y="3429000"/>
            <a:ext cx="3606309" cy="2466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3" name="Google Shape;2333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81703" y="3428999"/>
            <a:ext cx="3208035" cy="2466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4" name="Google Shape;2334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66328" y="3557530"/>
            <a:ext cx="3138726" cy="24663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5" name="Google Shape;2335;p58"/>
          <p:cNvGrpSpPr/>
          <p:nvPr/>
        </p:nvGrpSpPr>
        <p:grpSpPr>
          <a:xfrm>
            <a:off x="889593" y="886279"/>
            <a:ext cx="6921865" cy="2380200"/>
            <a:chOff x="649" y="887"/>
            <a:chExt cx="3617" cy="1112"/>
          </a:xfrm>
        </p:grpSpPr>
        <p:grpSp>
          <p:nvGrpSpPr>
            <p:cNvPr id="2336" name="Google Shape;2336;p58"/>
            <p:cNvGrpSpPr/>
            <p:nvPr/>
          </p:nvGrpSpPr>
          <p:grpSpPr>
            <a:xfrm>
              <a:off x="649" y="895"/>
              <a:ext cx="3548" cy="1099"/>
              <a:chOff x="649" y="895"/>
              <a:chExt cx="3548" cy="1099"/>
            </a:xfrm>
          </p:grpSpPr>
          <p:sp>
            <p:nvSpPr>
              <p:cNvPr id="2337" name="Google Shape;2337;p58"/>
              <p:cNvSpPr/>
              <p:nvPr/>
            </p:nvSpPr>
            <p:spPr>
              <a:xfrm>
                <a:off x="649" y="991"/>
                <a:ext cx="339" cy="196"/>
              </a:xfrm>
              <a:custGeom>
                <a:rect b="b" l="l" r="r" t="t"/>
                <a:pathLst>
                  <a:path extrusionOk="0" h="196" w="339">
                    <a:moveTo>
                      <a:pt x="235" y="13"/>
                    </a:moveTo>
                    <a:lnTo>
                      <a:pt x="117" y="0"/>
                    </a:lnTo>
                    <a:lnTo>
                      <a:pt x="90" y="9"/>
                    </a:lnTo>
                    <a:lnTo>
                      <a:pt x="48" y="35"/>
                    </a:lnTo>
                    <a:lnTo>
                      <a:pt x="0" y="83"/>
                    </a:lnTo>
                    <a:lnTo>
                      <a:pt x="20" y="144"/>
                    </a:lnTo>
                    <a:lnTo>
                      <a:pt x="41" y="179"/>
                    </a:lnTo>
                    <a:lnTo>
                      <a:pt x="69" y="196"/>
                    </a:lnTo>
                    <a:lnTo>
                      <a:pt x="179" y="196"/>
                    </a:lnTo>
                    <a:lnTo>
                      <a:pt x="249" y="192"/>
                    </a:lnTo>
                    <a:lnTo>
                      <a:pt x="290" y="183"/>
                    </a:lnTo>
                    <a:lnTo>
                      <a:pt x="311" y="157"/>
                    </a:lnTo>
                    <a:lnTo>
                      <a:pt x="332" y="113"/>
                    </a:lnTo>
                    <a:lnTo>
                      <a:pt x="339" y="65"/>
                    </a:lnTo>
                    <a:lnTo>
                      <a:pt x="332" y="39"/>
                    </a:lnTo>
                    <a:lnTo>
                      <a:pt x="304" y="26"/>
                    </a:lnTo>
                    <a:lnTo>
                      <a:pt x="235" y="13"/>
                    </a:lnTo>
                    <a:lnTo>
                      <a:pt x="235" y="13"/>
                    </a:lnTo>
                    <a:close/>
                  </a:path>
                </a:pathLst>
              </a:custGeom>
              <a:blipFill rotWithShape="1">
                <a:blip r:embed="rId7">
                  <a:alphaModFix/>
                </a:blip>
                <a:tile algn="tl" flip="none" tx="0" sx="100000" ty="0" sy="100000"/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8" name="Google Shape;2338;p58"/>
              <p:cNvSpPr/>
              <p:nvPr/>
            </p:nvSpPr>
            <p:spPr>
              <a:xfrm>
                <a:off x="1306" y="1091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9" name="Google Shape;2339;p58"/>
              <p:cNvSpPr/>
              <p:nvPr/>
            </p:nvSpPr>
            <p:spPr>
              <a:xfrm>
                <a:off x="1306" y="1375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0" name="Google Shape;2340;p58"/>
              <p:cNvSpPr/>
              <p:nvPr/>
            </p:nvSpPr>
            <p:spPr>
              <a:xfrm>
                <a:off x="1306" y="1096"/>
                <a:ext cx="14" cy="27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1" name="Google Shape;2341;p58"/>
              <p:cNvSpPr/>
              <p:nvPr/>
            </p:nvSpPr>
            <p:spPr>
              <a:xfrm>
                <a:off x="1811" y="1091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2" name="Google Shape;2342;p58"/>
              <p:cNvSpPr/>
              <p:nvPr/>
            </p:nvSpPr>
            <p:spPr>
              <a:xfrm>
                <a:off x="2302" y="1091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3" name="Google Shape;2343;p58"/>
              <p:cNvSpPr/>
              <p:nvPr/>
            </p:nvSpPr>
            <p:spPr>
              <a:xfrm>
                <a:off x="1818" y="1091"/>
                <a:ext cx="484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4" name="Google Shape;2344;p58"/>
              <p:cNvSpPr/>
              <p:nvPr/>
            </p:nvSpPr>
            <p:spPr>
              <a:xfrm>
                <a:off x="1797" y="1371"/>
                <a:ext cx="14" cy="8"/>
              </a:xfrm>
              <a:custGeom>
                <a:rect b="b" l="l" r="r" t="t"/>
                <a:pathLst>
                  <a:path extrusionOk="0" h="8" w="14">
                    <a:moveTo>
                      <a:pt x="7" y="8"/>
                    </a:moveTo>
                    <a:lnTo>
                      <a:pt x="14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5" name="Google Shape;2345;p58"/>
              <p:cNvSpPr/>
              <p:nvPr/>
            </p:nvSpPr>
            <p:spPr>
              <a:xfrm>
                <a:off x="1306" y="1667"/>
                <a:ext cx="14" cy="13"/>
              </a:xfrm>
              <a:custGeom>
                <a:rect b="b" l="l" r="r" t="t"/>
                <a:pathLst>
                  <a:path extrusionOk="0" h="13" w="14">
                    <a:moveTo>
                      <a:pt x="14" y="9"/>
                    </a:moveTo>
                    <a:lnTo>
                      <a:pt x="7" y="13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14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6" name="Google Shape;2346;p58"/>
              <p:cNvSpPr/>
              <p:nvPr/>
            </p:nvSpPr>
            <p:spPr>
              <a:xfrm>
                <a:off x="1313" y="1371"/>
                <a:ext cx="491" cy="305"/>
              </a:xfrm>
              <a:custGeom>
                <a:rect b="b" l="l" r="r" t="t"/>
                <a:pathLst>
                  <a:path extrusionOk="0" h="305" w="491">
                    <a:moveTo>
                      <a:pt x="491" y="8"/>
                    </a:moveTo>
                    <a:lnTo>
                      <a:pt x="484" y="0"/>
                    </a:lnTo>
                    <a:lnTo>
                      <a:pt x="0" y="296"/>
                    </a:lnTo>
                    <a:lnTo>
                      <a:pt x="7" y="305"/>
                    </a:lnTo>
                    <a:lnTo>
                      <a:pt x="491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7" name="Google Shape;2347;p58"/>
              <p:cNvSpPr/>
              <p:nvPr/>
            </p:nvSpPr>
            <p:spPr>
              <a:xfrm>
                <a:off x="1790" y="1663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8" name="Google Shape;2348;p58"/>
              <p:cNvSpPr/>
              <p:nvPr/>
            </p:nvSpPr>
            <p:spPr>
              <a:xfrm>
                <a:off x="1790" y="1371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9" name="Google Shape;2349;p58"/>
              <p:cNvSpPr/>
              <p:nvPr/>
            </p:nvSpPr>
            <p:spPr>
              <a:xfrm>
                <a:off x="1790" y="1375"/>
                <a:ext cx="14" cy="28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0" name="Google Shape;2350;p58"/>
              <p:cNvSpPr/>
              <p:nvPr/>
            </p:nvSpPr>
            <p:spPr>
              <a:xfrm>
                <a:off x="1790" y="1920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1" name="Google Shape;2351;p58"/>
              <p:cNvSpPr/>
              <p:nvPr/>
            </p:nvSpPr>
            <p:spPr>
              <a:xfrm>
                <a:off x="2288" y="1920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2" name="Google Shape;2352;p58"/>
              <p:cNvSpPr/>
              <p:nvPr/>
            </p:nvSpPr>
            <p:spPr>
              <a:xfrm>
                <a:off x="1797" y="1920"/>
                <a:ext cx="491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3" name="Google Shape;2353;p58"/>
              <p:cNvSpPr/>
              <p:nvPr/>
            </p:nvSpPr>
            <p:spPr>
              <a:xfrm>
                <a:off x="2281" y="1658"/>
                <a:ext cx="14" cy="14"/>
              </a:xfrm>
              <a:custGeom>
                <a:rect b="b" l="l" r="r" t="t"/>
                <a:pathLst>
                  <a:path extrusionOk="0" h="14" w="14">
                    <a:moveTo>
                      <a:pt x="0" y="9"/>
                    </a:moveTo>
                    <a:lnTo>
                      <a:pt x="0" y="14"/>
                    </a:lnTo>
                    <a:lnTo>
                      <a:pt x="14" y="5"/>
                    </a:lnTo>
                    <a:lnTo>
                      <a:pt x="7" y="0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4" name="Google Shape;2354;p58"/>
              <p:cNvSpPr/>
              <p:nvPr/>
            </p:nvSpPr>
            <p:spPr>
              <a:xfrm>
                <a:off x="1790" y="1371"/>
                <a:ext cx="14" cy="8"/>
              </a:xfrm>
              <a:custGeom>
                <a:rect b="b" l="l" r="r" t="t"/>
                <a:pathLst>
                  <a:path extrusionOk="0" h="8" w="14">
                    <a:moveTo>
                      <a:pt x="7" y="8"/>
                    </a:moveTo>
                    <a:lnTo>
                      <a:pt x="0" y="4"/>
                    </a:lnTo>
                    <a:lnTo>
                      <a:pt x="7" y="0"/>
                    </a:lnTo>
                    <a:lnTo>
                      <a:pt x="14" y="0"/>
                    </a:lnTo>
                    <a:lnTo>
                      <a:pt x="7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5" name="Google Shape;2355;p58"/>
              <p:cNvSpPr/>
              <p:nvPr/>
            </p:nvSpPr>
            <p:spPr>
              <a:xfrm>
                <a:off x="1797" y="1371"/>
                <a:ext cx="491" cy="296"/>
              </a:xfrm>
              <a:custGeom>
                <a:rect b="b" l="l" r="r" t="t"/>
                <a:pathLst>
                  <a:path extrusionOk="0" h="296" w="491">
                    <a:moveTo>
                      <a:pt x="484" y="296"/>
                    </a:moveTo>
                    <a:lnTo>
                      <a:pt x="491" y="287"/>
                    </a:lnTo>
                    <a:lnTo>
                      <a:pt x="7" y="0"/>
                    </a:lnTo>
                    <a:lnTo>
                      <a:pt x="0" y="8"/>
                    </a:lnTo>
                    <a:lnTo>
                      <a:pt x="484" y="2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6" name="Google Shape;2356;p58"/>
              <p:cNvSpPr/>
              <p:nvPr/>
            </p:nvSpPr>
            <p:spPr>
              <a:xfrm>
                <a:off x="2274" y="1388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7" name="Google Shape;2357;p58"/>
              <p:cNvSpPr/>
              <p:nvPr/>
            </p:nvSpPr>
            <p:spPr>
              <a:xfrm>
                <a:off x="2274" y="1663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8" name="Google Shape;2358;p58"/>
              <p:cNvSpPr/>
              <p:nvPr/>
            </p:nvSpPr>
            <p:spPr>
              <a:xfrm>
                <a:off x="2274" y="1392"/>
                <a:ext cx="14" cy="2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9" name="Google Shape;2359;p58"/>
              <p:cNvSpPr/>
              <p:nvPr/>
            </p:nvSpPr>
            <p:spPr>
              <a:xfrm>
                <a:off x="815" y="1366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0" name="Google Shape;2360;p58"/>
              <p:cNvSpPr/>
              <p:nvPr/>
            </p:nvSpPr>
            <p:spPr>
              <a:xfrm>
                <a:off x="1313" y="1366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1" name="Google Shape;2361;p58"/>
              <p:cNvSpPr/>
              <p:nvPr/>
            </p:nvSpPr>
            <p:spPr>
              <a:xfrm>
                <a:off x="822" y="1366"/>
                <a:ext cx="491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2" name="Google Shape;2362;p58"/>
              <p:cNvSpPr/>
              <p:nvPr/>
            </p:nvSpPr>
            <p:spPr>
              <a:xfrm>
                <a:off x="815" y="1658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3" name="Google Shape;2363;p58"/>
              <p:cNvSpPr/>
              <p:nvPr/>
            </p:nvSpPr>
            <p:spPr>
              <a:xfrm>
                <a:off x="1313" y="1658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4" name="Google Shape;2364;p58"/>
              <p:cNvSpPr/>
              <p:nvPr/>
            </p:nvSpPr>
            <p:spPr>
              <a:xfrm>
                <a:off x="822" y="1658"/>
                <a:ext cx="491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5" name="Google Shape;2365;p58"/>
              <p:cNvSpPr/>
              <p:nvPr/>
            </p:nvSpPr>
            <p:spPr>
              <a:xfrm>
                <a:off x="815" y="1925"/>
                <a:ext cx="7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6" name="Google Shape;2366;p58"/>
              <p:cNvSpPr/>
              <p:nvPr/>
            </p:nvSpPr>
            <p:spPr>
              <a:xfrm>
                <a:off x="1313" y="1920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7" name="Google Shape;2367;p58"/>
              <p:cNvSpPr/>
              <p:nvPr/>
            </p:nvSpPr>
            <p:spPr>
              <a:xfrm>
                <a:off x="822" y="1920"/>
                <a:ext cx="491" cy="13"/>
              </a:xfrm>
              <a:custGeom>
                <a:rect b="b" l="l" r="r" t="t"/>
                <a:pathLst>
                  <a:path extrusionOk="0" h="13" w="491">
                    <a:moveTo>
                      <a:pt x="0" y="5"/>
                    </a:moveTo>
                    <a:lnTo>
                      <a:pt x="0" y="13"/>
                    </a:lnTo>
                    <a:lnTo>
                      <a:pt x="491" y="9"/>
                    </a:lnTo>
                    <a:lnTo>
                      <a:pt x="491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8" name="Google Shape;2368;p58"/>
              <p:cNvSpPr/>
              <p:nvPr/>
            </p:nvSpPr>
            <p:spPr>
              <a:xfrm>
                <a:off x="1306" y="1091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9" name="Google Shape;2369;p58"/>
              <p:cNvSpPr/>
              <p:nvPr/>
            </p:nvSpPr>
            <p:spPr>
              <a:xfrm>
                <a:off x="1797" y="1091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0" name="Google Shape;2370;p58"/>
              <p:cNvSpPr/>
              <p:nvPr/>
            </p:nvSpPr>
            <p:spPr>
              <a:xfrm>
                <a:off x="1313" y="1091"/>
                <a:ext cx="484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1" name="Google Shape;2371;p58"/>
              <p:cNvSpPr/>
              <p:nvPr/>
            </p:nvSpPr>
            <p:spPr>
              <a:xfrm>
                <a:off x="815" y="1371"/>
                <a:ext cx="1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2" name="Google Shape;2372;p58"/>
              <p:cNvSpPr/>
              <p:nvPr/>
            </p:nvSpPr>
            <p:spPr>
              <a:xfrm>
                <a:off x="815" y="1615"/>
                <a:ext cx="1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3" name="Google Shape;2373;p58"/>
              <p:cNvSpPr/>
              <p:nvPr/>
            </p:nvSpPr>
            <p:spPr>
              <a:xfrm>
                <a:off x="815" y="1375"/>
                <a:ext cx="13" cy="24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4" name="Google Shape;2374;p58"/>
              <p:cNvSpPr/>
              <p:nvPr/>
            </p:nvSpPr>
            <p:spPr>
              <a:xfrm>
                <a:off x="815" y="1663"/>
                <a:ext cx="13" cy="13"/>
              </a:xfrm>
              <a:custGeom>
                <a:rect b="b" l="l" r="r" t="t"/>
                <a:pathLst>
                  <a:path extrusionOk="0" h="13" w="13">
                    <a:moveTo>
                      <a:pt x="7" y="0"/>
                    </a:moveTo>
                    <a:lnTo>
                      <a:pt x="0" y="4"/>
                    </a:lnTo>
                    <a:lnTo>
                      <a:pt x="7" y="13"/>
                    </a:lnTo>
                    <a:lnTo>
                      <a:pt x="13" y="9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5" name="Google Shape;2375;p58"/>
              <p:cNvSpPr/>
              <p:nvPr/>
            </p:nvSpPr>
            <p:spPr>
              <a:xfrm>
                <a:off x="1313" y="1371"/>
                <a:ext cx="13" cy="8"/>
              </a:xfrm>
              <a:custGeom>
                <a:rect b="b" l="l" r="r" t="t"/>
                <a:pathLst>
                  <a:path extrusionOk="0" h="8" w="13">
                    <a:moveTo>
                      <a:pt x="0" y="0"/>
                    </a:moveTo>
                    <a:lnTo>
                      <a:pt x="0" y="0"/>
                    </a:lnTo>
                    <a:lnTo>
                      <a:pt x="13" y="4"/>
                    </a:lnTo>
                    <a:lnTo>
                      <a:pt x="7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6" name="Google Shape;2376;p58"/>
              <p:cNvSpPr/>
              <p:nvPr/>
            </p:nvSpPr>
            <p:spPr>
              <a:xfrm>
                <a:off x="822" y="1371"/>
                <a:ext cx="498" cy="301"/>
              </a:xfrm>
              <a:custGeom>
                <a:rect b="b" l="l" r="r" t="t"/>
                <a:pathLst>
                  <a:path extrusionOk="0" h="301" w="498">
                    <a:moveTo>
                      <a:pt x="0" y="292"/>
                    </a:moveTo>
                    <a:lnTo>
                      <a:pt x="6" y="301"/>
                    </a:lnTo>
                    <a:lnTo>
                      <a:pt x="498" y="8"/>
                    </a:lnTo>
                    <a:lnTo>
                      <a:pt x="491" y="0"/>
                    </a:lnTo>
                    <a:lnTo>
                      <a:pt x="0" y="29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7" name="Google Shape;2377;p58"/>
              <p:cNvSpPr/>
              <p:nvPr/>
            </p:nvSpPr>
            <p:spPr>
              <a:xfrm>
                <a:off x="1306" y="1658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8" name="Google Shape;2378;p58"/>
              <p:cNvSpPr/>
              <p:nvPr/>
            </p:nvSpPr>
            <p:spPr>
              <a:xfrm>
                <a:off x="1797" y="1658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9" name="Google Shape;2379;p58"/>
              <p:cNvSpPr/>
              <p:nvPr/>
            </p:nvSpPr>
            <p:spPr>
              <a:xfrm>
                <a:off x="1313" y="1658"/>
                <a:ext cx="484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0" name="Google Shape;2380;p58"/>
              <p:cNvSpPr/>
              <p:nvPr/>
            </p:nvSpPr>
            <p:spPr>
              <a:xfrm>
                <a:off x="815" y="1663"/>
                <a:ext cx="13" cy="9"/>
              </a:xfrm>
              <a:custGeom>
                <a:rect b="b" l="l" r="r" t="t"/>
                <a:pathLst>
                  <a:path extrusionOk="0" h="9" w="13">
                    <a:moveTo>
                      <a:pt x="13" y="0"/>
                    </a:moveTo>
                    <a:lnTo>
                      <a:pt x="7" y="0"/>
                    </a:lnTo>
                    <a:lnTo>
                      <a:pt x="0" y="4"/>
                    </a:lnTo>
                    <a:lnTo>
                      <a:pt x="7" y="9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1" name="Google Shape;2381;p58"/>
              <p:cNvSpPr/>
              <p:nvPr/>
            </p:nvSpPr>
            <p:spPr>
              <a:xfrm>
                <a:off x="1313" y="1920"/>
                <a:ext cx="13" cy="13"/>
              </a:xfrm>
              <a:custGeom>
                <a:rect b="b" l="l" r="r" t="t"/>
                <a:pathLst>
                  <a:path extrusionOk="0" h="13" w="13">
                    <a:moveTo>
                      <a:pt x="7" y="0"/>
                    </a:moveTo>
                    <a:lnTo>
                      <a:pt x="13" y="5"/>
                    </a:lnTo>
                    <a:lnTo>
                      <a:pt x="0" y="13"/>
                    </a:lnTo>
                    <a:lnTo>
                      <a:pt x="0" y="9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2" name="Google Shape;2382;p58"/>
              <p:cNvSpPr/>
              <p:nvPr/>
            </p:nvSpPr>
            <p:spPr>
              <a:xfrm>
                <a:off x="822" y="1663"/>
                <a:ext cx="498" cy="266"/>
              </a:xfrm>
              <a:custGeom>
                <a:rect b="b" l="l" r="r" t="t"/>
                <a:pathLst>
                  <a:path extrusionOk="0" h="266" w="498">
                    <a:moveTo>
                      <a:pt x="6" y="0"/>
                    </a:moveTo>
                    <a:lnTo>
                      <a:pt x="0" y="9"/>
                    </a:lnTo>
                    <a:lnTo>
                      <a:pt x="491" y="266"/>
                    </a:lnTo>
                    <a:lnTo>
                      <a:pt x="498" y="257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3" name="Google Shape;2383;p58"/>
              <p:cNvSpPr/>
              <p:nvPr/>
            </p:nvSpPr>
            <p:spPr>
              <a:xfrm>
                <a:off x="815" y="1663"/>
                <a:ext cx="1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4" name="Google Shape;2384;p58"/>
              <p:cNvSpPr/>
              <p:nvPr/>
            </p:nvSpPr>
            <p:spPr>
              <a:xfrm>
                <a:off x="815" y="1929"/>
                <a:ext cx="1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5" name="Google Shape;2385;p58"/>
              <p:cNvSpPr/>
              <p:nvPr/>
            </p:nvSpPr>
            <p:spPr>
              <a:xfrm>
                <a:off x="815" y="1667"/>
                <a:ext cx="13" cy="2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6" name="Google Shape;2386;p58"/>
              <p:cNvSpPr/>
              <p:nvPr/>
            </p:nvSpPr>
            <p:spPr>
              <a:xfrm>
                <a:off x="1306" y="1920"/>
                <a:ext cx="14" cy="13"/>
              </a:xfrm>
              <a:custGeom>
                <a:rect b="b" l="l" r="r" t="t"/>
                <a:pathLst>
                  <a:path extrusionOk="0" h="13" w="14">
                    <a:moveTo>
                      <a:pt x="7" y="0"/>
                    </a:moveTo>
                    <a:lnTo>
                      <a:pt x="0" y="5"/>
                    </a:lnTo>
                    <a:lnTo>
                      <a:pt x="7" y="13"/>
                    </a:lnTo>
                    <a:lnTo>
                      <a:pt x="14" y="9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7" name="Google Shape;2387;p58"/>
              <p:cNvSpPr/>
              <p:nvPr/>
            </p:nvSpPr>
            <p:spPr>
              <a:xfrm>
                <a:off x="1797" y="1658"/>
                <a:ext cx="14" cy="9"/>
              </a:xfrm>
              <a:custGeom>
                <a:rect b="b" l="l" r="r" t="t"/>
                <a:pathLst>
                  <a:path extrusionOk="0" h="9" w="14">
                    <a:moveTo>
                      <a:pt x="0" y="0"/>
                    </a:moveTo>
                    <a:lnTo>
                      <a:pt x="0" y="0"/>
                    </a:lnTo>
                    <a:lnTo>
                      <a:pt x="14" y="5"/>
                    </a:lnTo>
                    <a:lnTo>
                      <a:pt x="7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8" name="Google Shape;2388;p58"/>
              <p:cNvSpPr/>
              <p:nvPr/>
            </p:nvSpPr>
            <p:spPr>
              <a:xfrm>
                <a:off x="1313" y="1658"/>
                <a:ext cx="491" cy="271"/>
              </a:xfrm>
              <a:custGeom>
                <a:rect b="b" l="l" r="r" t="t"/>
                <a:pathLst>
                  <a:path extrusionOk="0" h="271" w="491">
                    <a:moveTo>
                      <a:pt x="0" y="262"/>
                    </a:moveTo>
                    <a:lnTo>
                      <a:pt x="7" y="271"/>
                    </a:lnTo>
                    <a:lnTo>
                      <a:pt x="491" y="9"/>
                    </a:lnTo>
                    <a:lnTo>
                      <a:pt x="484" y="0"/>
                    </a:lnTo>
                    <a:lnTo>
                      <a:pt x="0" y="2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9" name="Google Shape;2389;p58"/>
              <p:cNvSpPr/>
              <p:nvPr/>
            </p:nvSpPr>
            <p:spPr>
              <a:xfrm>
                <a:off x="1790" y="1658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0" name="Google Shape;2390;p58"/>
              <p:cNvSpPr/>
              <p:nvPr/>
            </p:nvSpPr>
            <p:spPr>
              <a:xfrm>
                <a:off x="1790" y="1925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1" name="Google Shape;2391;p58"/>
              <p:cNvSpPr/>
              <p:nvPr/>
            </p:nvSpPr>
            <p:spPr>
              <a:xfrm>
                <a:off x="1790" y="1663"/>
                <a:ext cx="14" cy="2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2" name="Google Shape;2392;p58"/>
              <p:cNvSpPr/>
              <p:nvPr/>
            </p:nvSpPr>
            <p:spPr>
              <a:xfrm>
                <a:off x="2281" y="1925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3" name="Google Shape;2393;p58"/>
              <p:cNvSpPr/>
              <p:nvPr/>
            </p:nvSpPr>
            <p:spPr>
              <a:xfrm>
                <a:off x="2274" y="1658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4" name="Google Shape;2394;p58"/>
              <p:cNvSpPr/>
              <p:nvPr/>
            </p:nvSpPr>
            <p:spPr>
              <a:xfrm>
                <a:off x="2274" y="1663"/>
                <a:ext cx="21" cy="262"/>
              </a:xfrm>
              <a:custGeom>
                <a:rect b="b" l="l" r="r" t="t"/>
                <a:pathLst>
                  <a:path extrusionOk="0" h="262" w="21">
                    <a:moveTo>
                      <a:pt x="7" y="262"/>
                    </a:moveTo>
                    <a:lnTo>
                      <a:pt x="21" y="26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7" y="2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5" name="Google Shape;2395;p58"/>
              <p:cNvSpPr/>
              <p:nvPr/>
            </p:nvSpPr>
            <p:spPr>
              <a:xfrm>
                <a:off x="815" y="1096"/>
                <a:ext cx="7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6" name="Google Shape;2396;p58"/>
              <p:cNvSpPr/>
              <p:nvPr/>
            </p:nvSpPr>
            <p:spPr>
              <a:xfrm>
                <a:off x="1230" y="1096"/>
                <a:ext cx="7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7" name="Google Shape;2397;p58"/>
              <p:cNvSpPr/>
              <p:nvPr/>
            </p:nvSpPr>
            <p:spPr>
              <a:xfrm>
                <a:off x="822" y="1096"/>
                <a:ext cx="408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8" name="Google Shape;2398;p58"/>
              <p:cNvSpPr/>
              <p:nvPr/>
            </p:nvSpPr>
            <p:spPr>
              <a:xfrm>
                <a:off x="815" y="1096"/>
                <a:ext cx="1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9" name="Google Shape;2399;p58"/>
              <p:cNvSpPr/>
              <p:nvPr/>
            </p:nvSpPr>
            <p:spPr>
              <a:xfrm>
                <a:off x="815" y="1323"/>
                <a:ext cx="1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0" name="Google Shape;2400;p58"/>
              <p:cNvSpPr/>
              <p:nvPr/>
            </p:nvSpPr>
            <p:spPr>
              <a:xfrm>
                <a:off x="815" y="1100"/>
                <a:ext cx="13" cy="22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1" name="Google Shape;2401;p58"/>
              <p:cNvSpPr/>
              <p:nvPr/>
            </p:nvSpPr>
            <p:spPr>
              <a:xfrm>
                <a:off x="815" y="1096"/>
                <a:ext cx="13" cy="8"/>
              </a:xfrm>
              <a:custGeom>
                <a:rect b="b" l="l" r="r" t="t"/>
                <a:pathLst>
                  <a:path extrusionOk="0" h="8" w="13">
                    <a:moveTo>
                      <a:pt x="13" y="0"/>
                    </a:moveTo>
                    <a:lnTo>
                      <a:pt x="7" y="0"/>
                    </a:lnTo>
                    <a:lnTo>
                      <a:pt x="0" y="4"/>
                    </a:lnTo>
                    <a:lnTo>
                      <a:pt x="7" y="8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2" name="Google Shape;2402;p58"/>
              <p:cNvSpPr/>
              <p:nvPr/>
            </p:nvSpPr>
            <p:spPr>
              <a:xfrm>
                <a:off x="1250" y="1331"/>
                <a:ext cx="14" cy="13"/>
              </a:xfrm>
              <a:custGeom>
                <a:rect b="b" l="l" r="r" t="t"/>
                <a:pathLst>
                  <a:path extrusionOk="0" h="13" w="14">
                    <a:moveTo>
                      <a:pt x="7" y="0"/>
                    </a:moveTo>
                    <a:lnTo>
                      <a:pt x="14" y="5"/>
                    </a:lnTo>
                    <a:lnTo>
                      <a:pt x="0" y="13"/>
                    </a:lnTo>
                    <a:lnTo>
                      <a:pt x="0" y="9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3" name="Google Shape;2403;p58"/>
              <p:cNvSpPr/>
              <p:nvPr/>
            </p:nvSpPr>
            <p:spPr>
              <a:xfrm>
                <a:off x="822" y="1096"/>
                <a:ext cx="435" cy="244"/>
              </a:xfrm>
              <a:custGeom>
                <a:rect b="b" l="l" r="r" t="t"/>
                <a:pathLst>
                  <a:path extrusionOk="0" h="244" w="435">
                    <a:moveTo>
                      <a:pt x="6" y="0"/>
                    </a:moveTo>
                    <a:lnTo>
                      <a:pt x="0" y="8"/>
                    </a:lnTo>
                    <a:lnTo>
                      <a:pt x="428" y="244"/>
                    </a:lnTo>
                    <a:lnTo>
                      <a:pt x="435" y="235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4" name="Google Shape;2404;p58"/>
              <p:cNvSpPr/>
              <p:nvPr/>
            </p:nvSpPr>
            <p:spPr>
              <a:xfrm>
                <a:off x="1790" y="1091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5" name="Google Shape;2405;p58"/>
              <p:cNvSpPr/>
              <p:nvPr/>
            </p:nvSpPr>
            <p:spPr>
              <a:xfrm>
                <a:off x="1790" y="1375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6" name="Google Shape;2406;p58"/>
              <p:cNvSpPr/>
              <p:nvPr/>
            </p:nvSpPr>
            <p:spPr>
              <a:xfrm>
                <a:off x="1790" y="1096"/>
                <a:ext cx="14" cy="27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7" name="Google Shape;2407;p58"/>
              <p:cNvSpPr/>
              <p:nvPr/>
            </p:nvSpPr>
            <p:spPr>
              <a:xfrm>
                <a:off x="1790" y="1371"/>
                <a:ext cx="14" cy="13"/>
              </a:xfrm>
              <a:custGeom>
                <a:rect b="b" l="l" r="r" t="t"/>
                <a:pathLst>
                  <a:path extrusionOk="0" h="13" w="14">
                    <a:moveTo>
                      <a:pt x="7" y="0"/>
                    </a:moveTo>
                    <a:lnTo>
                      <a:pt x="0" y="4"/>
                    </a:lnTo>
                    <a:lnTo>
                      <a:pt x="7" y="13"/>
                    </a:lnTo>
                    <a:lnTo>
                      <a:pt x="14" y="8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8" name="Google Shape;2408;p58"/>
              <p:cNvSpPr/>
              <p:nvPr/>
            </p:nvSpPr>
            <p:spPr>
              <a:xfrm>
                <a:off x="2281" y="1091"/>
                <a:ext cx="14" cy="9"/>
              </a:xfrm>
              <a:custGeom>
                <a:rect b="b" l="l" r="r" t="t"/>
                <a:pathLst>
                  <a:path extrusionOk="0" h="9" w="14">
                    <a:moveTo>
                      <a:pt x="0" y="0"/>
                    </a:moveTo>
                    <a:lnTo>
                      <a:pt x="0" y="0"/>
                    </a:lnTo>
                    <a:lnTo>
                      <a:pt x="14" y="5"/>
                    </a:lnTo>
                    <a:lnTo>
                      <a:pt x="7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9" name="Google Shape;2409;p58"/>
              <p:cNvSpPr/>
              <p:nvPr/>
            </p:nvSpPr>
            <p:spPr>
              <a:xfrm>
                <a:off x="1797" y="1091"/>
                <a:ext cx="491" cy="288"/>
              </a:xfrm>
              <a:custGeom>
                <a:rect b="b" l="l" r="r" t="t"/>
                <a:pathLst>
                  <a:path extrusionOk="0" h="288" w="491">
                    <a:moveTo>
                      <a:pt x="0" y="280"/>
                    </a:moveTo>
                    <a:lnTo>
                      <a:pt x="7" y="288"/>
                    </a:lnTo>
                    <a:lnTo>
                      <a:pt x="491" y="9"/>
                    </a:lnTo>
                    <a:lnTo>
                      <a:pt x="484" y="0"/>
                    </a:lnTo>
                    <a:lnTo>
                      <a:pt x="0" y="2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0" name="Google Shape;2410;p58"/>
              <p:cNvSpPr/>
              <p:nvPr/>
            </p:nvSpPr>
            <p:spPr>
              <a:xfrm>
                <a:off x="2274" y="1091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1" name="Google Shape;2411;p58"/>
              <p:cNvSpPr/>
              <p:nvPr/>
            </p:nvSpPr>
            <p:spPr>
              <a:xfrm>
                <a:off x="2274" y="1392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2" name="Google Shape;2412;p58"/>
              <p:cNvSpPr/>
              <p:nvPr/>
            </p:nvSpPr>
            <p:spPr>
              <a:xfrm>
                <a:off x="2274" y="1096"/>
                <a:ext cx="14" cy="29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3" name="Google Shape;2413;p58"/>
              <p:cNvSpPr/>
              <p:nvPr/>
            </p:nvSpPr>
            <p:spPr>
              <a:xfrm>
                <a:off x="745" y="1048"/>
                <a:ext cx="160" cy="10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4" name="Google Shape;2414;p58"/>
              <p:cNvSpPr/>
              <p:nvPr/>
            </p:nvSpPr>
            <p:spPr>
              <a:xfrm>
                <a:off x="746" y="1050"/>
                <a:ext cx="158" cy="100"/>
              </a:xfrm>
              <a:prstGeom prst="ellipse">
                <a:avLst/>
              </a:prstGeom>
              <a:noFill/>
              <a:ln cap="flat" cmpd="sng" w="22225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5" name="Google Shape;2415;p58"/>
              <p:cNvSpPr/>
              <p:nvPr/>
            </p:nvSpPr>
            <p:spPr>
              <a:xfrm>
                <a:off x="1230" y="1043"/>
                <a:ext cx="166" cy="10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6" name="Google Shape;2416;p58"/>
              <p:cNvSpPr/>
              <p:nvPr/>
            </p:nvSpPr>
            <p:spPr>
              <a:xfrm>
                <a:off x="1230" y="1046"/>
                <a:ext cx="166" cy="104"/>
              </a:xfrm>
              <a:prstGeom prst="ellipse">
                <a:avLst/>
              </a:prstGeom>
              <a:noFill/>
              <a:ln cap="flat" cmpd="sng" w="222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7" name="Google Shape;2417;p58"/>
              <p:cNvSpPr/>
              <p:nvPr/>
            </p:nvSpPr>
            <p:spPr>
              <a:xfrm>
                <a:off x="1714" y="1043"/>
                <a:ext cx="166" cy="10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8" name="Google Shape;2418;p58"/>
              <p:cNvSpPr/>
              <p:nvPr/>
            </p:nvSpPr>
            <p:spPr>
              <a:xfrm>
                <a:off x="1714" y="1046"/>
                <a:ext cx="166" cy="104"/>
              </a:xfrm>
              <a:prstGeom prst="ellipse">
                <a:avLst/>
              </a:prstGeom>
              <a:noFill/>
              <a:ln cap="flat" cmpd="sng" w="222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9" name="Google Shape;2419;p58"/>
              <p:cNvSpPr/>
              <p:nvPr/>
            </p:nvSpPr>
            <p:spPr>
              <a:xfrm>
                <a:off x="2205" y="1043"/>
                <a:ext cx="166" cy="10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0" name="Google Shape;2420;p58"/>
              <p:cNvSpPr/>
              <p:nvPr/>
            </p:nvSpPr>
            <p:spPr>
              <a:xfrm>
                <a:off x="2205" y="1046"/>
                <a:ext cx="166" cy="104"/>
              </a:xfrm>
              <a:prstGeom prst="ellipse">
                <a:avLst/>
              </a:prstGeom>
              <a:noFill/>
              <a:ln cap="flat" cmpd="sng" w="222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1" name="Google Shape;2421;p58"/>
              <p:cNvSpPr/>
              <p:nvPr/>
            </p:nvSpPr>
            <p:spPr>
              <a:xfrm>
                <a:off x="745" y="1323"/>
                <a:ext cx="160" cy="10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2" name="Google Shape;2422;p58"/>
              <p:cNvSpPr/>
              <p:nvPr/>
            </p:nvSpPr>
            <p:spPr>
              <a:xfrm>
                <a:off x="746" y="1325"/>
                <a:ext cx="158" cy="104"/>
              </a:xfrm>
              <a:prstGeom prst="ellipse">
                <a:avLst/>
              </a:prstGeom>
              <a:noFill/>
              <a:ln cap="flat" cmpd="sng" w="222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3" name="Google Shape;2423;p58"/>
              <p:cNvSpPr/>
              <p:nvPr/>
            </p:nvSpPr>
            <p:spPr>
              <a:xfrm>
                <a:off x="1230" y="1323"/>
                <a:ext cx="166" cy="10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4" name="Google Shape;2424;p58"/>
              <p:cNvSpPr/>
              <p:nvPr/>
            </p:nvSpPr>
            <p:spPr>
              <a:xfrm>
                <a:off x="1230" y="1325"/>
                <a:ext cx="166" cy="100"/>
              </a:xfrm>
              <a:prstGeom prst="ellipse">
                <a:avLst/>
              </a:prstGeom>
              <a:noFill/>
              <a:ln cap="flat" cmpd="sng" w="222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5" name="Google Shape;2425;p58"/>
              <p:cNvSpPr/>
              <p:nvPr/>
            </p:nvSpPr>
            <p:spPr>
              <a:xfrm>
                <a:off x="1714" y="1323"/>
                <a:ext cx="166" cy="10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6" name="Google Shape;2426;p58"/>
              <p:cNvSpPr/>
              <p:nvPr/>
            </p:nvSpPr>
            <p:spPr>
              <a:xfrm>
                <a:off x="1714" y="1325"/>
                <a:ext cx="166" cy="100"/>
              </a:xfrm>
              <a:prstGeom prst="ellipse">
                <a:avLst/>
              </a:prstGeom>
              <a:noFill/>
              <a:ln cap="flat" cmpd="sng" w="222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7" name="Google Shape;2427;p58"/>
              <p:cNvSpPr/>
              <p:nvPr/>
            </p:nvSpPr>
            <p:spPr>
              <a:xfrm>
                <a:off x="2205" y="1323"/>
                <a:ext cx="166" cy="10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8" name="Google Shape;2428;p58"/>
              <p:cNvSpPr/>
              <p:nvPr/>
            </p:nvSpPr>
            <p:spPr>
              <a:xfrm>
                <a:off x="2205" y="1325"/>
                <a:ext cx="166" cy="100"/>
              </a:xfrm>
              <a:prstGeom prst="ellipse">
                <a:avLst/>
              </a:prstGeom>
              <a:noFill/>
              <a:ln cap="flat" cmpd="sng" w="222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9" name="Google Shape;2429;p58"/>
              <p:cNvSpPr/>
              <p:nvPr/>
            </p:nvSpPr>
            <p:spPr>
              <a:xfrm>
                <a:off x="745" y="1615"/>
                <a:ext cx="160" cy="10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0" name="Google Shape;2430;p58"/>
              <p:cNvSpPr/>
              <p:nvPr/>
            </p:nvSpPr>
            <p:spPr>
              <a:xfrm>
                <a:off x="746" y="1617"/>
                <a:ext cx="158" cy="100"/>
              </a:xfrm>
              <a:prstGeom prst="ellipse">
                <a:avLst/>
              </a:prstGeom>
              <a:noFill/>
              <a:ln cap="flat" cmpd="sng" w="222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1" name="Google Shape;2431;p58"/>
              <p:cNvSpPr/>
              <p:nvPr/>
            </p:nvSpPr>
            <p:spPr>
              <a:xfrm>
                <a:off x="1230" y="1610"/>
                <a:ext cx="166" cy="1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2" name="Google Shape;2432;p58"/>
              <p:cNvSpPr/>
              <p:nvPr/>
            </p:nvSpPr>
            <p:spPr>
              <a:xfrm>
                <a:off x="1230" y="1613"/>
                <a:ext cx="166" cy="104"/>
              </a:xfrm>
              <a:prstGeom prst="ellipse">
                <a:avLst/>
              </a:prstGeom>
              <a:noFill/>
              <a:ln cap="flat" cmpd="sng" w="222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3" name="Google Shape;2433;p58"/>
              <p:cNvSpPr/>
              <p:nvPr/>
            </p:nvSpPr>
            <p:spPr>
              <a:xfrm>
                <a:off x="1714" y="1610"/>
                <a:ext cx="166" cy="1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4" name="Google Shape;2434;p58"/>
              <p:cNvSpPr/>
              <p:nvPr/>
            </p:nvSpPr>
            <p:spPr>
              <a:xfrm>
                <a:off x="1714" y="1613"/>
                <a:ext cx="166" cy="104"/>
              </a:xfrm>
              <a:prstGeom prst="ellipse">
                <a:avLst/>
              </a:prstGeom>
              <a:noFill/>
              <a:ln cap="flat" cmpd="sng" w="222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5" name="Google Shape;2435;p58"/>
              <p:cNvSpPr/>
              <p:nvPr/>
            </p:nvSpPr>
            <p:spPr>
              <a:xfrm>
                <a:off x="2205" y="1610"/>
                <a:ext cx="166" cy="1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6" name="Google Shape;2436;p58"/>
              <p:cNvSpPr/>
              <p:nvPr/>
            </p:nvSpPr>
            <p:spPr>
              <a:xfrm>
                <a:off x="2205" y="1613"/>
                <a:ext cx="166" cy="104"/>
              </a:xfrm>
              <a:prstGeom prst="ellipse">
                <a:avLst/>
              </a:prstGeom>
              <a:noFill/>
              <a:ln cap="flat" cmpd="sng" w="222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7" name="Google Shape;2437;p58"/>
              <p:cNvSpPr/>
              <p:nvPr/>
            </p:nvSpPr>
            <p:spPr>
              <a:xfrm>
                <a:off x="745" y="1877"/>
                <a:ext cx="166" cy="10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8" name="Google Shape;2438;p58"/>
              <p:cNvSpPr/>
              <p:nvPr/>
            </p:nvSpPr>
            <p:spPr>
              <a:xfrm>
                <a:off x="746" y="1879"/>
                <a:ext cx="165" cy="100"/>
              </a:xfrm>
              <a:prstGeom prst="ellipse">
                <a:avLst/>
              </a:prstGeom>
              <a:noFill/>
              <a:ln cap="flat" cmpd="sng" w="222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9" name="Google Shape;2439;p58"/>
              <p:cNvSpPr/>
              <p:nvPr/>
            </p:nvSpPr>
            <p:spPr>
              <a:xfrm>
                <a:off x="1230" y="1872"/>
                <a:ext cx="166" cy="10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0" name="Google Shape;2440;p58"/>
              <p:cNvSpPr/>
              <p:nvPr/>
            </p:nvSpPr>
            <p:spPr>
              <a:xfrm>
                <a:off x="1230" y="1875"/>
                <a:ext cx="166" cy="104"/>
              </a:xfrm>
              <a:prstGeom prst="ellipse">
                <a:avLst/>
              </a:prstGeom>
              <a:noFill/>
              <a:ln cap="flat" cmpd="sng" w="222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1" name="Google Shape;2441;p58"/>
              <p:cNvSpPr/>
              <p:nvPr/>
            </p:nvSpPr>
            <p:spPr>
              <a:xfrm>
                <a:off x="1721" y="1872"/>
                <a:ext cx="166" cy="10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2" name="Google Shape;2442;p58"/>
              <p:cNvSpPr/>
              <p:nvPr/>
            </p:nvSpPr>
            <p:spPr>
              <a:xfrm>
                <a:off x="1721" y="1875"/>
                <a:ext cx="166" cy="104"/>
              </a:xfrm>
              <a:prstGeom prst="ellipse">
                <a:avLst/>
              </a:prstGeom>
              <a:noFill/>
              <a:ln cap="flat" cmpd="sng" w="222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3" name="Google Shape;2443;p58"/>
              <p:cNvSpPr/>
              <p:nvPr/>
            </p:nvSpPr>
            <p:spPr>
              <a:xfrm>
                <a:off x="2205" y="1872"/>
                <a:ext cx="166" cy="10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4" name="Google Shape;2444;p58"/>
              <p:cNvSpPr/>
              <p:nvPr/>
            </p:nvSpPr>
            <p:spPr>
              <a:xfrm>
                <a:off x="2205" y="1875"/>
                <a:ext cx="166" cy="104"/>
              </a:xfrm>
              <a:prstGeom prst="ellipse">
                <a:avLst/>
              </a:prstGeom>
              <a:noFill/>
              <a:ln cap="flat" cmpd="sng" w="222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5" name="Google Shape;2445;p58"/>
              <p:cNvSpPr/>
              <p:nvPr/>
            </p:nvSpPr>
            <p:spPr>
              <a:xfrm>
                <a:off x="780" y="1894"/>
                <a:ext cx="152" cy="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Times"/>
                  <a:buNone/>
                </a:pPr>
                <a:r>
                  <a:rPr b="0" i="0" lang="en-US" sz="900" u="none" cap="none" strike="noStrike">
                    <a:solidFill>
                      <a:srgbClr val="000000"/>
                    </a:solidFill>
                    <a:latin typeface="Times"/>
                    <a:ea typeface="Times"/>
                    <a:cs typeface="Times"/>
                    <a:sym typeface="Times"/>
                  </a:rPr>
                  <a:t>M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6" name="Google Shape;2446;p58"/>
              <p:cNvSpPr/>
              <p:nvPr/>
            </p:nvSpPr>
            <p:spPr>
              <a:xfrm>
                <a:off x="1278" y="1894"/>
                <a:ext cx="131" cy="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Times"/>
                  <a:buNone/>
                </a:pPr>
                <a:r>
                  <a:rPr b="0" i="0" lang="en-US" sz="900" u="none" cap="none" strike="noStrike">
                    <a:solidFill>
                      <a:srgbClr val="000000"/>
                    </a:solidFill>
                    <a:latin typeface="Times"/>
                    <a:ea typeface="Times"/>
                    <a:cs typeface="Times"/>
                    <a:sym typeface="Times"/>
                  </a:rPr>
                  <a:t>N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7" name="Google Shape;2447;p58"/>
              <p:cNvSpPr/>
              <p:nvPr/>
            </p:nvSpPr>
            <p:spPr>
              <a:xfrm>
                <a:off x="1762" y="1894"/>
                <a:ext cx="131" cy="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Times"/>
                  <a:buNone/>
                </a:pPr>
                <a:r>
                  <a:rPr b="0" i="0" lang="en-US" sz="900" u="none" cap="none" strike="noStrike">
                    <a:solidFill>
                      <a:srgbClr val="000000"/>
                    </a:solidFill>
                    <a:latin typeface="Times"/>
                    <a:ea typeface="Times"/>
                    <a:cs typeface="Times"/>
                    <a:sym typeface="Times"/>
                  </a:rPr>
                  <a:t>O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8" name="Google Shape;2448;p58"/>
              <p:cNvSpPr/>
              <p:nvPr/>
            </p:nvSpPr>
            <p:spPr>
              <a:xfrm>
                <a:off x="2260" y="1894"/>
                <a:ext cx="118" cy="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Times"/>
                  <a:buNone/>
                </a:pPr>
                <a:r>
                  <a:rPr b="0" i="0" lang="en-US" sz="900" u="none" cap="none" strike="noStrike">
                    <a:solidFill>
                      <a:srgbClr val="000000"/>
                    </a:solidFill>
                    <a:latin typeface="Times"/>
                    <a:ea typeface="Times"/>
                    <a:cs typeface="Times"/>
                    <a:sym typeface="Times"/>
                  </a:rPr>
                  <a:t>P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9" name="Google Shape;2449;p58"/>
              <p:cNvSpPr/>
              <p:nvPr/>
            </p:nvSpPr>
            <p:spPr>
              <a:xfrm>
                <a:off x="808" y="1633"/>
                <a:ext cx="83" cy="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Times"/>
                  <a:buNone/>
                </a:pPr>
                <a:r>
                  <a:rPr b="0" i="0" lang="en-US" sz="900" u="none" cap="none" strike="noStrike">
                    <a:solidFill>
                      <a:srgbClr val="000000"/>
                    </a:solidFill>
                    <a:latin typeface="Times"/>
                    <a:ea typeface="Times"/>
                    <a:cs typeface="Times"/>
                    <a:sym typeface="Times"/>
                  </a:rPr>
                  <a:t>I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0" name="Google Shape;2450;p58"/>
              <p:cNvSpPr/>
              <p:nvPr/>
            </p:nvSpPr>
            <p:spPr>
              <a:xfrm>
                <a:off x="1292" y="1633"/>
                <a:ext cx="97" cy="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Times"/>
                  <a:buNone/>
                </a:pPr>
                <a:r>
                  <a:rPr b="0" i="0" lang="en-US" sz="900" u="none" cap="none" strike="noStrike">
                    <a:solidFill>
                      <a:srgbClr val="000000"/>
                    </a:solidFill>
                    <a:latin typeface="Times"/>
                    <a:ea typeface="Times"/>
                    <a:cs typeface="Times"/>
                    <a:sym typeface="Times"/>
                  </a:rPr>
                  <a:t>J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1" name="Google Shape;2451;p58"/>
              <p:cNvSpPr/>
              <p:nvPr/>
            </p:nvSpPr>
            <p:spPr>
              <a:xfrm>
                <a:off x="1762" y="1633"/>
                <a:ext cx="131" cy="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Times"/>
                  <a:buNone/>
                </a:pPr>
                <a:r>
                  <a:rPr b="0" i="0" lang="en-US" sz="900" u="none" cap="none" strike="noStrike">
                    <a:solidFill>
                      <a:srgbClr val="000000"/>
                    </a:solidFill>
                    <a:latin typeface="Times"/>
                    <a:ea typeface="Times"/>
                    <a:cs typeface="Times"/>
                    <a:sym typeface="Times"/>
                  </a:rPr>
                  <a:t>K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2" name="Google Shape;2452;p58"/>
              <p:cNvSpPr/>
              <p:nvPr/>
            </p:nvSpPr>
            <p:spPr>
              <a:xfrm>
                <a:off x="2253" y="1633"/>
                <a:ext cx="118" cy="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Times"/>
                  <a:buNone/>
                </a:pPr>
                <a:r>
                  <a:rPr b="0" i="0" lang="en-US" sz="900" u="none" cap="none" strike="noStrike">
                    <a:solidFill>
                      <a:srgbClr val="000000"/>
                    </a:solidFill>
                    <a:latin typeface="Times"/>
                    <a:ea typeface="Times"/>
                    <a:cs typeface="Times"/>
                    <a:sym typeface="Times"/>
                  </a:rPr>
                  <a:t>L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3" name="Google Shape;2453;p58"/>
              <p:cNvSpPr/>
              <p:nvPr/>
            </p:nvSpPr>
            <p:spPr>
              <a:xfrm>
                <a:off x="794" y="1345"/>
                <a:ext cx="118" cy="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Times"/>
                  <a:buNone/>
                </a:pPr>
                <a:r>
                  <a:rPr b="0" i="0" lang="en-US" sz="900" u="none" cap="none" strike="noStrike">
                    <a:solidFill>
                      <a:srgbClr val="000000"/>
                    </a:solidFill>
                    <a:latin typeface="Times"/>
                    <a:ea typeface="Times"/>
                    <a:cs typeface="Times"/>
                    <a:sym typeface="Times"/>
                  </a:rPr>
                  <a:t>E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4" name="Google Shape;2454;p58"/>
              <p:cNvSpPr/>
              <p:nvPr/>
            </p:nvSpPr>
            <p:spPr>
              <a:xfrm>
                <a:off x="1285" y="1340"/>
                <a:ext cx="111" cy="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Times"/>
                  <a:buNone/>
                </a:pPr>
                <a:r>
                  <a:rPr b="0" i="0" lang="en-US" sz="900" u="none" cap="none" strike="noStrike">
                    <a:solidFill>
                      <a:srgbClr val="000000"/>
                    </a:solidFill>
                    <a:latin typeface="Times"/>
                    <a:ea typeface="Times"/>
                    <a:cs typeface="Times"/>
                    <a:sym typeface="Times"/>
                  </a:rPr>
                  <a:t>F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5" name="Google Shape;2455;p58"/>
              <p:cNvSpPr/>
              <p:nvPr/>
            </p:nvSpPr>
            <p:spPr>
              <a:xfrm>
                <a:off x="1762" y="1340"/>
                <a:ext cx="131" cy="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Times"/>
                  <a:buNone/>
                </a:pPr>
                <a:r>
                  <a:rPr b="0" i="0" lang="en-US" sz="900" u="none" cap="none" strike="noStrike">
                    <a:solidFill>
                      <a:srgbClr val="000000"/>
                    </a:solidFill>
                    <a:latin typeface="Times"/>
                    <a:ea typeface="Times"/>
                    <a:cs typeface="Times"/>
                    <a:sym typeface="Times"/>
                  </a:rPr>
                  <a:t>G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6" name="Google Shape;2456;p58"/>
              <p:cNvSpPr/>
              <p:nvPr/>
            </p:nvSpPr>
            <p:spPr>
              <a:xfrm>
                <a:off x="2246" y="1340"/>
                <a:ext cx="131" cy="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Times"/>
                  <a:buNone/>
                </a:pPr>
                <a:r>
                  <a:rPr b="0" i="0" lang="en-US" sz="900" u="none" cap="none" strike="noStrike">
                    <a:solidFill>
                      <a:srgbClr val="000000"/>
                    </a:solidFill>
                    <a:latin typeface="Times"/>
                    <a:ea typeface="Times"/>
                    <a:cs typeface="Times"/>
                    <a:sym typeface="Times"/>
                  </a:rPr>
                  <a:t>H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7" name="Google Shape;2457;p58"/>
              <p:cNvSpPr/>
              <p:nvPr/>
            </p:nvSpPr>
            <p:spPr>
              <a:xfrm>
                <a:off x="787" y="1066"/>
                <a:ext cx="125" cy="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ts val="900"/>
                  <a:buFont typeface="Times"/>
                  <a:buNone/>
                </a:pPr>
                <a:r>
                  <a:rPr b="0" i="0" lang="en-US" sz="900" u="none" cap="none" strike="noStrike">
                    <a:solidFill>
                      <a:srgbClr val="0000FF"/>
                    </a:solidFill>
                    <a:latin typeface="Times"/>
                    <a:ea typeface="Times"/>
                    <a:cs typeface="Times"/>
                    <a:sym typeface="Times"/>
                  </a:rPr>
                  <a:t>A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8" name="Google Shape;2458;p58"/>
              <p:cNvSpPr/>
              <p:nvPr/>
            </p:nvSpPr>
            <p:spPr>
              <a:xfrm>
                <a:off x="1278" y="1066"/>
                <a:ext cx="125" cy="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Times"/>
                  <a:buNone/>
                </a:pPr>
                <a:r>
                  <a:rPr b="0" i="0" lang="en-US" sz="900" u="none" cap="none" strike="noStrike">
                    <a:solidFill>
                      <a:srgbClr val="000000"/>
                    </a:solidFill>
                    <a:latin typeface="Times"/>
                    <a:ea typeface="Times"/>
                    <a:cs typeface="Times"/>
                    <a:sym typeface="Times"/>
                  </a:rPr>
                  <a:t>B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9" name="Google Shape;2459;p58"/>
              <p:cNvSpPr/>
              <p:nvPr/>
            </p:nvSpPr>
            <p:spPr>
              <a:xfrm>
                <a:off x="1762" y="1066"/>
                <a:ext cx="125" cy="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Times"/>
                  <a:buNone/>
                </a:pPr>
                <a:r>
                  <a:rPr b="0" i="0" lang="en-US" sz="900" u="none" cap="none" strike="noStrike">
                    <a:solidFill>
                      <a:srgbClr val="000000"/>
                    </a:solidFill>
                    <a:latin typeface="Times"/>
                    <a:ea typeface="Times"/>
                    <a:cs typeface="Times"/>
                    <a:sym typeface="Times"/>
                  </a:rPr>
                  <a:t>C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0" name="Google Shape;2460;p58"/>
              <p:cNvSpPr/>
              <p:nvPr/>
            </p:nvSpPr>
            <p:spPr>
              <a:xfrm>
                <a:off x="2246" y="1066"/>
                <a:ext cx="131" cy="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Times"/>
                  <a:buNone/>
                </a:pPr>
                <a:r>
                  <a:rPr b="0" i="0" lang="en-US" sz="900" u="none" cap="none" strike="noStrike">
                    <a:solidFill>
                      <a:srgbClr val="000000"/>
                    </a:solidFill>
                    <a:latin typeface="Times"/>
                    <a:ea typeface="Times"/>
                    <a:cs typeface="Times"/>
                    <a:sym typeface="Times"/>
                  </a:rPr>
                  <a:t>D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1" name="Google Shape;2461;p58"/>
              <p:cNvSpPr/>
              <p:nvPr/>
            </p:nvSpPr>
            <p:spPr>
              <a:xfrm>
                <a:off x="794" y="895"/>
                <a:ext cx="111" cy="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ts val="900"/>
                  <a:buFont typeface="Times"/>
                  <a:buNone/>
                </a:pPr>
                <a:r>
                  <a:rPr b="0" i="0" lang="en-US" sz="900" u="none" cap="none" strike="noStrike">
                    <a:solidFill>
                      <a:srgbClr val="0000FF"/>
                    </a:solidFill>
                    <a:latin typeface="Times"/>
                    <a:ea typeface="Times"/>
                    <a:cs typeface="Times"/>
                    <a:sym typeface="Times"/>
                  </a:rPr>
                  <a:t>0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2" name="Google Shape;2462;p58"/>
              <p:cNvSpPr/>
              <p:nvPr/>
            </p:nvSpPr>
            <p:spPr>
              <a:xfrm>
                <a:off x="2502" y="978"/>
                <a:ext cx="865" cy="502"/>
              </a:xfrm>
              <a:custGeom>
                <a:rect b="b" l="l" r="r" t="t"/>
                <a:pathLst>
                  <a:path extrusionOk="0" h="502" w="865">
                    <a:moveTo>
                      <a:pt x="256" y="310"/>
                    </a:moveTo>
                    <a:lnTo>
                      <a:pt x="83" y="310"/>
                    </a:lnTo>
                    <a:lnTo>
                      <a:pt x="49" y="323"/>
                    </a:lnTo>
                    <a:lnTo>
                      <a:pt x="21" y="349"/>
                    </a:lnTo>
                    <a:lnTo>
                      <a:pt x="0" y="397"/>
                    </a:lnTo>
                    <a:lnTo>
                      <a:pt x="63" y="449"/>
                    </a:lnTo>
                    <a:lnTo>
                      <a:pt x="104" y="480"/>
                    </a:lnTo>
                    <a:lnTo>
                      <a:pt x="166" y="493"/>
                    </a:lnTo>
                    <a:lnTo>
                      <a:pt x="464" y="502"/>
                    </a:lnTo>
                    <a:lnTo>
                      <a:pt x="657" y="502"/>
                    </a:lnTo>
                    <a:lnTo>
                      <a:pt x="761" y="493"/>
                    </a:lnTo>
                    <a:lnTo>
                      <a:pt x="810" y="471"/>
                    </a:lnTo>
                    <a:lnTo>
                      <a:pt x="837" y="427"/>
                    </a:lnTo>
                    <a:lnTo>
                      <a:pt x="865" y="349"/>
                    </a:lnTo>
                    <a:lnTo>
                      <a:pt x="858" y="209"/>
                    </a:lnTo>
                    <a:lnTo>
                      <a:pt x="837" y="74"/>
                    </a:lnTo>
                    <a:lnTo>
                      <a:pt x="810" y="48"/>
                    </a:lnTo>
                    <a:lnTo>
                      <a:pt x="768" y="26"/>
                    </a:lnTo>
                    <a:lnTo>
                      <a:pt x="685" y="0"/>
                    </a:lnTo>
                    <a:lnTo>
                      <a:pt x="616" y="22"/>
                    </a:lnTo>
                    <a:lnTo>
                      <a:pt x="581" y="44"/>
                    </a:lnTo>
                    <a:lnTo>
                      <a:pt x="561" y="61"/>
                    </a:lnTo>
                    <a:lnTo>
                      <a:pt x="554" y="153"/>
                    </a:lnTo>
                    <a:lnTo>
                      <a:pt x="540" y="244"/>
                    </a:lnTo>
                    <a:lnTo>
                      <a:pt x="505" y="283"/>
                    </a:lnTo>
                    <a:lnTo>
                      <a:pt x="471" y="301"/>
                    </a:lnTo>
                    <a:lnTo>
                      <a:pt x="436" y="310"/>
                    </a:lnTo>
                    <a:lnTo>
                      <a:pt x="256" y="310"/>
                    </a:lnTo>
                    <a:lnTo>
                      <a:pt x="256" y="310"/>
                    </a:lnTo>
                    <a:close/>
                  </a:path>
                </a:pathLst>
              </a:custGeom>
              <a:blipFill rotWithShape="1">
                <a:blip r:embed="rId7">
                  <a:alphaModFix/>
                </a:blip>
                <a:tile algn="tl" flip="none" tx="0" sx="100000" ty="0" sy="100000"/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3" name="Google Shape;2463;p58"/>
              <p:cNvSpPr/>
              <p:nvPr/>
            </p:nvSpPr>
            <p:spPr>
              <a:xfrm>
                <a:off x="2516" y="978"/>
                <a:ext cx="346" cy="201"/>
              </a:xfrm>
              <a:custGeom>
                <a:rect b="b" l="l" r="r" t="t"/>
                <a:pathLst>
                  <a:path extrusionOk="0" h="201" w="346">
                    <a:moveTo>
                      <a:pt x="235" y="13"/>
                    </a:moveTo>
                    <a:lnTo>
                      <a:pt x="118" y="0"/>
                    </a:lnTo>
                    <a:lnTo>
                      <a:pt x="83" y="9"/>
                    </a:lnTo>
                    <a:lnTo>
                      <a:pt x="49" y="39"/>
                    </a:lnTo>
                    <a:lnTo>
                      <a:pt x="0" y="87"/>
                    </a:lnTo>
                    <a:lnTo>
                      <a:pt x="21" y="144"/>
                    </a:lnTo>
                    <a:lnTo>
                      <a:pt x="42" y="183"/>
                    </a:lnTo>
                    <a:lnTo>
                      <a:pt x="69" y="201"/>
                    </a:lnTo>
                    <a:lnTo>
                      <a:pt x="180" y="201"/>
                    </a:lnTo>
                    <a:lnTo>
                      <a:pt x="256" y="196"/>
                    </a:lnTo>
                    <a:lnTo>
                      <a:pt x="291" y="187"/>
                    </a:lnTo>
                    <a:lnTo>
                      <a:pt x="311" y="161"/>
                    </a:lnTo>
                    <a:lnTo>
                      <a:pt x="332" y="113"/>
                    </a:lnTo>
                    <a:lnTo>
                      <a:pt x="346" y="70"/>
                    </a:lnTo>
                    <a:lnTo>
                      <a:pt x="339" y="44"/>
                    </a:lnTo>
                    <a:lnTo>
                      <a:pt x="304" y="26"/>
                    </a:lnTo>
                    <a:lnTo>
                      <a:pt x="235" y="13"/>
                    </a:lnTo>
                    <a:lnTo>
                      <a:pt x="235" y="13"/>
                    </a:lnTo>
                    <a:close/>
                  </a:path>
                </a:pathLst>
              </a:custGeom>
              <a:blipFill rotWithShape="1">
                <a:blip r:embed="rId7">
                  <a:alphaModFix/>
                </a:blip>
                <a:tile algn="tl" flip="none" tx="0" sx="100000" ty="0" sy="100000"/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4" name="Google Shape;2464;p58"/>
              <p:cNvSpPr/>
              <p:nvPr/>
            </p:nvSpPr>
            <p:spPr>
              <a:xfrm>
                <a:off x="3180" y="1083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5" name="Google Shape;2465;p58"/>
              <p:cNvSpPr/>
              <p:nvPr/>
            </p:nvSpPr>
            <p:spPr>
              <a:xfrm>
                <a:off x="3180" y="1366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6" name="Google Shape;2466;p58"/>
              <p:cNvSpPr/>
              <p:nvPr/>
            </p:nvSpPr>
            <p:spPr>
              <a:xfrm>
                <a:off x="3180" y="1087"/>
                <a:ext cx="14" cy="27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7" name="Google Shape;2467;p58"/>
              <p:cNvSpPr/>
              <p:nvPr/>
            </p:nvSpPr>
            <p:spPr>
              <a:xfrm>
                <a:off x="3692" y="1083"/>
                <a:ext cx="7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8" name="Google Shape;2468;p58"/>
              <p:cNvSpPr/>
              <p:nvPr/>
            </p:nvSpPr>
            <p:spPr>
              <a:xfrm>
                <a:off x="4190" y="1083"/>
                <a:ext cx="7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9" name="Google Shape;2469;p58"/>
              <p:cNvSpPr/>
              <p:nvPr/>
            </p:nvSpPr>
            <p:spPr>
              <a:xfrm>
                <a:off x="3699" y="1083"/>
                <a:ext cx="491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0" name="Google Shape;2470;p58"/>
              <p:cNvSpPr/>
              <p:nvPr/>
            </p:nvSpPr>
            <p:spPr>
              <a:xfrm>
                <a:off x="3678" y="1362"/>
                <a:ext cx="14" cy="9"/>
              </a:xfrm>
              <a:custGeom>
                <a:rect b="b" l="l" r="r" t="t"/>
                <a:pathLst>
                  <a:path extrusionOk="0" h="9" w="14">
                    <a:moveTo>
                      <a:pt x="7" y="9"/>
                    </a:moveTo>
                    <a:lnTo>
                      <a:pt x="14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1" name="Google Shape;2471;p58"/>
              <p:cNvSpPr/>
              <p:nvPr/>
            </p:nvSpPr>
            <p:spPr>
              <a:xfrm>
                <a:off x="3180" y="1663"/>
                <a:ext cx="14" cy="13"/>
              </a:xfrm>
              <a:custGeom>
                <a:rect b="b" l="l" r="r" t="t"/>
                <a:pathLst>
                  <a:path extrusionOk="0" h="13" w="14">
                    <a:moveTo>
                      <a:pt x="14" y="9"/>
                    </a:moveTo>
                    <a:lnTo>
                      <a:pt x="7" y="13"/>
                    </a:lnTo>
                    <a:lnTo>
                      <a:pt x="0" y="4"/>
                    </a:lnTo>
                    <a:lnTo>
                      <a:pt x="7" y="0"/>
                    </a:lnTo>
                    <a:lnTo>
                      <a:pt x="14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2" name="Google Shape;2472;p58"/>
              <p:cNvSpPr/>
              <p:nvPr/>
            </p:nvSpPr>
            <p:spPr>
              <a:xfrm>
                <a:off x="3187" y="1362"/>
                <a:ext cx="498" cy="310"/>
              </a:xfrm>
              <a:custGeom>
                <a:rect b="b" l="l" r="r" t="t"/>
                <a:pathLst>
                  <a:path extrusionOk="0" h="310" w="498">
                    <a:moveTo>
                      <a:pt x="498" y="9"/>
                    </a:moveTo>
                    <a:lnTo>
                      <a:pt x="491" y="0"/>
                    </a:lnTo>
                    <a:lnTo>
                      <a:pt x="0" y="301"/>
                    </a:lnTo>
                    <a:lnTo>
                      <a:pt x="7" y="310"/>
                    </a:lnTo>
                    <a:lnTo>
                      <a:pt x="498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3" name="Google Shape;2473;p58"/>
              <p:cNvSpPr/>
              <p:nvPr/>
            </p:nvSpPr>
            <p:spPr>
              <a:xfrm>
                <a:off x="3671" y="1658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4" name="Google Shape;2474;p58"/>
              <p:cNvSpPr/>
              <p:nvPr/>
            </p:nvSpPr>
            <p:spPr>
              <a:xfrm>
                <a:off x="3671" y="1362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5" name="Google Shape;2475;p58"/>
              <p:cNvSpPr/>
              <p:nvPr/>
            </p:nvSpPr>
            <p:spPr>
              <a:xfrm>
                <a:off x="3671" y="1366"/>
                <a:ext cx="14" cy="29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6" name="Google Shape;2476;p58"/>
              <p:cNvSpPr/>
              <p:nvPr/>
            </p:nvSpPr>
            <p:spPr>
              <a:xfrm>
                <a:off x="3671" y="1920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7" name="Google Shape;2477;p58"/>
              <p:cNvSpPr/>
              <p:nvPr/>
            </p:nvSpPr>
            <p:spPr>
              <a:xfrm>
                <a:off x="4176" y="1920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8" name="Google Shape;2478;p58"/>
              <p:cNvSpPr/>
              <p:nvPr/>
            </p:nvSpPr>
            <p:spPr>
              <a:xfrm>
                <a:off x="3678" y="1920"/>
                <a:ext cx="49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9" name="Google Shape;2479;p58"/>
              <p:cNvSpPr/>
              <p:nvPr/>
            </p:nvSpPr>
            <p:spPr>
              <a:xfrm>
                <a:off x="4169" y="1654"/>
                <a:ext cx="14" cy="13"/>
              </a:xfrm>
              <a:custGeom>
                <a:rect b="b" l="l" r="r" t="t"/>
                <a:pathLst>
                  <a:path extrusionOk="0" h="13" w="14">
                    <a:moveTo>
                      <a:pt x="0" y="9"/>
                    </a:moveTo>
                    <a:lnTo>
                      <a:pt x="0" y="13"/>
                    </a:lnTo>
                    <a:lnTo>
                      <a:pt x="14" y="4"/>
                    </a:lnTo>
                    <a:lnTo>
                      <a:pt x="7" y="0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0" name="Google Shape;2480;p58"/>
              <p:cNvSpPr/>
              <p:nvPr/>
            </p:nvSpPr>
            <p:spPr>
              <a:xfrm>
                <a:off x="3671" y="1362"/>
                <a:ext cx="14" cy="9"/>
              </a:xfrm>
              <a:custGeom>
                <a:rect b="b" l="l" r="r" t="t"/>
                <a:pathLst>
                  <a:path extrusionOk="0" h="9" w="14">
                    <a:moveTo>
                      <a:pt x="7" y="9"/>
                    </a:moveTo>
                    <a:lnTo>
                      <a:pt x="0" y="4"/>
                    </a:lnTo>
                    <a:lnTo>
                      <a:pt x="7" y="0"/>
                    </a:lnTo>
                    <a:lnTo>
                      <a:pt x="14" y="0"/>
                    </a:lnTo>
                    <a:lnTo>
                      <a:pt x="7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1" name="Google Shape;2481;p58"/>
              <p:cNvSpPr/>
              <p:nvPr/>
            </p:nvSpPr>
            <p:spPr>
              <a:xfrm>
                <a:off x="3678" y="1362"/>
                <a:ext cx="498" cy="301"/>
              </a:xfrm>
              <a:custGeom>
                <a:rect b="b" l="l" r="r" t="t"/>
                <a:pathLst>
                  <a:path extrusionOk="0" h="301" w="498">
                    <a:moveTo>
                      <a:pt x="491" y="301"/>
                    </a:moveTo>
                    <a:lnTo>
                      <a:pt x="498" y="292"/>
                    </a:lnTo>
                    <a:lnTo>
                      <a:pt x="7" y="0"/>
                    </a:lnTo>
                    <a:lnTo>
                      <a:pt x="0" y="9"/>
                    </a:lnTo>
                    <a:lnTo>
                      <a:pt x="491" y="30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2" name="Google Shape;2482;p58"/>
              <p:cNvSpPr/>
              <p:nvPr/>
            </p:nvSpPr>
            <p:spPr>
              <a:xfrm>
                <a:off x="4162" y="1384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3" name="Google Shape;2483;p58"/>
              <p:cNvSpPr/>
              <p:nvPr/>
            </p:nvSpPr>
            <p:spPr>
              <a:xfrm>
                <a:off x="4162" y="1658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4" name="Google Shape;2484;p58"/>
              <p:cNvSpPr/>
              <p:nvPr/>
            </p:nvSpPr>
            <p:spPr>
              <a:xfrm>
                <a:off x="4162" y="1388"/>
                <a:ext cx="14" cy="27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5" name="Google Shape;2485;p58"/>
              <p:cNvSpPr/>
              <p:nvPr/>
            </p:nvSpPr>
            <p:spPr>
              <a:xfrm>
                <a:off x="2682" y="1362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6" name="Google Shape;2486;p58"/>
              <p:cNvSpPr/>
              <p:nvPr/>
            </p:nvSpPr>
            <p:spPr>
              <a:xfrm>
                <a:off x="3187" y="1357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7" name="Google Shape;2487;p58"/>
              <p:cNvSpPr/>
              <p:nvPr/>
            </p:nvSpPr>
            <p:spPr>
              <a:xfrm>
                <a:off x="2689" y="1357"/>
                <a:ext cx="498" cy="14"/>
              </a:xfrm>
              <a:custGeom>
                <a:rect b="b" l="l" r="r" t="t"/>
                <a:pathLst>
                  <a:path extrusionOk="0" h="14" w="498">
                    <a:moveTo>
                      <a:pt x="0" y="5"/>
                    </a:moveTo>
                    <a:lnTo>
                      <a:pt x="0" y="14"/>
                    </a:lnTo>
                    <a:lnTo>
                      <a:pt x="498" y="9"/>
                    </a:lnTo>
                    <a:lnTo>
                      <a:pt x="498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8" name="Google Shape;2488;p58"/>
              <p:cNvSpPr/>
              <p:nvPr/>
            </p:nvSpPr>
            <p:spPr>
              <a:xfrm>
                <a:off x="2682" y="1654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9" name="Google Shape;2489;p58"/>
              <p:cNvSpPr/>
              <p:nvPr/>
            </p:nvSpPr>
            <p:spPr>
              <a:xfrm>
                <a:off x="3187" y="1654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0" name="Google Shape;2490;p58"/>
              <p:cNvSpPr/>
              <p:nvPr/>
            </p:nvSpPr>
            <p:spPr>
              <a:xfrm>
                <a:off x="2689" y="1654"/>
                <a:ext cx="49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1" name="Google Shape;2491;p58"/>
              <p:cNvSpPr/>
              <p:nvPr/>
            </p:nvSpPr>
            <p:spPr>
              <a:xfrm>
                <a:off x="2682" y="1925"/>
                <a:ext cx="7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2" name="Google Shape;2492;p58"/>
              <p:cNvSpPr/>
              <p:nvPr/>
            </p:nvSpPr>
            <p:spPr>
              <a:xfrm>
                <a:off x="3187" y="1920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3" name="Google Shape;2493;p58"/>
              <p:cNvSpPr/>
              <p:nvPr/>
            </p:nvSpPr>
            <p:spPr>
              <a:xfrm>
                <a:off x="2689" y="1920"/>
                <a:ext cx="498" cy="13"/>
              </a:xfrm>
              <a:custGeom>
                <a:rect b="b" l="l" r="r" t="t"/>
                <a:pathLst>
                  <a:path extrusionOk="0" h="13" w="498">
                    <a:moveTo>
                      <a:pt x="0" y="5"/>
                    </a:moveTo>
                    <a:lnTo>
                      <a:pt x="0" y="13"/>
                    </a:lnTo>
                    <a:lnTo>
                      <a:pt x="498" y="9"/>
                    </a:lnTo>
                    <a:lnTo>
                      <a:pt x="498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4" name="Google Shape;2494;p58"/>
              <p:cNvSpPr/>
              <p:nvPr/>
            </p:nvSpPr>
            <p:spPr>
              <a:xfrm>
                <a:off x="3180" y="1083"/>
                <a:ext cx="7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5" name="Google Shape;2495;p58"/>
              <p:cNvSpPr/>
              <p:nvPr/>
            </p:nvSpPr>
            <p:spPr>
              <a:xfrm>
                <a:off x="3678" y="1083"/>
                <a:ext cx="7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6" name="Google Shape;2496;p58"/>
              <p:cNvSpPr/>
              <p:nvPr/>
            </p:nvSpPr>
            <p:spPr>
              <a:xfrm>
                <a:off x="3187" y="1083"/>
                <a:ext cx="491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7" name="Google Shape;2497;p58"/>
              <p:cNvSpPr/>
              <p:nvPr/>
            </p:nvSpPr>
            <p:spPr>
              <a:xfrm>
                <a:off x="2682" y="1362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8" name="Google Shape;2498;p58"/>
              <p:cNvSpPr/>
              <p:nvPr/>
            </p:nvSpPr>
            <p:spPr>
              <a:xfrm>
                <a:off x="2682" y="1610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9" name="Google Shape;2499;p58"/>
              <p:cNvSpPr/>
              <p:nvPr/>
            </p:nvSpPr>
            <p:spPr>
              <a:xfrm>
                <a:off x="2682" y="1366"/>
                <a:ext cx="14" cy="24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0" name="Google Shape;2500;p58"/>
              <p:cNvSpPr/>
              <p:nvPr/>
            </p:nvSpPr>
            <p:spPr>
              <a:xfrm>
                <a:off x="2682" y="1658"/>
                <a:ext cx="14" cy="14"/>
              </a:xfrm>
              <a:custGeom>
                <a:rect b="b" l="l" r="r" t="t"/>
                <a:pathLst>
                  <a:path extrusionOk="0" h="14" w="14">
                    <a:moveTo>
                      <a:pt x="7" y="0"/>
                    </a:moveTo>
                    <a:lnTo>
                      <a:pt x="0" y="5"/>
                    </a:lnTo>
                    <a:lnTo>
                      <a:pt x="7" y="14"/>
                    </a:lnTo>
                    <a:lnTo>
                      <a:pt x="14" y="9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1" name="Google Shape;2501;p58"/>
              <p:cNvSpPr/>
              <p:nvPr/>
            </p:nvSpPr>
            <p:spPr>
              <a:xfrm>
                <a:off x="3187" y="1362"/>
                <a:ext cx="14" cy="9"/>
              </a:xfrm>
              <a:custGeom>
                <a:rect b="b" l="l" r="r" t="t"/>
                <a:pathLst>
                  <a:path extrusionOk="0" h="9" w="14">
                    <a:moveTo>
                      <a:pt x="0" y="0"/>
                    </a:moveTo>
                    <a:lnTo>
                      <a:pt x="0" y="0"/>
                    </a:lnTo>
                    <a:lnTo>
                      <a:pt x="14" y="4"/>
                    </a:lnTo>
                    <a:lnTo>
                      <a:pt x="7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2" name="Google Shape;2502;p58"/>
              <p:cNvSpPr/>
              <p:nvPr/>
            </p:nvSpPr>
            <p:spPr>
              <a:xfrm>
                <a:off x="2689" y="1362"/>
                <a:ext cx="505" cy="305"/>
              </a:xfrm>
              <a:custGeom>
                <a:rect b="b" l="l" r="r" t="t"/>
                <a:pathLst>
                  <a:path extrusionOk="0" h="305" w="505">
                    <a:moveTo>
                      <a:pt x="0" y="296"/>
                    </a:moveTo>
                    <a:lnTo>
                      <a:pt x="7" y="305"/>
                    </a:lnTo>
                    <a:lnTo>
                      <a:pt x="505" y="9"/>
                    </a:lnTo>
                    <a:lnTo>
                      <a:pt x="498" y="0"/>
                    </a:lnTo>
                    <a:lnTo>
                      <a:pt x="0" y="2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3" name="Google Shape;2503;p58"/>
              <p:cNvSpPr/>
              <p:nvPr/>
            </p:nvSpPr>
            <p:spPr>
              <a:xfrm>
                <a:off x="3180" y="1654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4" name="Google Shape;2504;p58"/>
              <p:cNvSpPr/>
              <p:nvPr/>
            </p:nvSpPr>
            <p:spPr>
              <a:xfrm>
                <a:off x="3678" y="1654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5" name="Google Shape;2505;p58"/>
              <p:cNvSpPr/>
              <p:nvPr/>
            </p:nvSpPr>
            <p:spPr>
              <a:xfrm>
                <a:off x="3187" y="1654"/>
                <a:ext cx="491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6" name="Google Shape;2506;p58"/>
              <p:cNvSpPr/>
              <p:nvPr/>
            </p:nvSpPr>
            <p:spPr>
              <a:xfrm>
                <a:off x="2682" y="1658"/>
                <a:ext cx="14" cy="9"/>
              </a:xfrm>
              <a:custGeom>
                <a:rect b="b" l="l" r="r" t="t"/>
                <a:pathLst>
                  <a:path extrusionOk="0" h="9" w="14">
                    <a:moveTo>
                      <a:pt x="14" y="0"/>
                    </a:moveTo>
                    <a:lnTo>
                      <a:pt x="7" y="0"/>
                    </a:lnTo>
                    <a:lnTo>
                      <a:pt x="0" y="5"/>
                    </a:lnTo>
                    <a:lnTo>
                      <a:pt x="7" y="9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7" name="Google Shape;2507;p58"/>
              <p:cNvSpPr/>
              <p:nvPr/>
            </p:nvSpPr>
            <p:spPr>
              <a:xfrm>
                <a:off x="3187" y="1920"/>
                <a:ext cx="14" cy="13"/>
              </a:xfrm>
              <a:custGeom>
                <a:rect b="b" l="l" r="r" t="t"/>
                <a:pathLst>
                  <a:path extrusionOk="0" h="13" w="14">
                    <a:moveTo>
                      <a:pt x="7" y="0"/>
                    </a:moveTo>
                    <a:lnTo>
                      <a:pt x="14" y="5"/>
                    </a:lnTo>
                    <a:lnTo>
                      <a:pt x="0" y="13"/>
                    </a:lnTo>
                    <a:lnTo>
                      <a:pt x="0" y="9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8" name="Google Shape;2508;p58"/>
              <p:cNvSpPr/>
              <p:nvPr/>
            </p:nvSpPr>
            <p:spPr>
              <a:xfrm>
                <a:off x="2689" y="1658"/>
                <a:ext cx="505" cy="271"/>
              </a:xfrm>
              <a:custGeom>
                <a:rect b="b" l="l" r="r" t="t"/>
                <a:pathLst>
                  <a:path extrusionOk="0" h="271" w="505">
                    <a:moveTo>
                      <a:pt x="7" y="0"/>
                    </a:moveTo>
                    <a:lnTo>
                      <a:pt x="0" y="9"/>
                    </a:lnTo>
                    <a:lnTo>
                      <a:pt x="498" y="271"/>
                    </a:lnTo>
                    <a:lnTo>
                      <a:pt x="505" y="26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9" name="Google Shape;2509;p58"/>
              <p:cNvSpPr/>
              <p:nvPr/>
            </p:nvSpPr>
            <p:spPr>
              <a:xfrm>
                <a:off x="2682" y="1658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0" name="Google Shape;2510;p58"/>
              <p:cNvSpPr/>
              <p:nvPr/>
            </p:nvSpPr>
            <p:spPr>
              <a:xfrm>
                <a:off x="2682" y="1929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1" name="Google Shape;2511;p58"/>
              <p:cNvSpPr/>
              <p:nvPr/>
            </p:nvSpPr>
            <p:spPr>
              <a:xfrm>
                <a:off x="2682" y="1663"/>
                <a:ext cx="14" cy="26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2" name="Google Shape;2512;p58"/>
              <p:cNvSpPr/>
              <p:nvPr/>
            </p:nvSpPr>
            <p:spPr>
              <a:xfrm>
                <a:off x="3180" y="1920"/>
                <a:ext cx="14" cy="13"/>
              </a:xfrm>
              <a:custGeom>
                <a:rect b="b" l="l" r="r" t="t"/>
                <a:pathLst>
                  <a:path extrusionOk="0" h="13" w="14">
                    <a:moveTo>
                      <a:pt x="7" y="0"/>
                    </a:moveTo>
                    <a:lnTo>
                      <a:pt x="0" y="5"/>
                    </a:lnTo>
                    <a:lnTo>
                      <a:pt x="7" y="13"/>
                    </a:lnTo>
                    <a:lnTo>
                      <a:pt x="14" y="9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3" name="Google Shape;2513;p58"/>
              <p:cNvSpPr/>
              <p:nvPr/>
            </p:nvSpPr>
            <p:spPr>
              <a:xfrm>
                <a:off x="3678" y="1654"/>
                <a:ext cx="14" cy="9"/>
              </a:xfrm>
              <a:custGeom>
                <a:rect b="b" l="l" r="r" t="t"/>
                <a:pathLst>
                  <a:path extrusionOk="0" h="9" w="14">
                    <a:moveTo>
                      <a:pt x="0" y="0"/>
                    </a:moveTo>
                    <a:lnTo>
                      <a:pt x="0" y="0"/>
                    </a:lnTo>
                    <a:lnTo>
                      <a:pt x="14" y="4"/>
                    </a:lnTo>
                    <a:lnTo>
                      <a:pt x="7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4" name="Google Shape;2514;p58"/>
              <p:cNvSpPr/>
              <p:nvPr/>
            </p:nvSpPr>
            <p:spPr>
              <a:xfrm>
                <a:off x="3187" y="1654"/>
                <a:ext cx="498" cy="275"/>
              </a:xfrm>
              <a:custGeom>
                <a:rect b="b" l="l" r="r" t="t"/>
                <a:pathLst>
                  <a:path extrusionOk="0" h="275" w="498">
                    <a:moveTo>
                      <a:pt x="0" y="266"/>
                    </a:moveTo>
                    <a:lnTo>
                      <a:pt x="7" y="275"/>
                    </a:lnTo>
                    <a:lnTo>
                      <a:pt x="498" y="9"/>
                    </a:lnTo>
                    <a:lnTo>
                      <a:pt x="491" y="0"/>
                    </a:lnTo>
                    <a:lnTo>
                      <a:pt x="0" y="26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5" name="Google Shape;2515;p58"/>
              <p:cNvSpPr/>
              <p:nvPr/>
            </p:nvSpPr>
            <p:spPr>
              <a:xfrm>
                <a:off x="3671" y="1654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6" name="Google Shape;2516;p58"/>
              <p:cNvSpPr/>
              <p:nvPr/>
            </p:nvSpPr>
            <p:spPr>
              <a:xfrm>
                <a:off x="3671" y="1925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7" name="Google Shape;2517;p58"/>
              <p:cNvSpPr/>
              <p:nvPr/>
            </p:nvSpPr>
            <p:spPr>
              <a:xfrm>
                <a:off x="3671" y="1658"/>
                <a:ext cx="14" cy="26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8" name="Google Shape;2518;p58"/>
              <p:cNvSpPr/>
              <p:nvPr/>
            </p:nvSpPr>
            <p:spPr>
              <a:xfrm>
                <a:off x="4169" y="1925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9" name="Google Shape;2519;p58"/>
              <p:cNvSpPr/>
              <p:nvPr/>
            </p:nvSpPr>
            <p:spPr>
              <a:xfrm>
                <a:off x="4162" y="1654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0" name="Google Shape;2520;p58"/>
              <p:cNvSpPr/>
              <p:nvPr/>
            </p:nvSpPr>
            <p:spPr>
              <a:xfrm>
                <a:off x="4162" y="1658"/>
                <a:ext cx="21" cy="267"/>
              </a:xfrm>
              <a:custGeom>
                <a:rect b="b" l="l" r="r" t="t"/>
                <a:pathLst>
                  <a:path extrusionOk="0" h="267" w="21">
                    <a:moveTo>
                      <a:pt x="7" y="267"/>
                    </a:moveTo>
                    <a:lnTo>
                      <a:pt x="21" y="267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7" y="26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1" name="Google Shape;2521;p58"/>
              <p:cNvSpPr/>
              <p:nvPr/>
            </p:nvSpPr>
            <p:spPr>
              <a:xfrm>
                <a:off x="2931" y="1083"/>
                <a:ext cx="28" cy="17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2" name="Google Shape;2522;p58"/>
              <p:cNvSpPr/>
              <p:nvPr/>
            </p:nvSpPr>
            <p:spPr>
              <a:xfrm>
                <a:off x="2945" y="1065"/>
                <a:ext cx="145" cy="52"/>
              </a:xfrm>
              <a:custGeom>
                <a:rect b="b" l="l" r="r" t="t"/>
                <a:pathLst>
                  <a:path extrusionOk="0" h="52" w="145">
                    <a:moveTo>
                      <a:pt x="0" y="26"/>
                    </a:moveTo>
                    <a:lnTo>
                      <a:pt x="0" y="0"/>
                    </a:lnTo>
                    <a:lnTo>
                      <a:pt x="145" y="26"/>
                    </a:lnTo>
                    <a:lnTo>
                      <a:pt x="0" y="52"/>
                    </a:lnTo>
                    <a:lnTo>
                      <a:pt x="0" y="26"/>
                    </a:lnTo>
                    <a:close/>
                  </a:path>
                </a:pathLst>
              </a:custGeom>
              <a:noFill/>
              <a:ln cap="flat" cmpd="sng" w="11100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3" name="Google Shape;2523;p58"/>
              <p:cNvSpPr/>
              <p:nvPr/>
            </p:nvSpPr>
            <p:spPr>
              <a:xfrm>
                <a:off x="2945" y="1065"/>
                <a:ext cx="145" cy="52"/>
              </a:xfrm>
              <a:custGeom>
                <a:rect b="b" l="l" r="r" t="t"/>
                <a:pathLst>
                  <a:path extrusionOk="0" h="52" w="145">
                    <a:moveTo>
                      <a:pt x="0" y="26"/>
                    </a:moveTo>
                    <a:lnTo>
                      <a:pt x="0" y="0"/>
                    </a:lnTo>
                    <a:lnTo>
                      <a:pt x="145" y="26"/>
                    </a:lnTo>
                    <a:lnTo>
                      <a:pt x="0" y="52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4" name="Google Shape;2524;p58"/>
              <p:cNvSpPr/>
              <p:nvPr/>
            </p:nvSpPr>
            <p:spPr>
              <a:xfrm>
                <a:off x="2675" y="1078"/>
                <a:ext cx="14" cy="18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5" name="Google Shape;2525;p58"/>
              <p:cNvSpPr/>
              <p:nvPr/>
            </p:nvSpPr>
            <p:spPr>
              <a:xfrm>
                <a:off x="2938" y="1078"/>
                <a:ext cx="14" cy="18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6" name="Google Shape;2526;p58"/>
              <p:cNvSpPr/>
              <p:nvPr/>
            </p:nvSpPr>
            <p:spPr>
              <a:xfrm>
                <a:off x="2689" y="1078"/>
                <a:ext cx="249" cy="18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7" name="Google Shape;2527;p58"/>
              <p:cNvSpPr/>
              <p:nvPr/>
            </p:nvSpPr>
            <p:spPr>
              <a:xfrm>
                <a:off x="2682" y="1205"/>
                <a:ext cx="28" cy="17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8" name="Google Shape;2528;p58"/>
              <p:cNvSpPr/>
              <p:nvPr/>
            </p:nvSpPr>
            <p:spPr>
              <a:xfrm>
                <a:off x="2654" y="1218"/>
                <a:ext cx="77" cy="91"/>
              </a:xfrm>
              <a:custGeom>
                <a:rect b="b" l="l" r="r" t="t"/>
                <a:pathLst>
                  <a:path extrusionOk="0" h="91" w="77">
                    <a:moveTo>
                      <a:pt x="42" y="0"/>
                    </a:moveTo>
                    <a:lnTo>
                      <a:pt x="77" y="0"/>
                    </a:lnTo>
                    <a:lnTo>
                      <a:pt x="42" y="91"/>
                    </a:lnTo>
                    <a:lnTo>
                      <a:pt x="0" y="0"/>
                    </a:lnTo>
                    <a:lnTo>
                      <a:pt x="42" y="0"/>
                    </a:lnTo>
                    <a:close/>
                  </a:path>
                </a:pathLst>
              </a:custGeom>
              <a:noFill/>
              <a:ln cap="flat" cmpd="sng" w="11100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9" name="Google Shape;2529;p58"/>
              <p:cNvSpPr/>
              <p:nvPr/>
            </p:nvSpPr>
            <p:spPr>
              <a:xfrm>
                <a:off x="2654" y="1218"/>
                <a:ext cx="77" cy="91"/>
              </a:xfrm>
              <a:custGeom>
                <a:rect b="b" l="l" r="r" t="t"/>
                <a:pathLst>
                  <a:path extrusionOk="0" h="91" w="77">
                    <a:moveTo>
                      <a:pt x="42" y="0"/>
                    </a:moveTo>
                    <a:lnTo>
                      <a:pt x="77" y="0"/>
                    </a:lnTo>
                    <a:lnTo>
                      <a:pt x="42" y="91"/>
                    </a:lnTo>
                    <a:lnTo>
                      <a:pt x="0" y="0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0" name="Google Shape;2530;p58"/>
              <p:cNvSpPr/>
              <p:nvPr/>
            </p:nvSpPr>
            <p:spPr>
              <a:xfrm>
                <a:off x="2675" y="1078"/>
                <a:ext cx="28" cy="9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1" name="Google Shape;2531;p58"/>
              <p:cNvSpPr/>
              <p:nvPr/>
            </p:nvSpPr>
            <p:spPr>
              <a:xfrm>
                <a:off x="2675" y="1213"/>
                <a:ext cx="28" cy="9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2" name="Google Shape;2532;p58"/>
              <p:cNvSpPr/>
              <p:nvPr/>
            </p:nvSpPr>
            <p:spPr>
              <a:xfrm>
                <a:off x="2675" y="1087"/>
                <a:ext cx="28" cy="12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3" name="Google Shape;2533;p58"/>
              <p:cNvSpPr/>
              <p:nvPr/>
            </p:nvSpPr>
            <p:spPr>
              <a:xfrm>
                <a:off x="2993" y="1253"/>
                <a:ext cx="28" cy="17"/>
              </a:xfrm>
              <a:custGeom>
                <a:rect b="b" l="l" r="r" t="t"/>
                <a:pathLst>
                  <a:path extrusionOk="0" h="17" w="28">
                    <a:moveTo>
                      <a:pt x="21" y="17"/>
                    </a:moveTo>
                    <a:lnTo>
                      <a:pt x="28" y="8"/>
                    </a:lnTo>
                    <a:lnTo>
                      <a:pt x="21" y="4"/>
                    </a:lnTo>
                    <a:lnTo>
                      <a:pt x="14" y="0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7" y="17"/>
                    </a:lnTo>
                    <a:lnTo>
                      <a:pt x="14" y="17"/>
                    </a:lnTo>
                    <a:lnTo>
                      <a:pt x="21" y="17"/>
                    </a:lnTo>
                    <a:lnTo>
                      <a:pt x="21" y="17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4" name="Google Shape;2534;p58"/>
              <p:cNvSpPr/>
              <p:nvPr/>
            </p:nvSpPr>
            <p:spPr>
              <a:xfrm>
                <a:off x="2980" y="1244"/>
                <a:ext cx="138" cy="79"/>
              </a:xfrm>
              <a:custGeom>
                <a:rect b="b" l="l" r="r" t="t"/>
                <a:pathLst>
                  <a:path extrusionOk="0" h="79" w="138">
                    <a:moveTo>
                      <a:pt x="27" y="22"/>
                    </a:moveTo>
                    <a:lnTo>
                      <a:pt x="55" y="0"/>
                    </a:lnTo>
                    <a:lnTo>
                      <a:pt x="138" y="79"/>
                    </a:lnTo>
                    <a:lnTo>
                      <a:pt x="0" y="39"/>
                    </a:lnTo>
                    <a:lnTo>
                      <a:pt x="27" y="22"/>
                    </a:lnTo>
                    <a:close/>
                  </a:path>
                </a:pathLst>
              </a:custGeom>
              <a:noFill/>
              <a:ln cap="flat" cmpd="sng" w="11100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5" name="Google Shape;2535;p58"/>
              <p:cNvSpPr/>
              <p:nvPr/>
            </p:nvSpPr>
            <p:spPr>
              <a:xfrm>
                <a:off x="2980" y="1244"/>
                <a:ext cx="138" cy="79"/>
              </a:xfrm>
              <a:custGeom>
                <a:rect b="b" l="l" r="r" t="t"/>
                <a:pathLst>
                  <a:path extrusionOk="0" h="79" w="138">
                    <a:moveTo>
                      <a:pt x="27" y="22"/>
                    </a:moveTo>
                    <a:lnTo>
                      <a:pt x="55" y="0"/>
                    </a:lnTo>
                    <a:lnTo>
                      <a:pt x="138" y="79"/>
                    </a:lnTo>
                    <a:lnTo>
                      <a:pt x="0" y="39"/>
                    </a:lnTo>
                    <a:lnTo>
                      <a:pt x="27" y="22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6" name="Google Shape;2536;p58"/>
              <p:cNvSpPr/>
              <p:nvPr/>
            </p:nvSpPr>
            <p:spPr>
              <a:xfrm>
                <a:off x="2668" y="1074"/>
                <a:ext cx="35" cy="22"/>
              </a:xfrm>
              <a:custGeom>
                <a:rect b="b" l="l" r="r" t="t"/>
                <a:pathLst>
                  <a:path extrusionOk="0" h="22" w="35">
                    <a:moveTo>
                      <a:pt x="35" y="9"/>
                    </a:moveTo>
                    <a:lnTo>
                      <a:pt x="21" y="0"/>
                    </a:lnTo>
                    <a:lnTo>
                      <a:pt x="0" y="13"/>
                    </a:lnTo>
                    <a:lnTo>
                      <a:pt x="14" y="22"/>
                    </a:lnTo>
                    <a:lnTo>
                      <a:pt x="35" y="9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37" name="Google Shape;2537;p58"/>
            <p:cNvSpPr/>
            <p:nvPr/>
          </p:nvSpPr>
          <p:spPr>
            <a:xfrm>
              <a:off x="3000" y="1257"/>
              <a:ext cx="28" cy="18"/>
            </a:xfrm>
            <a:custGeom>
              <a:rect b="b" l="l" r="r" t="t"/>
              <a:pathLst>
                <a:path extrusionOk="0" h="18" w="28">
                  <a:moveTo>
                    <a:pt x="21" y="0"/>
                  </a:moveTo>
                  <a:lnTo>
                    <a:pt x="28" y="4"/>
                  </a:lnTo>
                  <a:lnTo>
                    <a:pt x="7" y="18"/>
                  </a:lnTo>
                  <a:lnTo>
                    <a:pt x="0" y="13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8" name="Google Shape;2538;p58"/>
            <p:cNvSpPr/>
            <p:nvPr/>
          </p:nvSpPr>
          <p:spPr>
            <a:xfrm>
              <a:off x="2682" y="1083"/>
              <a:ext cx="339" cy="187"/>
            </a:xfrm>
            <a:custGeom>
              <a:rect b="b" l="l" r="r" t="t"/>
              <a:pathLst>
                <a:path extrusionOk="0" h="187" w="339">
                  <a:moveTo>
                    <a:pt x="21" y="0"/>
                  </a:moveTo>
                  <a:lnTo>
                    <a:pt x="0" y="13"/>
                  </a:lnTo>
                  <a:lnTo>
                    <a:pt x="318" y="187"/>
                  </a:lnTo>
                  <a:lnTo>
                    <a:pt x="339" y="174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9" name="Google Shape;2539;p58"/>
            <p:cNvSpPr/>
            <p:nvPr/>
          </p:nvSpPr>
          <p:spPr>
            <a:xfrm>
              <a:off x="3671" y="1083"/>
              <a:ext cx="1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0" name="Google Shape;2540;p58"/>
            <p:cNvSpPr/>
            <p:nvPr/>
          </p:nvSpPr>
          <p:spPr>
            <a:xfrm>
              <a:off x="3671" y="1366"/>
              <a:ext cx="14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1" name="Google Shape;2541;p58"/>
            <p:cNvSpPr/>
            <p:nvPr/>
          </p:nvSpPr>
          <p:spPr>
            <a:xfrm>
              <a:off x="3671" y="1087"/>
              <a:ext cx="14" cy="27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2" name="Google Shape;2542;p58"/>
            <p:cNvSpPr/>
            <p:nvPr/>
          </p:nvSpPr>
          <p:spPr>
            <a:xfrm>
              <a:off x="3671" y="1362"/>
              <a:ext cx="14" cy="13"/>
            </a:xfrm>
            <a:custGeom>
              <a:rect b="b" l="l" r="r" t="t"/>
              <a:pathLst>
                <a:path extrusionOk="0" h="13" w="14">
                  <a:moveTo>
                    <a:pt x="7" y="0"/>
                  </a:moveTo>
                  <a:lnTo>
                    <a:pt x="0" y="4"/>
                  </a:lnTo>
                  <a:lnTo>
                    <a:pt x="7" y="13"/>
                  </a:lnTo>
                  <a:lnTo>
                    <a:pt x="14" y="9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3" name="Google Shape;2543;p58"/>
            <p:cNvSpPr/>
            <p:nvPr/>
          </p:nvSpPr>
          <p:spPr>
            <a:xfrm>
              <a:off x="4169" y="1083"/>
              <a:ext cx="14" cy="8"/>
            </a:xfrm>
            <a:custGeom>
              <a:rect b="b" l="l" r="r" t="t"/>
              <a:pathLst>
                <a:path extrusionOk="0" h="8" w="14">
                  <a:moveTo>
                    <a:pt x="0" y="0"/>
                  </a:moveTo>
                  <a:lnTo>
                    <a:pt x="0" y="0"/>
                  </a:lnTo>
                  <a:lnTo>
                    <a:pt x="14" y="4"/>
                  </a:lnTo>
                  <a:lnTo>
                    <a:pt x="7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4" name="Google Shape;2544;p58"/>
            <p:cNvSpPr/>
            <p:nvPr/>
          </p:nvSpPr>
          <p:spPr>
            <a:xfrm>
              <a:off x="3678" y="1083"/>
              <a:ext cx="498" cy="288"/>
            </a:xfrm>
            <a:custGeom>
              <a:rect b="b" l="l" r="r" t="t"/>
              <a:pathLst>
                <a:path extrusionOk="0" h="288" w="498">
                  <a:moveTo>
                    <a:pt x="0" y="279"/>
                  </a:moveTo>
                  <a:lnTo>
                    <a:pt x="7" y="288"/>
                  </a:lnTo>
                  <a:lnTo>
                    <a:pt x="498" y="8"/>
                  </a:lnTo>
                  <a:lnTo>
                    <a:pt x="491" y="0"/>
                  </a:lnTo>
                  <a:lnTo>
                    <a:pt x="0" y="2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5" name="Google Shape;2545;p58"/>
            <p:cNvSpPr/>
            <p:nvPr/>
          </p:nvSpPr>
          <p:spPr>
            <a:xfrm>
              <a:off x="4162" y="1083"/>
              <a:ext cx="1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6" name="Google Shape;2546;p58"/>
            <p:cNvSpPr/>
            <p:nvPr/>
          </p:nvSpPr>
          <p:spPr>
            <a:xfrm>
              <a:off x="4162" y="1388"/>
              <a:ext cx="1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7" name="Google Shape;2547;p58"/>
            <p:cNvSpPr/>
            <p:nvPr/>
          </p:nvSpPr>
          <p:spPr>
            <a:xfrm>
              <a:off x="4162" y="1087"/>
              <a:ext cx="14" cy="30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8" name="Google Shape;2548;p58"/>
            <p:cNvSpPr/>
            <p:nvPr/>
          </p:nvSpPr>
          <p:spPr>
            <a:xfrm>
              <a:off x="2606" y="1035"/>
              <a:ext cx="173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9" name="Google Shape;2549;p58"/>
            <p:cNvSpPr/>
            <p:nvPr/>
          </p:nvSpPr>
          <p:spPr>
            <a:xfrm>
              <a:off x="2606" y="1040"/>
              <a:ext cx="173" cy="98"/>
            </a:xfrm>
            <a:prstGeom prst="ellipse">
              <a:avLst/>
            </a:prstGeom>
            <a:noFill/>
            <a:ln cap="flat" cmpd="sng" w="444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0" name="Google Shape;2550;p58"/>
            <p:cNvSpPr/>
            <p:nvPr/>
          </p:nvSpPr>
          <p:spPr>
            <a:xfrm>
              <a:off x="3104" y="1035"/>
              <a:ext cx="166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1" name="Google Shape;2551;p58"/>
            <p:cNvSpPr/>
            <p:nvPr/>
          </p:nvSpPr>
          <p:spPr>
            <a:xfrm>
              <a:off x="3104" y="1037"/>
              <a:ext cx="166" cy="104"/>
            </a:xfrm>
            <a:prstGeom prst="ellipse">
              <a:avLst/>
            </a:prstGeom>
            <a:noFill/>
            <a:ln cap="flat" cmpd="sng" w="222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2" name="Google Shape;2552;p58"/>
            <p:cNvSpPr/>
            <p:nvPr/>
          </p:nvSpPr>
          <p:spPr>
            <a:xfrm>
              <a:off x="3595" y="1035"/>
              <a:ext cx="166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3" name="Google Shape;2553;p58"/>
            <p:cNvSpPr/>
            <p:nvPr/>
          </p:nvSpPr>
          <p:spPr>
            <a:xfrm>
              <a:off x="3595" y="1037"/>
              <a:ext cx="166" cy="104"/>
            </a:xfrm>
            <a:prstGeom prst="ellipse">
              <a:avLst/>
            </a:prstGeom>
            <a:noFill/>
            <a:ln cap="flat" cmpd="sng" w="22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4" name="Google Shape;2554;p58"/>
            <p:cNvSpPr/>
            <p:nvPr/>
          </p:nvSpPr>
          <p:spPr>
            <a:xfrm>
              <a:off x="4086" y="1035"/>
              <a:ext cx="173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5" name="Google Shape;2555;p58"/>
            <p:cNvSpPr/>
            <p:nvPr/>
          </p:nvSpPr>
          <p:spPr>
            <a:xfrm>
              <a:off x="4086" y="1037"/>
              <a:ext cx="173" cy="104"/>
            </a:xfrm>
            <a:prstGeom prst="ellipse">
              <a:avLst/>
            </a:prstGeom>
            <a:noFill/>
            <a:ln cap="flat" cmpd="sng" w="22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6" name="Google Shape;2556;p58"/>
            <p:cNvSpPr/>
            <p:nvPr/>
          </p:nvSpPr>
          <p:spPr>
            <a:xfrm>
              <a:off x="2606" y="1314"/>
              <a:ext cx="173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7" name="Google Shape;2557;p58"/>
            <p:cNvSpPr/>
            <p:nvPr/>
          </p:nvSpPr>
          <p:spPr>
            <a:xfrm>
              <a:off x="2606" y="1316"/>
              <a:ext cx="173" cy="104"/>
            </a:xfrm>
            <a:prstGeom prst="ellipse">
              <a:avLst/>
            </a:prstGeom>
            <a:noFill/>
            <a:ln cap="flat" cmpd="sng" w="222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8" name="Google Shape;2558;p58"/>
            <p:cNvSpPr/>
            <p:nvPr/>
          </p:nvSpPr>
          <p:spPr>
            <a:xfrm>
              <a:off x="3104" y="1314"/>
              <a:ext cx="166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9" name="Google Shape;2559;p58"/>
            <p:cNvSpPr/>
            <p:nvPr/>
          </p:nvSpPr>
          <p:spPr>
            <a:xfrm>
              <a:off x="3104" y="1316"/>
              <a:ext cx="166" cy="104"/>
            </a:xfrm>
            <a:prstGeom prst="ellipse">
              <a:avLst/>
            </a:prstGeom>
            <a:noFill/>
            <a:ln cap="flat" cmpd="sng" w="222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0" name="Google Shape;2560;p58"/>
            <p:cNvSpPr/>
            <p:nvPr/>
          </p:nvSpPr>
          <p:spPr>
            <a:xfrm>
              <a:off x="3595" y="1314"/>
              <a:ext cx="166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1" name="Google Shape;2561;p58"/>
            <p:cNvSpPr/>
            <p:nvPr/>
          </p:nvSpPr>
          <p:spPr>
            <a:xfrm>
              <a:off x="3595" y="1316"/>
              <a:ext cx="166" cy="104"/>
            </a:xfrm>
            <a:prstGeom prst="ellipse">
              <a:avLst/>
            </a:prstGeom>
            <a:noFill/>
            <a:ln cap="flat" cmpd="sng" w="22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2" name="Google Shape;2562;p58"/>
            <p:cNvSpPr/>
            <p:nvPr/>
          </p:nvSpPr>
          <p:spPr>
            <a:xfrm>
              <a:off x="4086" y="1314"/>
              <a:ext cx="173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3" name="Google Shape;2563;p58"/>
            <p:cNvSpPr/>
            <p:nvPr/>
          </p:nvSpPr>
          <p:spPr>
            <a:xfrm>
              <a:off x="4086" y="1316"/>
              <a:ext cx="173" cy="104"/>
            </a:xfrm>
            <a:prstGeom prst="ellipse">
              <a:avLst/>
            </a:prstGeom>
            <a:noFill/>
            <a:ln cap="flat" cmpd="sng" w="22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4" name="Google Shape;2564;p58"/>
            <p:cNvSpPr/>
            <p:nvPr/>
          </p:nvSpPr>
          <p:spPr>
            <a:xfrm>
              <a:off x="2606" y="1610"/>
              <a:ext cx="173" cy="1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5" name="Google Shape;2565;p58"/>
            <p:cNvSpPr/>
            <p:nvPr/>
          </p:nvSpPr>
          <p:spPr>
            <a:xfrm>
              <a:off x="2606" y="1613"/>
              <a:ext cx="173" cy="104"/>
            </a:xfrm>
            <a:prstGeom prst="ellipse">
              <a:avLst/>
            </a:prstGeom>
            <a:noFill/>
            <a:ln cap="flat" cmpd="sng" w="22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6" name="Google Shape;2566;p58"/>
            <p:cNvSpPr/>
            <p:nvPr/>
          </p:nvSpPr>
          <p:spPr>
            <a:xfrm>
              <a:off x="3104" y="1606"/>
              <a:ext cx="166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7" name="Google Shape;2567;p58"/>
            <p:cNvSpPr/>
            <p:nvPr/>
          </p:nvSpPr>
          <p:spPr>
            <a:xfrm>
              <a:off x="3104" y="1609"/>
              <a:ext cx="166" cy="104"/>
            </a:xfrm>
            <a:prstGeom prst="ellipse">
              <a:avLst/>
            </a:prstGeom>
            <a:noFill/>
            <a:ln cap="flat" cmpd="sng" w="22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8" name="Google Shape;2568;p58"/>
            <p:cNvSpPr/>
            <p:nvPr/>
          </p:nvSpPr>
          <p:spPr>
            <a:xfrm>
              <a:off x="3595" y="1606"/>
              <a:ext cx="166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9" name="Google Shape;2569;p58"/>
            <p:cNvSpPr/>
            <p:nvPr/>
          </p:nvSpPr>
          <p:spPr>
            <a:xfrm>
              <a:off x="3595" y="1609"/>
              <a:ext cx="166" cy="104"/>
            </a:xfrm>
            <a:prstGeom prst="ellipse">
              <a:avLst/>
            </a:prstGeom>
            <a:noFill/>
            <a:ln cap="flat" cmpd="sng" w="22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0" name="Google Shape;2570;p58"/>
            <p:cNvSpPr/>
            <p:nvPr/>
          </p:nvSpPr>
          <p:spPr>
            <a:xfrm>
              <a:off x="4086" y="1606"/>
              <a:ext cx="173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1" name="Google Shape;2571;p58"/>
            <p:cNvSpPr/>
            <p:nvPr/>
          </p:nvSpPr>
          <p:spPr>
            <a:xfrm>
              <a:off x="4086" y="1609"/>
              <a:ext cx="173" cy="104"/>
            </a:xfrm>
            <a:prstGeom prst="ellipse">
              <a:avLst/>
            </a:prstGeom>
            <a:noFill/>
            <a:ln cap="flat" cmpd="sng" w="22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2" name="Google Shape;2572;p58"/>
            <p:cNvSpPr/>
            <p:nvPr/>
          </p:nvSpPr>
          <p:spPr>
            <a:xfrm>
              <a:off x="2613" y="1872"/>
              <a:ext cx="166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3" name="Google Shape;2573;p58"/>
            <p:cNvSpPr/>
            <p:nvPr/>
          </p:nvSpPr>
          <p:spPr>
            <a:xfrm>
              <a:off x="2613" y="1875"/>
              <a:ext cx="166" cy="104"/>
            </a:xfrm>
            <a:prstGeom prst="ellipse">
              <a:avLst/>
            </a:prstGeom>
            <a:noFill/>
            <a:ln cap="flat" cmpd="sng" w="22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4" name="Google Shape;2574;p58"/>
            <p:cNvSpPr/>
            <p:nvPr/>
          </p:nvSpPr>
          <p:spPr>
            <a:xfrm>
              <a:off x="3104" y="1872"/>
              <a:ext cx="166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5" name="Google Shape;2575;p58"/>
            <p:cNvSpPr/>
            <p:nvPr/>
          </p:nvSpPr>
          <p:spPr>
            <a:xfrm>
              <a:off x="3104" y="1875"/>
              <a:ext cx="166" cy="104"/>
            </a:xfrm>
            <a:prstGeom prst="ellipse">
              <a:avLst/>
            </a:prstGeom>
            <a:noFill/>
            <a:ln cap="flat" cmpd="sng" w="22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6" name="Google Shape;2576;p58"/>
            <p:cNvSpPr/>
            <p:nvPr/>
          </p:nvSpPr>
          <p:spPr>
            <a:xfrm>
              <a:off x="3595" y="1872"/>
              <a:ext cx="173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7" name="Google Shape;2577;p58"/>
            <p:cNvSpPr/>
            <p:nvPr/>
          </p:nvSpPr>
          <p:spPr>
            <a:xfrm>
              <a:off x="3595" y="1875"/>
              <a:ext cx="173" cy="104"/>
            </a:xfrm>
            <a:prstGeom prst="ellipse">
              <a:avLst/>
            </a:prstGeom>
            <a:noFill/>
            <a:ln cap="flat" cmpd="sng" w="22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8" name="Google Shape;2578;p58"/>
            <p:cNvSpPr/>
            <p:nvPr/>
          </p:nvSpPr>
          <p:spPr>
            <a:xfrm>
              <a:off x="4093" y="1872"/>
              <a:ext cx="166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9" name="Google Shape;2579;p58"/>
            <p:cNvSpPr/>
            <p:nvPr/>
          </p:nvSpPr>
          <p:spPr>
            <a:xfrm>
              <a:off x="4093" y="1875"/>
              <a:ext cx="166" cy="104"/>
            </a:xfrm>
            <a:prstGeom prst="ellipse">
              <a:avLst/>
            </a:prstGeom>
            <a:noFill/>
            <a:ln cap="flat" cmpd="sng" w="22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0" name="Google Shape;2580;p58"/>
            <p:cNvSpPr/>
            <p:nvPr/>
          </p:nvSpPr>
          <p:spPr>
            <a:xfrm>
              <a:off x="2648" y="1899"/>
              <a:ext cx="152" cy="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Times"/>
                <a:buNone/>
              </a:pPr>
              <a:r>
                <a:rPr b="0" i="0" lang="en-US" sz="9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M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1" name="Google Shape;2581;p58"/>
            <p:cNvSpPr/>
            <p:nvPr/>
          </p:nvSpPr>
          <p:spPr>
            <a:xfrm>
              <a:off x="3152" y="1899"/>
              <a:ext cx="131" cy="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Times"/>
                <a:buNone/>
              </a:pPr>
              <a:r>
                <a:rPr b="0" i="0" lang="en-US" sz="9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2" name="Google Shape;2582;p58"/>
            <p:cNvSpPr/>
            <p:nvPr/>
          </p:nvSpPr>
          <p:spPr>
            <a:xfrm>
              <a:off x="3644" y="1899"/>
              <a:ext cx="131" cy="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Times"/>
                <a:buNone/>
              </a:pPr>
              <a:r>
                <a:rPr b="0" i="0" lang="en-US" sz="9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O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p58"/>
            <p:cNvSpPr/>
            <p:nvPr/>
          </p:nvSpPr>
          <p:spPr>
            <a:xfrm>
              <a:off x="4142" y="1899"/>
              <a:ext cx="118" cy="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Times"/>
                <a:buNone/>
              </a:pPr>
              <a:r>
                <a:rPr b="0" i="0" lang="en-US" sz="9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P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4" name="Google Shape;2584;p58"/>
            <p:cNvSpPr/>
            <p:nvPr/>
          </p:nvSpPr>
          <p:spPr>
            <a:xfrm>
              <a:off x="2675" y="1633"/>
              <a:ext cx="83" cy="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Times"/>
                <a:buNone/>
              </a:pPr>
              <a:r>
                <a:rPr b="0" i="0" lang="en-US" sz="9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I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5" name="Google Shape;2585;p58"/>
            <p:cNvSpPr/>
            <p:nvPr/>
          </p:nvSpPr>
          <p:spPr>
            <a:xfrm>
              <a:off x="3166" y="1633"/>
              <a:ext cx="97" cy="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Times"/>
                <a:buNone/>
              </a:pPr>
              <a:r>
                <a:rPr b="0" i="0" lang="en-US" sz="9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J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6" name="Google Shape;2586;p58"/>
            <p:cNvSpPr/>
            <p:nvPr/>
          </p:nvSpPr>
          <p:spPr>
            <a:xfrm>
              <a:off x="3637" y="1633"/>
              <a:ext cx="131" cy="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Times"/>
                <a:buNone/>
              </a:pPr>
              <a:r>
                <a:rPr b="0" i="0" lang="en-US" sz="9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K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7" name="Google Shape;2587;p58"/>
            <p:cNvSpPr/>
            <p:nvPr/>
          </p:nvSpPr>
          <p:spPr>
            <a:xfrm>
              <a:off x="4142" y="1633"/>
              <a:ext cx="118" cy="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Times"/>
                <a:buNone/>
              </a:pPr>
              <a:r>
                <a:rPr b="0" i="0" lang="en-US" sz="9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L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8" name="Google Shape;2588;p58"/>
            <p:cNvSpPr/>
            <p:nvPr/>
          </p:nvSpPr>
          <p:spPr>
            <a:xfrm>
              <a:off x="2661" y="1340"/>
              <a:ext cx="118" cy="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900"/>
                <a:buFont typeface="Times"/>
                <a:buNone/>
              </a:pPr>
              <a:r>
                <a:rPr b="0" i="0" lang="en-US" sz="900" u="none" cap="none" strike="noStrike">
                  <a:solidFill>
                    <a:srgbClr val="0000FF"/>
                  </a:solidFill>
                  <a:latin typeface="Times"/>
                  <a:ea typeface="Times"/>
                  <a:cs typeface="Times"/>
                  <a:sym typeface="Times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9" name="Google Shape;2589;p58"/>
            <p:cNvSpPr/>
            <p:nvPr/>
          </p:nvSpPr>
          <p:spPr>
            <a:xfrm>
              <a:off x="3152" y="1340"/>
              <a:ext cx="111" cy="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900"/>
                <a:buFont typeface="Times"/>
                <a:buNone/>
              </a:pPr>
              <a:r>
                <a:rPr b="0" i="0" lang="en-US" sz="900" u="none" cap="none" strike="noStrike">
                  <a:solidFill>
                    <a:srgbClr val="0000FF"/>
                  </a:solidFill>
                  <a:latin typeface="Times"/>
                  <a:ea typeface="Times"/>
                  <a:cs typeface="Times"/>
                  <a:sym typeface="Times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0" name="Google Shape;2590;p58"/>
            <p:cNvSpPr/>
            <p:nvPr/>
          </p:nvSpPr>
          <p:spPr>
            <a:xfrm>
              <a:off x="3637" y="1340"/>
              <a:ext cx="131" cy="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Times"/>
                <a:buNone/>
              </a:pPr>
              <a:r>
                <a:rPr b="0" i="0" lang="en-US" sz="9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G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1" name="Google Shape;2591;p58"/>
            <p:cNvSpPr/>
            <p:nvPr/>
          </p:nvSpPr>
          <p:spPr>
            <a:xfrm>
              <a:off x="4135" y="1340"/>
              <a:ext cx="131" cy="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Times"/>
                <a:buNone/>
              </a:pPr>
              <a:r>
                <a:rPr b="0" i="0" lang="en-US" sz="9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H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2" name="Google Shape;2592;p58"/>
            <p:cNvSpPr/>
            <p:nvPr/>
          </p:nvSpPr>
          <p:spPr>
            <a:xfrm>
              <a:off x="2654" y="1061"/>
              <a:ext cx="125" cy="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900"/>
                <a:buFont typeface="Times"/>
                <a:buNone/>
              </a:pPr>
              <a:r>
                <a:rPr b="0" i="0" lang="en-US" sz="900" u="none" cap="none" strike="noStrike">
                  <a:solidFill>
                    <a:srgbClr val="0000FF"/>
                  </a:solidFill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3" name="Google Shape;2593;p58"/>
            <p:cNvSpPr/>
            <p:nvPr/>
          </p:nvSpPr>
          <p:spPr>
            <a:xfrm>
              <a:off x="3152" y="1061"/>
              <a:ext cx="125" cy="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900"/>
                <a:buFont typeface="Times"/>
                <a:buNone/>
              </a:pPr>
              <a:r>
                <a:rPr b="0" i="0" lang="en-US" sz="900" u="none" cap="none" strike="noStrike">
                  <a:solidFill>
                    <a:srgbClr val="0000FF"/>
                  </a:solidFill>
                  <a:latin typeface="Times"/>
                  <a:ea typeface="Times"/>
                  <a:cs typeface="Times"/>
                  <a:sym typeface="Times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4" name="Google Shape;2594;p58"/>
            <p:cNvSpPr/>
            <p:nvPr/>
          </p:nvSpPr>
          <p:spPr>
            <a:xfrm>
              <a:off x="3644" y="1061"/>
              <a:ext cx="125" cy="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Times"/>
                <a:buNone/>
              </a:pPr>
              <a:r>
                <a:rPr b="0" i="0" lang="en-US" sz="9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5" name="Google Shape;2595;p58"/>
            <p:cNvSpPr/>
            <p:nvPr/>
          </p:nvSpPr>
          <p:spPr>
            <a:xfrm>
              <a:off x="4135" y="1061"/>
              <a:ext cx="131" cy="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Times"/>
                <a:buNone/>
              </a:pPr>
              <a:r>
                <a:rPr b="0" i="0" lang="en-US" sz="9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6" name="Google Shape;2596;p58"/>
            <p:cNvSpPr/>
            <p:nvPr/>
          </p:nvSpPr>
          <p:spPr>
            <a:xfrm>
              <a:off x="2661" y="887"/>
              <a:ext cx="111" cy="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900"/>
                <a:buFont typeface="Times"/>
                <a:buNone/>
              </a:pPr>
              <a:r>
                <a:rPr b="0" i="0" lang="en-US" sz="900" u="none" cap="none" strike="noStrike">
                  <a:solidFill>
                    <a:srgbClr val="0000FF"/>
                  </a:solidFill>
                  <a:latin typeface="Times"/>
                  <a:ea typeface="Times"/>
                  <a:cs typeface="Times"/>
                  <a:sym typeface="Times"/>
                </a:rPr>
                <a:t>0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7" name="Google Shape;2597;p58"/>
            <p:cNvSpPr/>
            <p:nvPr/>
          </p:nvSpPr>
          <p:spPr>
            <a:xfrm>
              <a:off x="3159" y="887"/>
              <a:ext cx="111" cy="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900"/>
                <a:buFont typeface="Times"/>
                <a:buNone/>
              </a:pPr>
              <a:r>
                <a:rPr b="0" i="0" lang="en-US" sz="900" u="none" cap="none" strike="noStrike">
                  <a:solidFill>
                    <a:srgbClr val="0000FF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8" name="Google Shape;2598;p58"/>
          <p:cNvSpPr/>
          <p:nvPr/>
        </p:nvSpPr>
        <p:spPr>
          <a:xfrm>
            <a:off x="4227953" y="2081788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9" name="Google Shape;2599;p58"/>
          <p:cNvSpPr/>
          <p:nvPr/>
        </p:nvSpPr>
        <p:spPr>
          <a:xfrm>
            <a:off x="7825599" y="2096947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0" name="Google Shape;2600;p58"/>
          <p:cNvSpPr/>
          <p:nvPr/>
        </p:nvSpPr>
        <p:spPr>
          <a:xfrm>
            <a:off x="399943" y="4415160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1" name="Google Shape;2601;p58"/>
          <p:cNvSpPr/>
          <p:nvPr/>
        </p:nvSpPr>
        <p:spPr>
          <a:xfrm>
            <a:off x="4243348" y="4426677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2" name="Google Shape;2602;p58"/>
          <p:cNvSpPr/>
          <p:nvPr/>
        </p:nvSpPr>
        <p:spPr>
          <a:xfrm>
            <a:off x="7673543" y="4407044"/>
            <a:ext cx="438257" cy="3120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6" name="Shape 2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7" name="Google Shape;2607;p5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BFS calculates the </a:t>
            </a:r>
            <a:r>
              <a:rPr b="1" i="1" lang="en-US">
                <a:solidFill>
                  <a:schemeClr val="dk2"/>
                </a:solidFill>
              </a:rPr>
              <a:t>shortest-path along with its distance</a:t>
            </a:r>
            <a:r>
              <a:rPr b="1" lang="en-US"/>
              <a:t> </a:t>
            </a:r>
            <a:r>
              <a:rPr lang="en-US"/>
              <a:t>to the </a:t>
            </a:r>
            <a:r>
              <a:rPr b="1" lang="en-US"/>
              <a:t>source node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Shortest-path distance δ(s,v) = minimum number of edges from s to v, or ∞ if v not reachable from 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BFS builds </a:t>
            </a:r>
            <a:r>
              <a:rPr b="1" i="1" lang="en-US">
                <a:solidFill>
                  <a:schemeClr val="dk2"/>
                </a:solidFill>
              </a:rPr>
              <a:t>breadth-first tree</a:t>
            </a:r>
            <a:r>
              <a:rPr lang="en-US"/>
              <a:t>, in which paths to root represent shortest paths in 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Thus can use BFS to calculate shortest path from one vertex to another in </a:t>
            </a:r>
            <a:r>
              <a:rPr b="1" lang="en-US"/>
              <a:t>O(V+E)</a:t>
            </a:r>
            <a:r>
              <a:rPr lang="en-US"/>
              <a:t> time in an unweighted tree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08" name="Google Shape;2608;p5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2609" name="Google Shape;2609;p5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610" name="Google Shape;2610;p5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1" name="Google Shape;2611;p5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Breadth-First Search: Properties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5" name="Shape 2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6" name="Google Shape;2616;p6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17" name="Google Shape;2617;p6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2618" name="Google Shape;2618;p6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619" name="Google Shape;2619;p6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0" name="Google Shape;2620;p6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 us Formulate the BFS Pseudocode</a:t>
            </a:r>
            <a:endParaRPr/>
          </a:p>
        </p:txBody>
      </p:sp>
      <p:pic>
        <p:nvPicPr>
          <p:cNvPr descr="BFS" id="2621" name="Google Shape;262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4483" y="887390"/>
            <a:ext cx="4786117" cy="5630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5" name="Shape 2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6" name="Google Shape;2626;p6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LEVEL ORDER TRAVERSAL</a:t>
            </a:r>
            <a:endParaRPr/>
          </a:p>
        </p:txBody>
      </p:sp>
      <p:sp>
        <p:nvSpPr>
          <p:cNvPr id="2627" name="Google Shape;2627;p6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628" name="Google Shape;2628;p6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2629" name="Google Shape;2629;p6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630" name="Google Shape;2630;p6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4" name="Shape 2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5" name="Google Shape;2635;p6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Run BFS from the root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Print the node when you color it black</a:t>
            </a:r>
            <a:endParaRPr/>
          </a:p>
        </p:txBody>
      </p:sp>
      <p:sp>
        <p:nvSpPr>
          <p:cNvPr id="2636" name="Google Shape;2636;p6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2637" name="Google Shape;2637;p6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638" name="Google Shape;2638;p6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9" name="Google Shape;2639;p6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Level order traversal</a:t>
            </a:r>
            <a:endParaRPr/>
          </a:p>
        </p:txBody>
      </p:sp>
      <p:pic>
        <p:nvPicPr>
          <p:cNvPr id="2640" name="Google Shape;264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6502" y="2731770"/>
            <a:ext cx="6619875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4" name="Shape 2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5" name="Google Shape;2645;p1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2646" name="Google Shape;2646;p1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47" name="Google Shape;2647;p11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04-Jan-26</a:t>
            </a:r>
            <a:endParaRPr/>
          </a:p>
        </p:txBody>
      </p:sp>
      <p:sp>
        <p:nvSpPr>
          <p:cNvPr id="2648" name="Google Shape;2648;p11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649" name="Google Shape;2649;p11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2023-03-19T03:25:32Z</dcterms:created>
  <dc:creator>lenovo</dc:creator>
</cp:coreProperties>
</file>